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1.xml" ContentType="application/vnd.openxmlformats-officedocument.themeOverr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19"/>
  </p:notesMasterIdLst>
  <p:handoutMasterIdLst>
    <p:handoutMasterId r:id="rId20"/>
  </p:handoutMasterIdLst>
  <p:sldIdLst>
    <p:sldId id="262" r:id="rId2"/>
    <p:sldId id="272" r:id="rId3"/>
    <p:sldId id="273" r:id="rId4"/>
    <p:sldId id="314" r:id="rId5"/>
    <p:sldId id="313" r:id="rId6"/>
    <p:sldId id="315" r:id="rId7"/>
    <p:sldId id="319" r:id="rId8"/>
    <p:sldId id="320" r:id="rId9"/>
    <p:sldId id="321" r:id="rId10"/>
    <p:sldId id="322" r:id="rId11"/>
    <p:sldId id="323" r:id="rId12"/>
    <p:sldId id="324" r:id="rId13"/>
    <p:sldId id="316" r:id="rId14"/>
    <p:sldId id="317" r:id="rId15"/>
    <p:sldId id="290" r:id="rId16"/>
    <p:sldId id="318" r:id="rId17"/>
    <p:sldId id="271" r:id="rId18"/>
  </p:sldIdLst>
  <p:sldSz cx="9144000" cy="6858000" type="screen4x3"/>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1">
          <p15:clr>
            <a:srgbClr val="A4A3A4"/>
          </p15:clr>
        </p15:guide>
        <p15:guide id="2" pos="214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00D5EC"/>
    <a:srgbClr val="41B5A2"/>
    <a:srgbClr val="00B3C5"/>
    <a:srgbClr val="00B7CA"/>
    <a:srgbClr val="CCF7FC"/>
    <a:srgbClr val="00D9F0"/>
    <a:srgbClr val="00D3E9"/>
    <a:srgbClr val="00CCE3"/>
    <a:srgbClr val="00D4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05" autoAdjust="0"/>
    <p:restoredTop sz="95873" autoAdjust="0"/>
  </p:normalViewPr>
  <p:slideViewPr>
    <p:cSldViewPr>
      <p:cViewPr varScale="1">
        <p:scale>
          <a:sx n="116" d="100"/>
          <a:sy n="116" d="100"/>
        </p:scale>
        <p:origin x="1620" y="108"/>
      </p:cViewPr>
      <p:guideLst>
        <p:guide orient="horz" pos="2160"/>
        <p:guide pos="2880"/>
      </p:guideLst>
    </p:cSldViewPr>
  </p:slideViewPr>
  <p:notesTextViewPr>
    <p:cViewPr>
      <p:scale>
        <a:sx n="1" d="1"/>
        <a:sy n="1" d="1"/>
      </p:scale>
      <p:origin x="0" y="0"/>
    </p:cViewPr>
  </p:notesTextViewPr>
  <p:notesViewPr>
    <p:cSldViewPr>
      <p:cViewPr varScale="1">
        <p:scale>
          <a:sx n="56" d="100"/>
          <a:sy n="56" d="100"/>
        </p:scale>
        <p:origin x="-2886" y="-90"/>
      </p:cViewPr>
      <p:guideLst>
        <p:guide orient="horz" pos="3131"/>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___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___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______3.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______4.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______5.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______6.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______7.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______8.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package" Target="../embeddings/Microsoft_Excel_______9.xlsx"/></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______10.xlsx"/><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sz="1400" b="0" i="0" u="none" strike="noStrike" baseline="0" dirty="0" err="1" smtClean="0">
                <a:effectLst/>
              </a:rPr>
              <a:t>RTcase</a:t>
            </a:r>
            <a:r>
              <a:rPr lang="zh-CN" altLang="en-US" sz="1400" b="0" i="0" u="none" strike="noStrike" baseline="0" dirty="0" smtClean="0">
                <a:effectLst/>
              </a:rPr>
              <a:t>数</a:t>
            </a:r>
            <a:r>
              <a:rPr lang="en-US" altLang="zh-CN" sz="1400" b="0" i="0" u="none" strike="noStrike" baseline="0" dirty="0" smtClean="0">
                <a:effectLst/>
              </a:rPr>
              <a:t>(</a:t>
            </a:r>
            <a:r>
              <a:rPr lang="zh-CN" altLang="zh-CN" sz="1400" b="0" i="0" u="none" strike="noStrike" baseline="0" dirty="0" smtClean="0">
                <a:effectLst/>
              </a:rPr>
              <a:t>个</a:t>
            </a:r>
            <a:r>
              <a:rPr lang="en-US" altLang="zh-CN" sz="1400" b="0" i="0" u="none" strike="noStrike" baseline="0" dirty="0" smtClean="0">
                <a:effectLst/>
              </a:rPr>
              <a:t>)</a:t>
            </a:r>
            <a:endParaRPr lang="en-US" altLang="ja-JP" sz="1400"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barChart>
        <c:barDir val="col"/>
        <c:grouping val="clustered"/>
        <c:varyColors val="0"/>
        <c:ser>
          <c:idx val="0"/>
          <c:order val="0"/>
          <c:tx>
            <c:strRef>
              <c:f>Sheet1!$B$1</c:f>
              <c:strCache>
                <c:ptCount val="1"/>
                <c:pt idx="0">
                  <c:v>系列 1</c:v>
                </c:pt>
              </c:strCache>
            </c:strRef>
          </c:tx>
          <c:spPr>
            <a:solidFill>
              <a:srgbClr val="6699F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SF44</c:v>
                </c:pt>
                <c:pt idx="1">
                  <c:v>SF45</c:v>
                </c:pt>
                <c:pt idx="2">
                  <c:v>RMS38</c:v>
                </c:pt>
              </c:strCache>
            </c:strRef>
          </c:cat>
          <c:val>
            <c:numRef>
              <c:f>Sheet1!$B$2:$B$4</c:f>
              <c:numCache>
                <c:formatCode>General</c:formatCode>
                <c:ptCount val="3"/>
                <c:pt idx="0">
                  <c:v>27</c:v>
                </c:pt>
                <c:pt idx="1">
                  <c:v>38</c:v>
                </c:pt>
                <c:pt idx="2">
                  <c:v>38</c:v>
                </c:pt>
              </c:numCache>
            </c:numRef>
          </c:val>
        </c:ser>
        <c:dLbls>
          <c:showLegendKey val="0"/>
          <c:showVal val="0"/>
          <c:showCatName val="0"/>
          <c:showSerName val="0"/>
          <c:showPercent val="0"/>
          <c:showBubbleSize val="0"/>
        </c:dLbls>
        <c:gapWidth val="219"/>
        <c:overlap val="-27"/>
        <c:axId val="537926112"/>
        <c:axId val="537927792"/>
      </c:barChart>
      <c:catAx>
        <c:axId val="537926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537927792"/>
        <c:crosses val="autoZero"/>
        <c:auto val="1"/>
        <c:lblAlgn val="ctr"/>
        <c:lblOffset val="100"/>
        <c:noMultiLvlLbl val="0"/>
      </c:catAx>
      <c:valAx>
        <c:axId val="53792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5379261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zh-CN" altLang="en-US" sz="1400" b="0" i="0" u="none" strike="noStrike" kern="1200" spc="0" baseline="0" dirty="0" smtClean="0">
                <a:solidFill>
                  <a:srgbClr val="000000">
                    <a:lumMod val="65000"/>
                    <a:lumOff val="35000"/>
                  </a:srgbClr>
                </a:solidFill>
                <a:effectLst/>
                <a:latin typeface="+mn-lt"/>
                <a:ea typeface="+mn-ea"/>
                <a:cs typeface="+mn-cs"/>
              </a:defRPr>
            </a:pPr>
            <a:r>
              <a:rPr lang="zh-CN" altLang="en-US" sz="1400" b="0" i="0" u="none" strike="noStrike" kern="1200" spc="0" baseline="0" dirty="0" smtClean="0">
                <a:solidFill>
                  <a:srgbClr val="000000">
                    <a:lumMod val="65000"/>
                    <a:lumOff val="35000"/>
                  </a:srgbClr>
                </a:solidFill>
                <a:effectLst/>
                <a:latin typeface="+mn-lt"/>
                <a:ea typeface="+mn-ea"/>
                <a:cs typeface="+mn-cs"/>
              </a:rPr>
              <a:t>手顺书制作(本)</a:t>
            </a:r>
          </a:p>
        </c:rich>
      </c:tx>
      <c:layout>
        <c:manualLayout>
          <c:xMode val="edge"/>
          <c:yMode val="edge"/>
          <c:x val="0.23337459384854473"/>
          <c:y val="2.1008310689204928E-2"/>
        </c:manualLayout>
      </c:layout>
      <c:overlay val="0"/>
      <c:spPr>
        <a:noFill/>
        <a:ln>
          <a:noFill/>
        </a:ln>
        <a:effectLst/>
      </c:spPr>
      <c:txPr>
        <a:bodyPr rot="0" spcFirstLastPara="1" vertOverflow="ellipsis" vert="horz" wrap="square" anchor="ctr" anchorCtr="1"/>
        <a:lstStyle/>
        <a:p>
          <a:pPr algn="ctr" rtl="0">
            <a:defRPr lang="zh-CN" altLang="en-US" sz="1400" b="0" i="0" u="none" strike="noStrike" kern="1200" spc="0" baseline="0" dirty="0" smtClean="0">
              <a:solidFill>
                <a:srgbClr val="000000">
                  <a:lumMod val="65000"/>
                  <a:lumOff val="35000"/>
                </a:srgbClr>
              </a:solidFill>
              <a:effectLst/>
              <a:latin typeface="+mn-lt"/>
              <a:ea typeface="+mn-ea"/>
              <a:cs typeface="+mn-cs"/>
            </a:defRPr>
          </a:pPr>
          <a:endParaRPr lang="ja-JP"/>
        </a:p>
      </c:txPr>
    </c:title>
    <c:autoTitleDeleted val="0"/>
    <c:plotArea>
      <c:layout>
        <c:manualLayout>
          <c:layoutTarget val="inner"/>
          <c:xMode val="edge"/>
          <c:yMode val="edge"/>
          <c:x val="8.2308705502186469E-2"/>
          <c:y val="0.23478581691868303"/>
          <c:w val="0.92822555774278215"/>
          <c:h val="0.69617249015748028"/>
        </c:manualLayout>
      </c:layout>
      <c:barChart>
        <c:barDir val="col"/>
        <c:grouping val="clustered"/>
        <c:varyColors val="0"/>
        <c:ser>
          <c:idx val="0"/>
          <c:order val="0"/>
          <c:tx>
            <c:strRef>
              <c:f>Sheet1!$B$1</c:f>
              <c:strCache>
                <c:ptCount val="1"/>
                <c:pt idx="0">
                  <c:v>系列 1</c:v>
                </c:pt>
              </c:strCache>
            </c:strRef>
          </c:tx>
          <c:spPr>
            <a:solidFill>
              <a:srgbClr val="6699F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SD</c:v>
                </c:pt>
                <c:pt idx="1">
                  <c:v>PM</c:v>
                </c:pt>
                <c:pt idx="2">
                  <c:v>PT</c:v>
                </c:pt>
              </c:strCache>
            </c:strRef>
          </c:cat>
          <c:val>
            <c:numRef>
              <c:f>Sheet1!$B$2:$B$4</c:f>
              <c:numCache>
                <c:formatCode>General</c:formatCode>
                <c:ptCount val="3"/>
                <c:pt idx="0">
                  <c:v>8</c:v>
                </c:pt>
                <c:pt idx="1">
                  <c:v>6</c:v>
                </c:pt>
                <c:pt idx="2">
                  <c:v>4.5</c:v>
                </c:pt>
              </c:numCache>
            </c:numRef>
          </c:val>
        </c:ser>
        <c:dLbls>
          <c:showLegendKey val="0"/>
          <c:showVal val="0"/>
          <c:showCatName val="0"/>
          <c:showSerName val="0"/>
          <c:showPercent val="0"/>
          <c:showBubbleSize val="0"/>
        </c:dLbls>
        <c:gapWidth val="219"/>
        <c:overlap val="-27"/>
        <c:axId val="537916592"/>
        <c:axId val="477778240"/>
      </c:barChart>
      <c:catAx>
        <c:axId val="537916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477778240"/>
        <c:crosses val="autoZero"/>
        <c:auto val="1"/>
        <c:lblAlgn val="ctr"/>
        <c:lblOffset val="100"/>
        <c:noMultiLvlLbl val="0"/>
      </c:catAx>
      <c:valAx>
        <c:axId val="4777782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5379165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ltLang="ja-JP" dirty="0" smtClean="0"/>
              <a:t>case</a:t>
            </a:r>
            <a:r>
              <a:rPr lang="zh-CN" altLang="en-US" dirty="0" smtClean="0"/>
              <a:t>数</a:t>
            </a:r>
            <a:r>
              <a:rPr lang="en-US" altLang="zh-CN" dirty="0" smtClean="0"/>
              <a:t>(</a:t>
            </a:r>
            <a:r>
              <a:rPr lang="zh-CN" altLang="en-US" dirty="0" smtClean="0"/>
              <a:t>个）</a:t>
            </a:r>
            <a:endParaRPr lang="en-US" altLang="ja-JP" dirty="0"/>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manualLayout>
          <c:layoutTarget val="inner"/>
          <c:xMode val="edge"/>
          <c:yMode val="edge"/>
          <c:x val="0.16544256624159698"/>
          <c:y val="0.18169607955621847"/>
          <c:w val="0.82143145980726007"/>
          <c:h val="0.47880284114104577"/>
        </c:manualLayout>
      </c:layout>
      <c:barChart>
        <c:barDir val="bar"/>
        <c:grouping val="clustered"/>
        <c:varyColors val="0"/>
        <c:ser>
          <c:idx val="0"/>
          <c:order val="0"/>
          <c:tx>
            <c:strRef>
              <c:f>Sheet1!$B$1</c:f>
              <c:strCache>
                <c:ptCount val="1"/>
                <c:pt idx="0">
                  <c:v>列1</c:v>
                </c:pt>
              </c:strCache>
            </c:strRef>
          </c:tx>
          <c:spPr>
            <a:solidFill>
              <a:schemeClr val="accent1"/>
            </a:solidFill>
            <a:ln>
              <a:noFill/>
            </a:ln>
            <a:effectLst/>
          </c:spPr>
          <c:invertIfNegative val="0"/>
          <c:cat>
            <c:strRef>
              <c:f>Sheet1!$A$2:$A$5</c:f>
              <c:strCache>
                <c:ptCount val="4"/>
                <c:pt idx="0">
                  <c:v>LTP测试</c:v>
                </c:pt>
                <c:pt idx="1">
                  <c:v>XFSTESTS测试</c:v>
                </c:pt>
                <c:pt idx="2">
                  <c:v>LTP(BUG)</c:v>
                </c:pt>
                <c:pt idx="3">
                  <c:v>XFSTESTS(BUG)</c:v>
                </c:pt>
              </c:strCache>
            </c:strRef>
          </c:cat>
          <c:val>
            <c:numRef>
              <c:f>Sheet1!$B$2:$B$5</c:f>
              <c:numCache>
                <c:formatCode>General</c:formatCode>
                <c:ptCount val="4"/>
                <c:pt idx="0">
                  <c:v>1983</c:v>
                </c:pt>
                <c:pt idx="1">
                  <c:v>1561</c:v>
                </c:pt>
                <c:pt idx="2">
                  <c:v>53</c:v>
                </c:pt>
                <c:pt idx="3">
                  <c:v>58</c:v>
                </c:pt>
              </c:numCache>
            </c:numRef>
          </c:val>
        </c:ser>
        <c:dLbls>
          <c:showLegendKey val="0"/>
          <c:showVal val="0"/>
          <c:showCatName val="0"/>
          <c:showSerName val="0"/>
          <c:showPercent val="0"/>
          <c:showBubbleSize val="0"/>
        </c:dLbls>
        <c:gapWidth val="219"/>
        <c:axId val="537918272"/>
        <c:axId val="537921072"/>
      </c:barChart>
      <c:catAx>
        <c:axId val="537918272"/>
        <c:scaling>
          <c:orientation val="minMax"/>
        </c:scaling>
        <c:delete val="0"/>
        <c:axPos val="l"/>
        <c:numFmt formatCode="General" sourceLinked="1"/>
        <c:majorTickMark val="none"/>
        <c:minorTickMark val="none"/>
        <c:tickLblPos val="nextTo"/>
        <c:spPr>
          <a:noFill/>
          <a:ln w="3175" cap="flat" cmpd="sng" algn="ctr">
            <a:solidFill>
              <a:schemeClr val="tx1">
                <a:lumMod val="15000"/>
                <a:lumOff val="85000"/>
              </a:schemeClr>
            </a:solidFill>
            <a:round/>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537921072"/>
        <c:crosses val="autoZero"/>
        <c:auto val="1"/>
        <c:lblAlgn val="ctr"/>
        <c:lblOffset val="100"/>
        <c:noMultiLvlLbl val="0"/>
      </c:catAx>
      <c:valAx>
        <c:axId val="53792107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537918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dirty="0" smtClean="0"/>
              <a:t>自动化改善脚本</a:t>
            </a:r>
            <a:r>
              <a:rPr lang="zh-CN" altLang="en-US" dirty="0"/>
              <a:t>（行）</a:t>
            </a:r>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barChart>
        <c:barDir val="col"/>
        <c:grouping val="stacked"/>
        <c:varyColors val="0"/>
        <c:ser>
          <c:idx val="0"/>
          <c:order val="0"/>
          <c:tx>
            <c:strRef>
              <c:f>Sheet1!$B$1</c:f>
              <c:strCache>
                <c:ptCount val="1"/>
                <c:pt idx="0">
                  <c:v>自动化脚本（行）</c:v>
                </c:pt>
              </c:strCache>
            </c:strRef>
          </c:tx>
          <c:spPr>
            <a:solidFill>
              <a:schemeClr val="accent1"/>
            </a:solidFill>
            <a:ln>
              <a:noFill/>
            </a:ln>
            <a:effectLst/>
          </c:spPr>
          <c:invertIfNegative val="0"/>
          <c:cat>
            <c:strRef>
              <c:f>Sheet1!$A$2:$A$3</c:f>
              <c:strCache>
                <c:ptCount val="2"/>
                <c:pt idx="0">
                  <c:v>LTP</c:v>
                </c:pt>
                <c:pt idx="1">
                  <c:v>XFSTESTS</c:v>
                </c:pt>
              </c:strCache>
            </c:strRef>
          </c:cat>
          <c:val>
            <c:numRef>
              <c:f>Sheet1!$B$2:$B$3</c:f>
              <c:numCache>
                <c:formatCode>General</c:formatCode>
                <c:ptCount val="2"/>
                <c:pt idx="0">
                  <c:v>578</c:v>
                </c:pt>
                <c:pt idx="1">
                  <c:v>865</c:v>
                </c:pt>
              </c:numCache>
            </c:numRef>
          </c:val>
        </c:ser>
        <c:dLbls>
          <c:showLegendKey val="0"/>
          <c:showVal val="0"/>
          <c:showCatName val="0"/>
          <c:showSerName val="0"/>
          <c:showPercent val="0"/>
          <c:showBubbleSize val="0"/>
        </c:dLbls>
        <c:gapWidth val="150"/>
        <c:overlap val="100"/>
        <c:axId val="867774416"/>
        <c:axId val="867767136"/>
      </c:barChart>
      <c:catAx>
        <c:axId val="86777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867767136"/>
        <c:crosses val="autoZero"/>
        <c:auto val="1"/>
        <c:lblAlgn val="ctr"/>
        <c:lblOffset val="100"/>
        <c:noMultiLvlLbl val="0"/>
      </c:catAx>
      <c:valAx>
        <c:axId val="8677671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867774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微软雅黑" panose="020B0503020204020204" pitchFamily="34" charset="-122"/>
                <a:cs typeface="+mn-cs"/>
              </a:defRPr>
            </a:pPr>
            <a:r>
              <a:rPr lang="en-US" altLang="zh-CN" baseline="0" dirty="0" smtClean="0">
                <a:ea typeface="微软雅黑" panose="020B0503020204020204" pitchFamily="34" charset="-122"/>
              </a:rPr>
              <a:t>CF</a:t>
            </a:r>
            <a:r>
              <a:rPr lang="zh-CN" altLang="en-US" baseline="0" dirty="0" smtClean="0">
                <a:ea typeface="微软雅黑" panose="020B0503020204020204" pitchFamily="34" charset="-122"/>
              </a:rPr>
              <a:t>的</a:t>
            </a:r>
            <a:r>
              <a:rPr lang="en-US" altLang="zh-CN" baseline="0" dirty="0" smtClean="0">
                <a:ea typeface="微软雅黑" panose="020B0503020204020204" pitchFamily="34" charset="-122"/>
              </a:rPr>
              <a:t>CT</a:t>
            </a:r>
            <a:r>
              <a:rPr lang="zh-CN" altLang="en-US" baseline="0" dirty="0" smtClean="0">
                <a:ea typeface="微软雅黑" panose="020B0503020204020204" pitchFamily="34" charset="-122"/>
              </a:rPr>
              <a:t>检证</a:t>
            </a:r>
            <a:r>
              <a:rPr lang="en-US" altLang="zh-CN" baseline="0" dirty="0" smtClean="0">
                <a:ea typeface="微软雅黑" panose="020B0503020204020204" pitchFamily="34" charset="-122"/>
              </a:rPr>
              <a:t>(</a:t>
            </a:r>
            <a:r>
              <a:rPr lang="zh-CN" altLang="en-US" baseline="0" dirty="0" smtClean="0">
                <a:ea typeface="微软雅黑" panose="020B0503020204020204" pitchFamily="34" charset="-122"/>
              </a:rPr>
              <a:t>个</a:t>
            </a:r>
            <a:r>
              <a:rPr lang="en-US" altLang="zh-CN" baseline="0" dirty="0" smtClean="0">
                <a:ea typeface="微软雅黑" panose="020B0503020204020204" pitchFamily="34" charset="-122"/>
              </a:rPr>
              <a:t>)</a:t>
            </a:r>
            <a:endParaRPr lang="ja-JP" altLang="en-US" baseline="0" dirty="0">
              <a:ea typeface="微软雅黑" panose="020B0503020204020204" pitchFamily="34" charset="-122"/>
            </a:endParaRPr>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微软雅黑" panose="020B0503020204020204" pitchFamily="34" charset="-122"/>
              <a:cs typeface="+mn-cs"/>
            </a:defRPr>
          </a:pPr>
          <a:endParaRPr lang="ja-JP"/>
        </a:p>
      </c:txPr>
    </c:title>
    <c:autoTitleDeleted val="0"/>
    <c:plotArea>
      <c:layout/>
      <c:barChart>
        <c:barDir val="col"/>
        <c:grouping val="clustered"/>
        <c:varyColors val="0"/>
        <c:ser>
          <c:idx val="1"/>
          <c:order val="0"/>
          <c:tx>
            <c:strRef>
              <c:f>Sheet1!$C$1</c:f>
              <c:strCache>
                <c:ptCount val="1"/>
                <c:pt idx="0">
                  <c:v>列1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17回</c:v>
                </c:pt>
                <c:pt idx="1">
                  <c:v>18回</c:v>
                </c:pt>
                <c:pt idx="2">
                  <c:v>19回</c:v>
                </c:pt>
                <c:pt idx="3">
                  <c:v>23回</c:v>
                </c:pt>
                <c:pt idx="4">
                  <c:v>24回</c:v>
                </c:pt>
                <c:pt idx="5">
                  <c:v>OEL回</c:v>
                </c:pt>
                <c:pt idx="6">
                  <c:v>26回</c:v>
                </c:pt>
                <c:pt idx="7">
                  <c:v>27回</c:v>
                </c:pt>
                <c:pt idx="8">
                  <c:v>28回</c:v>
                </c:pt>
              </c:strCache>
            </c:strRef>
          </c:cat>
          <c:val>
            <c:numRef>
              <c:f>Sheet1!$C$2:$C$10</c:f>
            </c:numRef>
          </c:val>
        </c:ser>
        <c:dLbls>
          <c:dLblPos val="outEnd"/>
          <c:showLegendKey val="0"/>
          <c:showVal val="1"/>
          <c:showCatName val="0"/>
          <c:showSerName val="0"/>
          <c:showPercent val="0"/>
          <c:showBubbleSize val="0"/>
        </c:dLbls>
        <c:gapWidth val="219"/>
        <c:overlap val="-27"/>
        <c:axId val="706355904"/>
        <c:axId val="706352544"/>
      </c:barChart>
      <c:catAx>
        <c:axId val="706355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微软雅黑" panose="020B0503020204020204" pitchFamily="34" charset="-122"/>
                <a:cs typeface="+mn-cs"/>
              </a:defRPr>
            </a:pPr>
            <a:endParaRPr lang="ja-JP"/>
          </a:p>
        </c:txPr>
        <c:crossAx val="706352544"/>
        <c:crosses val="autoZero"/>
        <c:auto val="1"/>
        <c:lblAlgn val="ctr"/>
        <c:lblOffset val="100"/>
        <c:noMultiLvlLbl val="0"/>
      </c:catAx>
      <c:valAx>
        <c:axId val="7063525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70635590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20099667503474022"/>
          <c:y val="7.5470980516601838E-2"/>
        </c:manualLayout>
      </c:layout>
      <c:overlay val="0"/>
      <c:spPr>
        <a:noFill/>
        <a:ln>
          <a:noFill/>
        </a:ln>
        <a:effectLst/>
      </c:spPr>
      <c:txPr>
        <a:bodyPr rot="0" spcFirstLastPara="1" vertOverflow="ellipsis" vert="horz" wrap="square" anchor="ctr" anchorCtr="1"/>
        <a:lstStyle/>
        <a:p>
          <a:pPr>
            <a:defRPr sz="1862" b="0" i="0" u="none" strike="noStrike" kern="1200" cap="none" spc="20" baseline="0">
              <a:solidFill>
                <a:schemeClr val="tx1">
                  <a:lumMod val="50000"/>
                  <a:lumOff val="50000"/>
                </a:schemeClr>
              </a:solidFill>
              <a:latin typeface="+mn-lt"/>
              <a:ea typeface="+mn-ea"/>
              <a:cs typeface="+mn-cs"/>
            </a:defRPr>
          </a:pPr>
          <a:endParaRPr lang="ja-JP"/>
        </a:p>
      </c:txPr>
    </c:title>
    <c:autoTitleDeleted val="0"/>
    <c:plotArea>
      <c:layout/>
      <c:barChart>
        <c:barDir val="col"/>
        <c:grouping val="clustered"/>
        <c:varyColors val="0"/>
        <c:ser>
          <c:idx val="0"/>
          <c:order val="0"/>
          <c:tx>
            <c:strRef>
              <c:f>Sheet1!$B$1</c:f>
              <c:strCache>
                <c:ptCount val="1"/>
                <c:pt idx="0">
                  <c:v>CF的CT检证(个)
</c:v>
                </c:pt>
              </c:strCache>
            </c:strRef>
          </c:tx>
          <c:spPr>
            <a:solidFill>
              <a:srgbClr val="00D5EC"/>
            </a:solidFill>
            <a:ln w="9525" cap="flat" cmpd="sng" algn="ctr">
              <a:solidFill>
                <a:schemeClr val="accent1">
                  <a:shade val="95000"/>
                </a:schemeClr>
              </a:solidFill>
              <a:round/>
            </a:ln>
            <a:effectLst>
              <a:outerShdw blurRad="40000" dist="20000" dir="5400000" rotWithShape="0">
                <a:srgbClr val="000000">
                  <a:alpha val="38000"/>
                </a:srgbClr>
              </a:outerShdw>
            </a:effectLst>
          </c:spPr>
          <c:invertIfNegative val="0"/>
          <c:dLbls>
            <c:dLbl>
              <c:idx val="0"/>
              <c:layout/>
              <c:tx>
                <c:rich>
                  <a:bodyPr/>
                  <a:lstStyle/>
                  <a:p>
                    <a:r>
                      <a:rPr lang="en-US" altLang="ja-JP" dirty="0" smtClean="0"/>
                      <a:t>20</a:t>
                    </a:r>
                    <a:endParaRPr lang="en-US" altLang="ja-JP" dirty="0"/>
                  </a:p>
                </c:rich>
              </c:tx>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Sheet1!$A$2:$A$5</c:f>
              <c:strCache>
                <c:ptCount val="4"/>
                <c:pt idx="0">
                  <c:v>54.1回目</c:v>
                </c:pt>
                <c:pt idx="1">
                  <c:v>54.2回目</c:v>
                </c:pt>
                <c:pt idx="2">
                  <c:v>54.3回目</c:v>
                </c:pt>
                <c:pt idx="3">
                  <c:v>55回目</c:v>
                </c:pt>
              </c:strCache>
            </c:strRef>
          </c:cat>
          <c:val>
            <c:numRef>
              <c:f>Sheet1!$B$2:$B$5</c:f>
              <c:numCache>
                <c:formatCode>General</c:formatCode>
                <c:ptCount val="4"/>
                <c:pt idx="0">
                  <c:v>20</c:v>
                </c:pt>
                <c:pt idx="1">
                  <c:v>25</c:v>
                </c:pt>
                <c:pt idx="2">
                  <c:v>15</c:v>
                </c:pt>
                <c:pt idx="3">
                  <c:v>80</c:v>
                </c:pt>
              </c:numCache>
            </c:numRef>
          </c:val>
        </c:ser>
        <c:dLbls>
          <c:dLblPos val="outEnd"/>
          <c:showLegendKey val="0"/>
          <c:showVal val="1"/>
          <c:showCatName val="0"/>
          <c:showSerName val="0"/>
          <c:showPercent val="0"/>
          <c:showBubbleSize val="0"/>
        </c:dLbls>
        <c:gapWidth val="100"/>
        <c:overlap val="-24"/>
        <c:axId val="485530224"/>
        <c:axId val="717491168"/>
      </c:barChart>
      <c:catAx>
        <c:axId val="485530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ja-JP"/>
          </a:p>
        </c:txPr>
        <c:crossAx val="717491168"/>
        <c:crosses val="autoZero"/>
        <c:auto val="1"/>
        <c:lblAlgn val="ctr"/>
        <c:lblOffset val="100"/>
        <c:noMultiLvlLbl val="0"/>
      </c:catAx>
      <c:valAx>
        <c:axId val="717491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ja-JP"/>
          </a:p>
        </c:txPr>
        <c:crossAx val="48553022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cap="none" spc="20" baseline="0">
                <a:solidFill>
                  <a:schemeClr val="tx1">
                    <a:lumMod val="50000"/>
                    <a:lumOff val="50000"/>
                  </a:schemeClr>
                </a:solidFill>
                <a:latin typeface="+mn-lt"/>
                <a:ea typeface="+mn-ea"/>
                <a:cs typeface="+mn-cs"/>
              </a:defRPr>
            </a:pPr>
            <a:r>
              <a:rPr lang="en-US" altLang="zh-CN" dirty="0" smtClean="0"/>
              <a:t>CF</a:t>
            </a:r>
            <a:r>
              <a:rPr lang="zh-CN" altLang="en-US" dirty="0" smtClean="0"/>
              <a:t>的</a:t>
            </a:r>
            <a:r>
              <a:rPr lang="en-US" altLang="zh-CN" dirty="0" smtClean="0"/>
              <a:t>ST</a:t>
            </a:r>
            <a:r>
              <a:rPr lang="zh-CN" altLang="en-US" dirty="0"/>
              <a:t>检证</a:t>
            </a:r>
            <a:r>
              <a:rPr lang="en-US" altLang="zh-CN" dirty="0"/>
              <a:t>(</a:t>
            </a:r>
            <a:r>
              <a:rPr lang="zh-CN" altLang="en-US" dirty="0"/>
              <a:t>个</a:t>
            </a:r>
            <a:r>
              <a:rPr lang="en-US" altLang="zh-CN" dirty="0"/>
              <a:t>)
</a:t>
            </a:r>
          </a:p>
        </c:rich>
      </c:tx>
      <c:layout>
        <c:manualLayout>
          <c:xMode val="edge"/>
          <c:yMode val="edge"/>
          <c:x val="0.11143510684752053"/>
          <c:y val="5.1642663671663265E-2"/>
        </c:manualLayout>
      </c:layout>
      <c:overlay val="0"/>
      <c:spPr>
        <a:noFill/>
        <a:ln>
          <a:noFill/>
        </a:ln>
        <a:effectLst/>
      </c:spPr>
      <c:txPr>
        <a:bodyPr rot="0" spcFirstLastPara="1" vertOverflow="ellipsis" vert="horz" wrap="square" anchor="ctr" anchorCtr="1"/>
        <a:lstStyle/>
        <a:p>
          <a:pPr>
            <a:defRPr sz="1862" b="0" i="0" u="none" strike="noStrike" kern="1200" cap="none" spc="20" baseline="0">
              <a:solidFill>
                <a:schemeClr val="tx1">
                  <a:lumMod val="50000"/>
                  <a:lumOff val="50000"/>
                </a:schemeClr>
              </a:solidFill>
              <a:latin typeface="+mn-lt"/>
              <a:ea typeface="+mn-ea"/>
              <a:cs typeface="+mn-cs"/>
            </a:defRPr>
          </a:pPr>
          <a:endParaRPr lang="ja-JP"/>
        </a:p>
      </c:txPr>
    </c:title>
    <c:autoTitleDeleted val="0"/>
    <c:plotArea>
      <c:layout/>
      <c:barChart>
        <c:barDir val="col"/>
        <c:grouping val="clustered"/>
        <c:varyColors val="0"/>
        <c:ser>
          <c:idx val="0"/>
          <c:order val="0"/>
          <c:tx>
            <c:strRef>
              <c:f>Sheet1!$B$1</c:f>
              <c:strCache>
                <c:ptCount val="1"/>
                <c:pt idx="0">
                  <c:v>CF的CT检证(个)
</c:v>
                </c:pt>
              </c:strCache>
            </c:strRef>
          </c:tx>
          <c:spPr>
            <a:solidFill>
              <a:srgbClr val="00D5EC"/>
            </a:solidFill>
            <a:ln w="9525" cap="flat" cmpd="sng" algn="ctr">
              <a:solidFill>
                <a:schemeClr val="accent1">
                  <a:shade val="95000"/>
                </a:schemeClr>
              </a:solidFill>
              <a:round/>
            </a:ln>
            <a:effectLst>
              <a:outerShdw blurRad="40000" dist="20000" dir="5400000" rotWithShape="0">
                <a:srgbClr val="000000">
                  <a:alpha val="38000"/>
                </a:srgbClr>
              </a:outerShdw>
            </a:effectLst>
          </c:spPr>
          <c:invertIfNegative val="0"/>
          <c:dLbls>
            <c:dLbl>
              <c:idx val="0"/>
              <c:layout/>
              <c:tx>
                <c:rich>
                  <a:bodyPr/>
                  <a:lstStyle/>
                  <a:p>
                    <a:r>
                      <a:rPr lang="en-US" altLang="ja-JP" dirty="0" smtClean="0"/>
                      <a:t>26</a:t>
                    </a:r>
                    <a:endParaRPr lang="en-US" altLang="ja-JP" dirty="0"/>
                  </a:p>
                </c:rich>
              </c:tx>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Sheet1!$A$2:$A$4</c:f>
              <c:strCache>
                <c:ptCount val="3"/>
                <c:pt idx="0">
                  <c:v>53回目</c:v>
                </c:pt>
                <c:pt idx="1">
                  <c:v>54.1回目</c:v>
                </c:pt>
                <c:pt idx="2">
                  <c:v>55回目</c:v>
                </c:pt>
              </c:strCache>
            </c:strRef>
          </c:cat>
          <c:val>
            <c:numRef>
              <c:f>Sheet1!$B$2:$B$4</c:f>
              <c:numCache>
                <c:formatCode>General</c:formatCode>
                <c:ptCount val="3"/>
                <c:pt idx="0">
                  <c:v>26</c:v>
                </c:pt>
                <c:pt idx="1">
                  <c:v>67</c:v>
                </c:pt>
                <c:pt idx="2">
                  <c:v>13</c:v>
                </c:pt>
              </c:numCache>
            </c:numRef>
          </c:val>
        </c:ser>
        <c:dLbls>
          <c:dLblPos val="outEnd"/>
          <c:showLegendKey val="0"/>
          <c:showVal val="1"/>
          <c:showCatName val="0"/>
          <c:showSerName val="0"/>
          <c:showPercent val="0"/>
          <c:showBubbleSize val="0"/>
        </c:dLbls>
        <c:gapWidth val="100"/>
        <c:overlap val="-24"/>
        <c:axId val="158026672"/>
        <c:axId val="693910848"/>
      </c:barChart>
      <c:catAx>
        <c:axId val="158026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ja-JP"/>
          </a:p>
        </c:txPr>
        <c:crossAx val="693910848"/>
        <c:crosses val="autoZero"/>
        <c:auto val="1"/>
        <c:lblAlgn val="ctr"/>
        <c:lblOffset val="100"/>
        <c:noMultiLvlLbl val="0"/>
      </c:catAx>
      <c:valAx>
        <c:axId val="6939108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ja-JP"/>
          </a:p>
        </c:txPr>
        <c:crossAx val="1580266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cap="none" spc="20" baseline="0">
              <a:solidFill>
                <a:schemeClr val="tx1">
                  <a:lumMod val="50000"/>
                  <a:lumOff val="50000"/>
                </a:schemeClr>
              </a:solidFill>
              <a:latin typeface="+mn-lt"/>
              <a:ea typeface="+mn-ea"/>
              <a:cs typeface="+mn-cs"/>
            </a:defRPr>
          </a:pPr>
          <a:endParaRPr lang="ja-JP"/>
        </a:p>
      </c:txPr>
    </c:title>
    <c:autoTitleDeleted val="0"/>
    <c:plotArea>
      <c:layout/>
      <c:barChart>
        <c:barDir val="col"/>
        <c:grouping val="clustered"/>
        <c:varyColors val="0"/>
        <c:ser>
          <c:idx val="0"/>
          <c:order val="0"/>
          <c:tx>
            <c:strRef>
              <c:f>Sheet1!$B$1</c:f>
              <c:strCache>
                <c:ptCount val="1"/>
                <c:pt idx="0">
                  <c:v>CT、ST做成产物（个）
</c:v>
                </c:pt>
              </c:strCache>
            </c:strRef>
          </c:tx>
          <c:spPr>
            <a:solidFill>
              <a:srgbClr val="00D5EC"/>
            </a:solidFill>
            <a:ln w="9525" cap="flat" cmpd="sng" algn="ctr">
              <a:solidFill>
                <a:schemeClr val="accent1">
                  <a:shade val="95000"/>
                </a:schemeClr>
              </a:solidFill>
              <a:round/>
            </a:ln>
            <a:effectLst>
              <a:outerShdw blurRad="40000" dist="20000" dir="5400000" rotWithShape="0">
                <a:srgbClr val="000000">
                  <a:alpha val="38000"/>
                </a:srgbClr>
              </a:outerShdw>
            </a:effectLst>
          </c:spPr>
          <c:invertIfNegative val="0"/>
          <c:dLbls>
            <c:dLbl>
              <c:idx val="0"/>
              <c:layout/>
              <c:tx>
                <c:rich>
                  <a:bodyPr/>
                  <a:lstStyle/>
                  <a:p>
                    <a:r>
                      <a:rPr lang="en-US" altLang="ja-JP" dirty="0" smtClean="0"/>
                      <a:t>26</a:t>
                    </a:r>
                    <a:endParaRPr lang="en-US" altLang="ja-JP" dirty="0"/>
                  </a:p>
                </c:rich>
              </c:tx>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Sheet1!$A$2:$A$6</c:f>
              <c:strCache>
                <c:ptCount val="5"/>
                <c:pt idx="0">
                  <c:v>53回目</c:v>
                </c:pt>
                <c:pt idx="1">
                  <c:v>54.1回目</c:v>
                </c:pt>
                <c:pt idx="2">
                  <c:v>54.2回目</c:v>
                </c:pt>
                <c:pt idx="3">
                  <c:v>54.3回目</c:v>
                </c:pt>
                <c:pt idx="4">
                  <c:v>55回目</c:v>
                </c:pt>
              </c:strCache>
            </c:strRef>
          </c:cat>
          <c:val>
            <c:numRef>
              <c:f>Sheet1!$B$2:$B$6</c:f>
              <c:numCache>
                <c:formatCode>General</c:formatCode>
                <c:ptCount val="5"/>
                <c:pt idx="0">
                  <c:v>4</c:v>
                </c:pt>
                <c:pt idx="1">
                  <c:v>11</c:v>
                </c:pt>
                <c:pt idx="2">
                  <c:v>4</c:v>
                </c:pt>
                <c:pt idx="3">
                  <c:v>3</c:v>
                </c:pt>
                <c:pt idx="4">
                  <c:v>18</c:v>
                </c:pt>
              </c:numCache>
            </c:numRef>
          </c:val>
        </c:ser>
        <c:dLbls>
          <c:dLblPos val="outEnd"/>
          <c:showLegendKey val="0"/>
          <c:showVal val="1"/>
          <c:showCatName val="0"/>
          <c:showSerName val="0"/>
          <c:showPercent val="0"/>
          <c:showBubbleSize val="0"/>
        </c:dLbls>
        <c:gapWidth val="100"/>
        <c:overlap val="-24"/>
        <c:axId val="922964256"/>
        <c:axId val="922964816"/>
      </c:barChart>
      <c:catAx>
        <c:axId val="922964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ja-JP"/>
          </a:p>
        </c:txPr>
        <c:crossAx val="922964816"/>
        <c:crosses val="autoZero"/>
        <c:auto val="1"/>
        <c:lblAlgn val="ctr"/>
        <c:lblOffset val="100"/>
        <c:noMultiLvlLbl val="0"/>
      </c:catAx>
      <c:valAx>
        <c:axId val="9229648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ja-JP"/>
          </a:p>
        </c:txPr>
        <c:crossAx val="92296425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ja-JP" sz="1862" b="0" i="0" u="none" strike="noStrike" kern="1200" spc="0" baseline="0">
                <a:solidFill>
                  <a:schemeClr val="tx1">
                    <a:lumMod val="65000"/>
                    <a:lumOff val="35000"/>
                  </a:schemeClr>
                </a:solidFill>
                <a:latin typeface="+mn-lt"/>
                <a:ea typeface="微软雅黑" panose="020B0503020204020204" pitchFamily="34" charset="-122"/>
                <a:cs typeface="+mn-cs"/>
              </a:defRPr>
            </a:pPr>
            <a:r>
              <a:rPr lang="en-US" altLang="ja-JP" baseline="0" dirty="0" smtClean="0">
                <a:ea typeface="微软雅黑" panose="020B0503020204020204" pitchFamily="34" charset="-122"/>
              </a:rPr>
              <a:t>NFS</a:t>
            </a:r>
            <a:r>
              <a:rPr lang="zh-CN" altLang="en-US" baseline="0" dirty="0" smtClean="0">
                <a:ea typeface="微软雅黑" panose="020B0503020204020204" pitchFamily="34" charset="-122"/>
              </a:rPr>
              <a:t>自动化改善</a:t>
            </a:r>
            <a:r>
              <a:rPr lang="ja-JP" altLang="en-US" baseline="0" dirty="0" smtClean="0">
                <a:ea typeface="微软雅黑" panose="020B0503020204020204" pitchFamily="34" charset="-122"/>
              </a:rPr>
              <a:t>脚本</a:t>
            </a:r>
            <a:r>
              <a:rPr lang="en-US" altLang="zh-CN" baseline="0" dirty="0" smtClean="0">
                <a:ea typeface="微软雅黑" panose="020B0503020204020204" pitchFamily="34" charset="-122"/>
              </a:rPr>
              <a:t>(</a:t>
            </a:r>
            <a:r>
              <a:rPr lang="zh-CN" altLang="en-US" baseline="0" dirty="0" smtClean="0">
                <a:ea typeface="微软雅黑" panose="020B0503020204020204" pitchFamily="34" charset="-122"/>
              </a:rPr>
              <a:t>行</a:t>
            </a:r>
            <a:r>
              <a:rPr lang="en-US" altLang="zh-CN" baseline="0" dirty="0" smtClean="0">
                <a:ea typeface="微软雅黑" panose="020B0503020204020204" pitchFamily="34" charset="-122"/>
              </a:rPr>
              <a:t>)</a:t>
            </a:r>
            <a:endParaRPr lang="ja-JP" altLang="en-US" baseline="0" dirty="0">
              <a:ea typeface="微软雅黑" panose="020B0503020204020204" pitchFamily="34" charset="-122"/>
            </a:endParaRPr>
          </a:p>
        </c:rich>
      </c:tx>
      <c:layout>
        <c:manualLayout>
          <c:xMode val="edge"/>
          <c:yMode val="edge"/>
          <c:x val="0.3035002905314797"/>
          <c:y val="7.3079364957581355E-2"/>
        </c:manualLayout>
      </c:layout>
      <c:overlay val="0"/>
      <c:spPr>
        <a:noFill/>
        <a:ln>
          <a:noFill/>
        </a:ln>
        <a:effectLst/>
      </c:spPr>
      <c:txPr>
        <a:bodyPr rot="0" spcFirstLastPara="1" vertOverflow="ellipsis" vert="horz" wrap="square" anchor="ctr" anchorCtr="1"/>
        <a:lstStyle/>
        <a:p>
          <a:pPr>
            <a:defRPr lang="ja-JP" sz="1862" b="0" i="0" u="none" strike="noStrike" kern="1200" spc="0" baseline="0">
              <a:solidFill>
                <a:schemeClr val="tx1">
                  <a:lumMod val="65000"/>
                  <a:lumOff val="35000"/>
                </a:schemeClr>
              </a:solidFill>
              <a:latin typeface="+mn-lt"/>
              <a:ea typeface="微软雅黑" panose="020B0503020204020204" pitchFamily="34" charset="-122"/>
              <a:cs typeface="+mn-cs"/>
            </a:defRPr>
          </a:pPr>
          <a:endParaRPr lang="ja-JP"/>
        </a:p>
      </c:txPr>
    </c:title>
    <c:autoTitleDeleted val="0"/>
    <c:plotArea>
      <c:layout/>
      <c:barChart>
        <c:barDir val="col"/>
        <c:grouping val="clustered"/>
        <c:varyColors val="0"/>
        <c:dLbls>
          <c:showLegendKey val="0"/>
          <c:showVal val="0"/>
          <c:showCatName val="0"/>
          <c:showSerName val="0"/>
          <c:showPercent val="0"/>
          <c:showBubbleSize val="0"/>
        </c:dLbls>
        <c:gapWidth val="219"/>
        <c:overlap val="-27"/>
        <c:axId val="689268624"/>
        <c:axId val="689269184"/>
      </c:barChart>
      <c:catAx>
        <c:axId val="689268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ja-JP"/>
          </a:p>
        </c:txPr>
        <c:crossAx val="689269184"/>
        <c:crosses val="autoZero"/>
        <c:auto val="1"/>
        <c:lblAlgn val="ctr"/>
        <c:lblOffset val="100"/>
        <c:noMultiLvlLbl val="0"/>
      </c:catAx>
      <c:valAx>
        <c:axId val="6892691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ja-JP"/>
          </a:p>
        </c:txPr>
        <c:crossAx val="68926862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ja-JP"/>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a:t>case(</a:t>
            </a:r>
            <a:r>
              <a:rPr lang="zh-CN"/>
              <a:t>个</a:t>
            </a:r>
            <a:r>
              <a:rPr lang="en-US"/>
              <a:t>)</a:t>
            </a:r>
          </a:p>
        </c:rich>
      </c:tx>
      <c:layout>
        <c:manualLayout>
          <c:xMode val="edge"/>
          <c:yMode val="edge"/>
          <c:x val="0.36804849888688518"/>
          <c:y val="5.1167003863041641E-2"/>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ja-JP"/>
        </a:p>
      </c:txPr>
    </c:title>
    <c:autoTitleDeleted val="0"/>
    <c:plotArea>
      <c:layout/>
      <c:barChart>
        <c:barDir val="col"/>
        <c:grouping val="clustered"/>
        <c:varyColors val="0"/>
        <c:ser>
          <c:idx val="0"/>
          <c:order val="0"/>
          <c:tx>
            <c:strRef>
              <c:f>Sheet1!$B$1</c:f>
              <c:strCache>
                <c:ptCount val="1"/>
                <c:pt idx="0">
                  <c:v>系列 1</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Pt>
            <c:idx val="1"/>
            <c:invertIfNegative val="0"/>
            <c:bubble3D val="0"/>
          </c:dPt>
          <c:dPt>
            <c:idx val="2"/>
            <c:invertIfNegative val="0"/>
            <c:bubble3D val="0"/>
          </c:dPt>
          <c:dPt>
            <c:idx val="3"/>
            <c:invertIfNegative val="0"/>
            <c:bubble3D val="0"/>
          </c:dPt>
          <c:dLbls>
            <c:dLbl>
              <c:idx val="0"/>
              <c:layout/>
              <c:tx>
                <c:rich>
                  <a:bodyPr/>
                  <a:lstStyle/>
                  <a:p>
                    <a:fld id="{238902C8-1850-4635-B3EF-A4C74A3C39E5}" type="VALUE">
                      <a:rPr lang="en-US" altLang="ja-JP" smtClean="0"/>
                      <a:pPr/>
                      <a:t>[値]</a:t>
                    </a:fld>
                    <a:endParaRPr lang="ja-JP" altLang="en-US"/>
                  </a:p>
                </c:rich>
              </c:tx>
              <c:dLblPos val="inEnd"/>
              <c:showLegendKey val="0"/>
              <c:showVal val="1"/>
              <c:showCatName val="0"/>
              <c:showSerName val="0"/>
              <c:showPercent val="0"/>
              <c:showBubbleSize val="0"/>
              <c:extLst>
                <c:ext xmlns:c15="http://schemas.microsoft.com/office/drawing/2012/chart" uri="{CE6537A1-D6FC-4f65-9D91-7224C49458BB}">
                  <c15:layout/>
                  <c15:dlblFieldTable/>
                  <c15:showDataLabelsRange val="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2">
                          <a:lumMod val="35000"/>
                          <a:lumOff val="65000"/>
                        </a:schemeClr>
                      </a:solidFill>
                    </a:ln>
                    <a:effectLst/>
                  </c:spPr>
                </c15:leaderLines>
              </c:ext>
            </c:extLst>
          </c:dLbls>
          <c:cat>
            <c:strRef>
              <c:f>Sheet1!$A$2:$A$5</c:f>
              <c:strCache>
                <c:ptCount val="4"/>
                <c:pt idx="0">
                  <c:v>适用测试</c:v>
                </c:pt>
                <c:pt idx="1">
                  <c:v>RT测试</c:v>
                </c:pt>
                <c:pt idx="2">
                  <c:v>CT测试</c:v>
                </c:pt>
                <c:pt idx="3">
                  <c:v>吸收障害</c:v>
                </c:pt>
              </c:strCache>
            </c:strRef>
          </c:cat>
          <c:val>
            <c:numRef>
              <c:f>Sheet1!$B$2:$B$5</c:f>
              <c:numCache>
                <c:formatCode>General</c:formatCode>
                <c:ptCount val="4"/>
                <c:pt idx="0">
                  <c:v>550</c:v>
                </c:pt>
                <c:pt idx="1">
                  <c:v>350</c:v>
                </c:pt>
                <c:pt idx="2">
                  <c:v>1400</c:v>
                </c:pt>
                <c:pt idx="3">
                  <c:v>26</c:v>
                </c:pt>
              </c:numCache>
            </c:numRef>
          </c:val>
        </c:ser>
        <c:dLbls>
          <c:dLblPos val="inEnd"/>
          <c:showLegendKey val="0"/>
          <c:showVal val="1"/>
          <c:showCatName val="0"/>
          <c:showSerName val="0"/>
          <c:showPercent val="0"/>
          <c:showBubbleSize val="0"/>
        </c:dLbls>
        <c:gapWidth val="100"/>
        <c:overlap val="-24"/>
        <c:axId val="531739168"/>
        <c:axId val="717855584"/>
      </c:barChart>
      <c:catAx>
        <c:axId val="531739168"/>
        <c:scaling>
          <c:orientation val="minMax"/>
        </c:scaling>
        <c:delete val="0"/>
        <c:axPos val="b"/>
        <c:numFmt formatCode="General" sourceLinked="1"/>
        <c:majorTickMark val="out"/>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ja-JP"/>
          </a:p>
        </c:txPr>
        <c:crossAx val="717855584"/>
        <c:crosses val="autoZero"/>
        <c:auto val="1"/>
        <c:lblAlgn val="ctr"/>
        <c:lblOffset val="100"/>
        <c:noMultiLvlLbl val="0"/>
      </c:catAx>
      <c:valAx>
        <c:axId val="717855584"/>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ja-JP"/>
          </a:p>
        </c:txPr>
        <c:crossAx val="5317391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55838" y="0"/>
            <a:ext cx="2949787" cy="496967"/>
          </a:xfrm>
          <a:prstGeom prst="rect">
            <a:avLst/>
          </a:prstGeom>
        </p:spPr>
        <p:txBody>
          <a:bodyPr vert="horz" lIns="91440" tIns="45720" rIns="91440" bIns="45720" rtlCol="0"/>
          <a:lstStyle>
            <a:lvl1pPr algn="r">
              <a:defRPr sz="1200"/>
            </a:lvl1pPr>
          </a:lstStyle>
          <a:p>
            <a:fld id="{E681BFBB-FFA4-4A17-85C5-7560654036A1}" type="datetimeFigureOut">
              <a:rPr kumimoji="1" lang="ja-JP" altLang="en-US" smtClean="0"/>
              <a:t>2018/12/24</a:t>
            </a:fld>
            <a:endParaRPr kumimoji="1" lang="ja-JP" altLang="en-US"/>
          </a:p>
        </p:txBody>
      </p:sp>
      <p:sp>
        <p:nvSpPr>
          <p:cNvPr id="4" name="フッター プレースホルダー 3"/>
          <p:cNvSpPr>
            <a:spLocks noGrp="1"/>
          </p:cNvSpPr>
          <p:nvPr>
            <p:ph type="ftr" sz="quarter" idx="2"/>
          </p:nvPr>
        </p:nvSpPr>
        <p:spPr>
          <a:xfrm>
            <a:off x="0" y="9440646"/>
            <a:ext cx="2949787" cy="49696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5838" y="9440646"/>
            <a:ext cx="2949787" cy="496967"/>
          </a:xfrm>
          <a:prstGeom prst="rect">
            <a:avLst/>
          </a:prstGeom>
        </p:spPr>
        <p:txBody>
          <a:bodyPr vert="horz" lIns="91440" tIns="45720" rIns="91440" bIns="45720" rtlCol="0" anchor="b"/>
          <a:lstStyle>
            <a:lvl1pPr algn="r">
              <a:defRPr sz="1200"/>
            </a:lvl1pPr>
          </a:lstStyle>
          <a:p>
            <a:fld id="{34E99292-7A43-4311-B9AB-17A8DC11F5E0}" type="slidenum">
              <a:rPr kumimoji="1" lang="ja-JP" altLang="en-US" smtClean="0"/>
              <a:t>‹#›</a:t>
            </a:fld>
            <a:endParaRPr kumimoji="1" lang="ja-JP" altLang="en-US"/>
          </a:p>
        </p:txBody>
      </p:sp>
    </p:spTree>
    <p:extLst>
      <p:ext uri="{BB962C8B-B14F-4D97-AF65-F5344CB8AC3E}">
        <p14:creationId xmlns:p14="http://schemas.microsoft.com/office/powerpoint/2010/main" val="13440235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6967"/>
          </a:xfrm>
          <a:prstGeom prst="rect">
            <a:avLst/>
          </a:prstGeom>
        </p:spPr>
        <p:txBody>
          <a:bodyPr vert="horz" lIns="91440" tIns="45720" rIns="91440" bIns="45720" rtlCol="0"/>
          <a:lstStyle>
            <a:lvl1pPr algn="r">
              <a:defRPr sz="1200"/>
            </a:lvl1pPr>
          </a:lstStyle>
          <a:p>
            <a:fld id="{CB78DEB8-560D-4024-8CC0-13EEE9402D39}" type="datetimeFigureOut">
              <a:rPr kumimoji="1" lang="ja-JP" altLang="en-US" smtClean="0"/>
              <a:t>2018/12/24</a:t>
            </a:fld>
            <a:endParaRPr kumimoji="1" lang="ja-JP" altLang="en-US"/>
          </a:p>
        </p:txBody>
      </p:sp>
      <p:sp>
        <p:nvSpPr>
          <p:cNvPr id="4" name="スライド イメージ プレースホルダー 3"/>
          <p:cNvSpPr>
            <a:spLocks noGrp="1" noRot="1" noChangeAspect="1"/>
          </p:cNvSpPr>
          <p:nvPr>
            <p:ph type="sldImg" idx="2"/>
          </p:nvPr>
        </p:nvSpPr>
        <p:spPr>
          <a:xfrm>
            <a:off x="920750" y="746125"/>
            <a:ext cx="4965700" cy="372586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21186"/>
            <a:ext cx="5445760" cy="4472702"/>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9440646"/>
            <a:ext cx="2949787" cy="49696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6"/>
            <a:ext cx="2949787" cy="496967"/>
          </a:xfrm>
          <a:prstGeom prst="rect">
            <a:avLst/>
          </a:prstGeom>
        </p:spPr>
        <p:txBody>
          <a:bodyPr vert="horz" lIns="91440" tIns="45720" rIns="91440" bIns="45720" rtlCol="0" anchor="b"/>
          <a:lstStyle>
            <a:lvl1pPr algn="r">
              <a:defRPr sz="1200"/>
            </a:lvl1pPr>
          </a:lstStyle>
          <a:p>
            <a:fld id="{ED04D69C-EB59-4BBD-90DB-D3D47578E724}" type="slidenum">
              <a:rPr kumimoji="1" lang="ja-JP" altLang="en-US" smtClean="0"/>
              <a:t>‹#›</a:t>
            </a:fld>
            <a:endParaRPr kumimoji="1" lang="ja-JP" altLang="en-US"/>
          </a:p>
        </p:txBody>
      </p:sp>
    </p:spTree>
    <p:extLst>
      <p:ext uri="{BB962C8B-B14F-4D97-AF65-F5344CB8AC3E}">
        <p14:creationId xmlns:p14="http://schemas.microsoft.com/office/powerpoint/2010/main" val="280221141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D04D69C-EB59-4BBD-90DB-D3D47578E724}" type="slidenum">
              <a:rPr kumimoji="1" lang="ja-JP" altLang="en-US" smtClean="0"/>
              <a:t>0</a:t>
            </a:fld>
            <a:endParaRPr kumimoji="1" lang="ja-JP" altLang="en-US"/>
          </a:p>
        </p:txBody>
      </p:sp>
    </p:spTree>
    <p:extLst>
      <p:ext uri="{BB962C8B-B14F-4D97-AF65-F5344CB8AC3E}">
        <p14:creationId xmlns:p14="http://schemas.microsoft.com/office/powerpoint/2010/main" val="2818150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ja-JP" sz="800" dirty="0"/>
          </a:p>
        </p:txBody>
      </p:sp>
      <p:sp>
        <p:nvSpPr>
          <p:cNvPr id="4" name="スライド番号プレースホルダー 3"/>
          <p:cNvSpPr>
            <a:spLocks noGrp="1"/>
          </p:cNvSpPr>
          <p:nvPr>
            <p:ph type="sldNum" sz="quarter" idx="10"/>
          </p:nvPr>
        </p:nvSpPr>
        <p:spPr/>
        <p:txBody>
          <a:bodyPr/>
          <a:lstStyle/>
          <a:p>
            <a:pPr>
              <a:defRPr/>
            </a:pPr>
            <a:fld id="{79CAA6F5-B368-4FCF-9E48-63636A37E973}" type="slidenum">
              <a:rPr lang="ja-JP" altLang="en-US" smtClean="0">
                <a:solidFill>
                  <a:prstClr val="black"/>
                </a:solidFill>
              </a:rPr>
              <a:pPr>
                <a:defRPr/>
              </a:pPr>
              <a:t>16</a:t>
            </a:fld>
            <a:endParaRPr lang="en-US" altLang="ja-JP">
              <a:solidFill>
                <a:prstClr val="black"/>
              </a:solidFill>
            </a:endParaRPr>
          </a:p>
        </p:txBody>
      </p:sp>
    </p:spTree>
    <p:extLst>
      <p:ext uri="{BB962C8B-B14F-4D97-AF65-F5344CB8AC3E}">
        <p14:creationId xmlns:p14="http://schemas.microsoft.com/office/powerpoint/2010/main" val="23308831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pic>
        <p:nvPicPr>
          <p:cNvPr id="647217" name="Picture 49" descr="TitleRed_L15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gray">
          <a:xfrm>
            <a:off x="0" y="0"/>
            <a:ext cx="9144000" cy="4852988"/>
          </a:xfrm>
          <a:prstGeom prst="rect">
            <a:avLst/>
          </a:prstGeom>
          <a:noFill/>
          <a:extLst>
            <a:ext uri="{909E8E84-426E-40DD-AFC4-6F175D3DCCD1}">
              <a14:hiddenFill xmlns:a14="http://schemas.microsoft.com/office/drawing/2010/main">
                <a:solidFill>
                  <a:srgbClr val="FFFFFF"/>
                </a:solidFill>
              </a14:hiddenFill>
            </a:ext>
          </a:extLst>
        </p:spPr>
      </p:pic>
      <p:grpSp>
        <p:nvGrpSpPr>
          <p:cNvPr id="647218" name="Group 50"/>
          <p:cNvGrpSpPr>
            <a:grpSpLocks noChangeAspect="1"/>
          </p:cNvGrpSpPr>
          <p:nvPr userDrawn="1"/>
        </p:nvGrpSpPr>
        <p:grpSpPr bwMode="auto">
          <a:xfrm>
            <a:off x="7308850" y="185738"/>
            <a:ext cx="1647825" cy="920750"/>
            <a:chOff x="4604" y="117"/>
            <a:chExt cx="1038" cy="580"/>
          </a:xfrm>
        </p:grpSpPr>
        <p:sp>
          <p:nvSpPr>
            <p:cNvPr id="647219" name="AutoShape 51"/>
            <p:cNvSpPr>
              <a:spLocks noChangeAspect="1" noChangeArrowheads="1" noTextEdit="1"/>
            </p:cNvSpPr>
            <p:nvPr userDrawn="1"/>
          </p:nvSpPr>
          <p:spPr bwMode="gray">
            <a:xfrm>
              <a:off x="4604" y="117"/>
              <a:ext cx="1038"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p>
          </p:txBody>
        </p:sp>
        <p:sp>
          <p:nvSpPr>
            <p:cNvPr id="647220" name="Freeform 52"/>
            <p:cNvSpPr>
              <a:spLocks/>
            </p:cNvSpPr>
            <p:nvPr userDrawn="1"/>
          </p:nvSpPr>
          <p:spPr bwMode="gray">
            <a:xfrm>
              <a:off x="4655" y="604"/>
              <a:ext cx="26" cy="43"/>
            </a:xfrm>
            <a:custGeom>
              <a:avLst/>
              <a:gdLst>
                <a:gd name="T0" fmla="*/ 0 w 463"/>
                <a:gd name="T1" fmla="*/ 731 h 762"/>
                <a:gd name="T2" fmla="*/ 0 w 463"/>
                <a:gd name="T3" fmla="*/ 643 h 762"/>
                <a:gd name="T4" fmla="*/ 177 w 463"/>
                <a:gd name="T5" fmla="*/ 684 h 762"/>
                <a:gd name="T6" fmla="*/ 355 w 463"/>
                <a:gd name="T7" fmla="*/ 568 h 762"/>
                <a:gd name="T8" fmla="*/ 325 w 463"/>
                <a:gd name="T9" fmla="*/ 493 h 762"/>
                <a:gd name="T10" fmla="*/ 271 w 463"/>
                <a:gd name="T11" fmla="*/ 452 h 762"/>
                <a:gd name="T12" fmla="*/ 203 w 463"/>
                <a:gd name="T13" fmla="*/ 417 h 762"/>
                <a:gd name="T14" fmla="*/ 62 w 463"/>
                <a:gd name="T15" fmla="*/ 323 h 762"/>
                <a:gd name="T16" fmla="*/ 12 w 463"/>
                <a:gd name="T17" fmla="*/ 190 h 762"/>
                <a:gd name="T18" fmla="*/ 90 w 463"/>
                <a:gd name="T19" fmla="*/ 41 h 762"/>
                <a:gd name="T20" fmla="*/ 257 w 463"/>
                <a:gd name="T21" fmla="*/ 0 h 762"/>
                <a:gd name="T22" fmla="*/ 411 w 463"/>
                <a:gd name="T23" fmla="*/ 24 h 762"/>
                <a:gd name="T24" fmla="*/ 411 w 463"/>
                <a:gd name="T25" fmla="*/ 106 h 762"/>
                <a:gd name="T26" fmla="*/ 262 w 463"/>
                <a:gd name="T27" fmla="*/ 74 h 762"/>
                <a:gd name="T28" fmla="*/ 162 w 463"/>
                <a:gd name="T29" fmla="*/ 98 h 762"/>
                <a:gd name="T30" fmla="*/ 120 w 463"/>
                <a:gd name="T31" fmla="*/ 178 h 762"/>
                <a:gd name="T32" fmla="*/ 149 w 463"/>
                <a:gd name="T33" fmla="*/ 253 h 762"/>
                <a:gd name="T34" fmla="*/ 273 w 463"/>
                <a:gd name="T35" fmla="*/ 331 h 762"/>
                <a:gd name="T36" fmla="*/ 374 w 463"/>
                <a:gd name="T37" fmla="*/ 388 h 762"/>
                <a:gd name="T38" fmla="*/ 444 w 463"/>
                <a:gd name="T39" fmla="*/ 465 h 762"/>
                <a:gd name="T40" fmla="*/ 463 w 463"/>
                <a:gd name="T41" fmla="*/ 556 h 762"/>
                <a:gd name="T42" fmla="*/ 184 w 463"/>
                <a:gd name="T43" fmla="*/ 762 h 762"/>
                <a:gd name="T44" fmla="*/ 0 w 463"/>
                <a:gd name="T45" fmla="*/ 731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63" h="762">
                  <a:moveTo>
                    <a:pt x="0" y="731"/>
                  </a:moveTo>
                  <a:cubicBezTo>
                    <a:pt x="0" y="643"/>
                    <a:pt x="0" y="643"/>
                    <a:pt x="0" y="643"/>
                  </a:cubicBezTo>
                  <a:cubicBezTo>
                    <a:pt x="48" y="670"/>
                    <a:pt x="107" y="684"/>
                    <a:pt x="177" y="684"/>
                  </a:cubicBezTo>
                  <a:cubicBezTo>
                    <a:pt x="296" y="684"/>
                    <a:pt x="355" y="645"/>
                    <a:pt x="355" y="568"/>
                  </a:cubicBezTo>
                  <a:cubicBezTo>
                    <a:pt x="355" y="538"/>
                    <a:pt x="345" y="513"/>
                    <a:pt x="325" y="493"/>
                  </a:cubicBezTo>
                  <a:cubicBezTo>
                    <a:pt x="309" y="477"/>
                    <a:pt x="291" y="463"/>
                    <a:pt x="271" y="452"/>
                  </a:cubicBezTo>
                  <a:cubicBezTo>
                    <a:pt x="253" y="442"/>
                    <a:pt x="231" y="431"/>
                    <a:pt x="203" y="417"/>
                  </a:cubicBezTo>
                  <a:cubicBezTo>
                    <a:pt x="135" y="384"/>
                    <a:pt x="89" y="352"/>
                    <a:pt x="62" y="323"/>
                  </a:cubicBezTo>
                  <a:cubicBezTo>
                    <a:pt x="29" y="286"/>
                    <a:pt x="12" y="242"/>
                    <a:pt x="12" y="190"/>
                  </a:cubicBezTo>
                  <a:cubicBezTo>
                    <a:pt x="12" y="124"/>
                    <a:pt x="38" y="74"/>
                    <a:pt x="90" y="41"/>
                  </a:cubicBezTo>
                  <a:cubicBezTo>
                    <a:pt x="134" y="13"/>
                    <a:pt x="189" y="0"/>
                    <a:pt x="257" y="0"/>
                  </a:cubicBezTo>
                  <a:cubicBezTo>
                    <a:pt x="304" y="0"/>
                    <a:pt x="355" y="8"/>
                    <a:pt x="411" y="24"/>
                  </a:cubicBezTo>
                  <a:cubicBezTo>
                    <a:pt x="411" y="106"/>
                    <a:pt x="411" y="106"/>
                    <a:pt x="411" y="106"/>
                  </a:cubicBezTo>
                  <a:cubicBezTo>
                    <a:pt x="364" y="85"/>
                    <a:pt x="314" y="74"/>
                    <a:pt x="262" y="74"/>
                  </a:cubicBezTo>
                  <a:cubicBezTo>
                    <a:pt x="222" y="74"/>
                    <a:pt x="188" y="82"/>
                    <a:pt x="162" y="98"/>
                  </a:cubicBezTo>
                  <a:cubicBezTo>
                    <a:pt x="134" y="115"/>
                    <a:pt x="120" y="141"/>
                    <a:pt x="120" y="178"/>
                  </a:cubicBezTo>
                  <a:cubicBezTo>
                    <a:pt x="120" y="209"/>
                    <a:pt x="130" y="234"/>
                    <a:pt x="149" y="253"/>
                  </a:cubicBezTo>
                  <a:cubicBezTo>
                    <a:pt x="168" y="273"/>
                    <a:pt x="209" y="298"/>
                    <a:pt x="273" y="331"/>
                  </a:cubicBezTo>
                  <a:cubicBezTo>
                    <a:pt x="324" y="356"/>
                    <a:pt x="357" y="375"/>
                    <a:pt x="374" y="388"/>
                  </a:cubicBezTo>
                  <a:cubicBezTo>
                    <a:pt x="407" y="412"/>
                    <a:pt x="430" y="437"/>
                    <a:pt x="444" y="465"/>
                  </a:cubicBezTo>
                  <a:cubicBezTo>
                    <a:pt x="457" y="490"/>
                    <a:pt x="463" y="520"/>
                    <a:pt x="463" y="556"/>
                  </a:cubicBezTo>
                  <a:cubicBezTo>
                    <a:pt x="463" y="693"/>
                    <a:pt x="370" y="762"/>
                    <a:pt x="184" y="762"/>
                  </a:cubicBezTo>
                  <a:cubicBezTo>
                    <a:pt x="109" y="762"/>
                    <a:pt x="48" y="752"/>
                    <a:pt x="0" y="7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1" name="Freeform 53"/>
            <p:cNvSpPr>
              <a:spLocks/>
            </p:cNvSpPr>
            <p:nvPr userDrawn="1"/>
          </p:nvSpPr>
          <p:spPr bwMode="gray">
            <a:xfrm>
              <a:off x="4691" y="585"/>
              <a:ext cx="30" cy="61"/>
            </a:xfrm>
            <a:custGeom>
              <a:avLst/>
              <a:gdLst>
                <a:gd name="T0" fmla="*/ 0 w 548"/>
                <a:gd name="T1" fmla="*/ 1087 h 1087"/>
                <a:gd name="T2" fmla="*/ 0 w 548"/>
                <a:gd name="T3" fmla="*/ 0 h 1087"/>
                <a:gd name="T4" fmla="*/ 124 w 548"/>
                <a:gd name="T5" fmla="*/ 0 h 1087"/>
                <a:gd name="T6" fmla="*/ 124 w 548"/>
                <a:gd name="T7" fmla="*/ 382 h 1087"/>
                <a:gd name="T8" fmla="*/ 306 w 548"/>
                <a:gd name="T9" fmla="*/ 345 h 1087"/>
                <a:gd name="T10" fmla="*/ 526 w 548"/>
                <a:gd name="T11" fmla="*/ 458 h 1087"/>
                <a:gd name="T12" fmla="*/ 548 w 548"/>
                <a:gd name="T13" fmla="*/ 644 h 1087"/>
                <a:gd name="T14" fmla="*/ 548 w 548"/>
                <a:gd name="T15" fmla="*/ 1087 h 1087"/>
                <a:gd name="T16" fmla="*/ 425 w 548"/>
                <a:gd name="T17" fmla="*/ 1087 h 1087"/>
                <a:gd name="T18" fmla="*/ 425 w 548"/>
                <a:gd name="T19" fmla="*/ 624 h 1087"/>
                <a:gd name="T20" fmla="*/ 403 w 548"/>
                <a:gd name="T21" fmla="*/ 477 h 1087"/>
                <a:gd name="T22" fmla="*/ 294 w 548"/>
                <a:gd name="T23" fmla="*/ 419 h 1087"/>
                <a:gd name="T24" fmla="*/ 124 w 548"/>
                <a:gd name="T25" fmla="*/ 463 h 1087"/>
                <a:gd name="T26" fmla="*/ 124 w 548"/>
                <a:gd name="T27" fmla="*/ 1087 h 1087"/>
                <a:gd name="T28" fmla="*/ 0 w 548"/>
                <a:gd name="T29" fmla="*/ 1087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8" h="1087">
                  <a:moveTo>
                    <a:pt x="0" y="1087"/>
                  </a:moveTo>
                  <a:cubicBezTo>
                    <a:pt x="0" y="0"/>
                    <a:pt x="0" y="0"/>
                    <a:pt x="0" y="0"/>
                  </a:cubicBezTo>
                  <a:cubicBezTo>
                    <a:pt x="124" y="0"/>
                    <a:pt x="124" y="0"/>
                    <a:pt x="124" y="0"/>
                  </a:cubicBezTo>
                  <a:cubicBezTo>
                    <a:pt x="124" y="382"/>
                    <a:pt x="124" y="382"/>
                    <a:pt x="124" y="382"/>
                  </a:cubicBezTo>
                  <a:cubicBezTo>
                    <a:pt x="188" y="357"/>
                    <a:pt x="249" y="345"/>
                    <a:pt x="306" y="345"/>
                  </a:cubicBezTo>
                  <a:cubicBezTo>
                    <a:pt x="420" y="345"/>
                    <a:pt x="493" y="382"/>
                    <a:pt x="526" y="458"/>
                  </a:cubicBezTo>
                  <a:cubicBezTo>
                    <a:pt x="541" y="492"/>
                    <a:pt x="548" y="554"/>
                    <a:pt x="548" y="644"/>
                  </a:cubicBezTo>
                  <a:cubicBezTo>
                    <a:pt x="548" y="1087"/>
                    <a:pt x="548" y="1087"/>
                    <a:pt x="548" y="1087"/>
                  </a:cubicBezTo>
                  <a:cubicBezTo>
                    <a:pt x="425" y="1087"/>
                    <a:pt x="425" y="1087"/>
                    <a:pt x="425" y="1087"/>
                  </a:cubicBezTo>
                  <a:cubicBezTo>
                    <a:pt x="425" y="624"/>
                    <a:pt x="425" y="624"/>
                    <a:pt x="425" y="624"/>
                  </a:cubicBezTo>
                  <a:cubicBezTo>
                    <a:pt x="425" y="555"/>
                    <a:pt x="418" y="506"/>
                    <a:pt x="403" y="477"/>
                  </a:cubicBezTo>
                  <a:cubicBezTo>
                    <a:pt x="384" y="439"/>
                    <a:pt x="347" y="419"/>
                    <a:pt x="294" y="419"/>
                  </a:cubicBezTo>
                  <a:cubicBezTo>
                    <a:pt x="245" y="419"/>
                    <a:pt x="189" y="434"/>
                    <a:pt x="124" y="463"/>
                  </a:cubicBezTo>
                  <a:cubicBezTo>
                    <a:pt x="124" y="1087"/>
                    <a:pt x="124" y="1087"/>
                    <a:pt x="124" y="1087"/>
                  </a:cubicBezTo>
                  <a:lnTo>
                    <a:pt x="0" y="108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2" name="Freeform 54"/>
            <p:cNvSpPr>
              <a:spLocks noEditPoints="1"/>
            </p:cNvSpPr>
            <p:nvPr userDrawn="1"/>
          </p:nvSpPr>
          <p:spPr bwMode="gray">
            <a:xfrm>
              <a:off x="4730" y="604"/>
              <a:ext cx="32" cy="43"/>
            </a:xfrm>
            <a:custGeom>
              <a:avLst/>
              <a:gdLst>
                <a:gd name="T0" fmla="*/ 437 w 561"/>
                <a:gd name="T1" fmla="*/ 286 h 762"/>
                <a:gd name="T2" fmla="*/ 437 w 561"/>
                <a:gd name="T3" fmla="*/ 248 h 762"/>
                <a:gd name="T4" fmla="*/ 415 w 561"/>
                <a:gd name="T5" fmla="*/ 138 h 762"/>
                <a:gd name="T6" fmla="*/ 271 w 561"/>
                <a:gd name="T7" fmla="*/ 77 h 762"/>
                <a:gd name="T8" fmla="*/ 70 w 561"/>
                <a:gd name="T9" fmla="*/ 118 h 762"/>
                <a:gd name="T10" fmla="*/ 70 w 561"/>
                <a:gd name="T11" fmla="*/ 31 h 762"/>
                <a:gd name="T12" fmla="*/ 284 w 561"/>
                <a:gd name="T13" fmla="*/ 0 h 762"/>
                <a:gd name="T14" fmla="*/ 516 w 561"/>
                <a:gd name="T15" fmla="*/ 76 h 762"/>
                <a:gd name="T16" fmla="*/ 558 w 561"/>
                <a:gd name="T17" fmla="*/ 200 h 762"/>
                <a:gd name="T18" fmla="*/ 561 w 561"/>
                <a:gd name="T19" fmla="*/ 290 h 762"/>
                <a:gd name="T20" fmla="*/ 561 w 561"/>
                <a:gd name="T21" fmla="*/ 727 h 762"/>
                <a:gd name="T22" fmla="*/ 293 w 561"/>
                <a:gd name="T23" fmla="*/ 762 h 762"/>
                <a:gd name="T24" fmla="*/ 83 w 561"/>
                <a:gd name="T25" fmla="*/ 720 h 762"/>
                <a:gd name="T26" fmla="*/ 0 w 561"/>
                <a:gd name="T27" fmla="*/ 558 h 762"/>
                <a:gd name="T28" fmla="*/ 96 w 561"/>
                <a:gd name="T29" fmla="*/ 363 h 762"/>
                <a:gd name="T30" fmla="*/ 336 w 561"/>
                <a:gd name="T31" fmla="*/ 297 h 762"/>
                <a:gd name="T32" fmla="*/ 437 w 561"/>
                <a:gd name="T33" fmla="*/ 286 h 762"/>
                <a:gd name="T34" fmla="*/ 437 w 561"/>
                <a:gd name="T35" fmla="*/ 356 h 762"/>
                <a:gd name="T36" fmla="*/ 267 w 561"/>
                <a:gd name="T37" fmla="*/ 382 h 762"/>
                <a:gd name="T38" fmla="*/ 127 w 561"/>
                <a:gd name="T39" fmla="*/ 545 h 762"/>
                <a:gd name="T40" fmla="*/ 168 w 561"/>
                <a:gd name="T41" fmla="*/ 650 h 762"/>
                <a:gd name="T42" fmla="*/ 312 w 561"/>
                <a:gd name="T43" fmla="*/ 687 h 762"/>
                <a:gd name="T44" fmla="*/ 437 w 561"/>
                <a:gd name="T45" fmla="*/ 670 h 762"/>
                <a:gd name="T46" fmla="*/ 437 w 561"/>
                <a:gd name="T47" fmla="*/ 356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61" h="762">
                  <a:moveTo>
                    <a:pt x="437" y="286"/>
                  </a:moveTo>
                  <a:cubicBezTo>
                    <a:pt x="437" y="248"/>
                    <a:pt x="437" y="248"/>
                    <a:pt x="437" y="248"/>
                  </a:cubicBezTo>
                  <a:cubicBezTo>
                    <a:pt x="437" y="200"/>
                    <a:pt x="430" y="164"/>
                    <a:pt x="415" y="138"/>
                  </a:cubicBezTo>
                  <a:cubicBezTo>
                    <a:pt x="392" y="97"/>
                    <a:pt x="344" y="77"/>
                    <a:pt x="271" y="77"/>
                  </a:cubicBezTo>
                  <a:cubicBezTo>
                    <a:pt x="206" y="77"/>
                    <a:pt x="139" y="91"/>
                    <a:pt x="70" y="118"/>
                  </a:cubicBezTo>
                  <a:cubicBezTo>
                    <a:pt x="70" y="31"/>
                    <a:pt x="70" y="31"/>
                    <a:pt x="70" y="31"/>
                  </a:cubicBezTo>
                  <a:cubicBezTo>
                    <a:pt x="139" y="10"/>
                    <a:pt x="210" y="0"/>
                    <a:pt x="284" y="0"/>
                  </a:cubicBezTo>
                  <a:cubicBezTo>
                    <a:pt x="397" y="0"/>
                    <a:pt x="474" y="25"/>
                    <a:pt x="516" y="76"/>
                  </a:cubicBezTo>
                  <a:cubicBezTo>
                    <a:pt x="539" y="104"/>
                    <a:pt x="553" y="145"/>
                    <a:pt x="558" y="200"/>
                  </a:cubicBezTo>
                  <a:cubicBezTo>
                    <a:pt x="560" y="220"/>
                    <a:pt x="561" y="250"/>
                    <a:pt x="561" y="290"/>
                  </a:cubicBezTo>
                  <a:cubicBezTo>
                    <a:pt x="561" y="727"/>
                    <a:pt x="561" y="727"/>
                    <a:pt x="561" y="727"/>
                  </a:cubicBezTo>
                  <a:cubicBezTo>
                    <a:pt x="477" y="750"/>
                    <a:pt x="387" y="762"/>
                    <a:pt x="293" y="762"/>
                  </a:cubicBezTo>
                  <a:cubicBezTo>
                    <a:pt x="203" y="762"/>
                    <a:pt x="133" y="748"/>
                    <a:pt x="83" y="720"/>
                  </a:cubicBezTo>
                  <a:cubicBezTo>
                    <a:pt x="28" y="689"/>
                    <a:pt x="0" y="635"/>
                    <a:pt x="0" y="558"/>
                  </a:cubicBezTo>
                  <a:cubicBezTo>
                    <a:pt x="0" y="470"/>
                    <a:pt x="32" y="405"/>
                    <a:pt x="96" y="363"/>
                  </a:cubicBezTo>
                  <a:cubicBezTo>
                    <a:pt x="143" y="332"/>
                    <a:pt x="223" y="310"/>
                    <a:pt x="336" y="297"/>
                  </a:cubicBezTo>
                  <a:cubicBezTo>
                    <a:pt x="357" y="294"/>
                    <a:pt x="391" y="291"/>
                    <a:pt x="437" y="286"/>
                  </a:cubicBezTo>
                  <a:close/>
                  <a:moveTo>
                    <a:pt x="437" y="356"/>
                  </a:moveTo>
                  <a:cubicBezTo>
                    <a:pt x="362" y="363"/>
                    <a:pt x="305" y="372"/>
                    <a:pt x="267" y="382"/>
                  </a:cubicBezTo>
                  <a:cubicBezTo>
                    <a:pt x="173" y="405"/>
                    <a:pt x="127" y="460"/>
                    <a:pt x="127" y="545"/>
                  </a:cubicBezTo>
                  <a:cubicBezTo>
                    <a:pt x="127" y="593"/>
                    <a:pt x="140" y="627"/>
                    <a:pt x="168" y="650"/>
                  </a:cubicBezTo>
                  <a:cubicBezTo>
                    <a:pt x="198" y="675"/>
                    <a:pt x="246" y="687"/>
                    <a:pt x="312" y="687"/>
                  </a:cubicBezTo>
                  <a:cubicBezTo>
                    <a:pt x="357" y="687"/>
                    <a:pt x="398" y="681"/>
                    <a:pt x="437" y="670"/>
                  </a:cubicBezTo>
                  <a:lnTo>
                    <a:pt x="437" y="3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3" name="Freeform 55"/>
            <p:cNvSpPr>
              <a:spLocks noEditPoints="1"/>
            </p:cNvSpPr>
            <p:nvPr userDrawn="1"/>
          </p:nvSpPr>
          <p:spPr bwMode="gray">
            <a:xfrm>
              <a:off x="4774" y="604"/>
              <a:ext cx="32" cy="61"/>
            </a:xfrm>
            <a:custGeom>
              <a:avLst/>
              <a:gdLst>
                <a:gd name="T0" fmla="*/ 123 w 567"/>
                <a:gd name="T1" fmla="*/ 711 h 1087"/>
                <a:gd name="T2" fmla="*/ 123 w 567"/>
                <a:gd name="T3" fmla="*/ 1087 h 1087"/>
                <a:gd name="T4" fmla="*/ 0 w 567"/>
                <a:gd name="T5" fmla="*/ 1087 h 1087"/>
                <a:gd name="T6" fmla="*/ 0 w 567"/>
                <a:gd name="T7" fmla="*/ 28 h 1087"/>
                <a:gd name="T8" fmla="*/ 249 w 567"/>
                <a:gd name="T9" fmla="*/ 0 h 1087"/>
                <a:gd name="T10" fmla="*/ 505 w 567"/>
                <a:gd name="T11" fmla="*/ 113 h 1087"/>
                <a:gd name="T12" fmla="*/ 567 w 567"/>
                <a:gd name="T13" fmla="*/ 379 h 1087"/>
                <a:gd name="T14" fmla="*/ 489 w 567"/>
                <a:gd name="T15" fmla="*/ 662 h 1087"/>
                <a:gd name="T16" fmla="*/ 274 w 567"/>
                <a:gd name="T17" fmla="*/ 762 h 1087"/>
                <a:gd name="T18" fmla="*/ 172 w 567"/>
                <a:gd name="T19" fmla="*/ 742 h 1087"/>
                <a:gd name="T20" fmla="*/ 123 w 567"/>
                <a:gd name="T21" fmla="*/ 711 h 1087"/>
                <a:gd name="T22" fmla="*/ 123 w 567"/>
                <a:gd name="T23" fmla="*/ 625 h 1087"/>
                <a:gd name="T24" fmla="*/ 260 w 567"/>
                <a:gd name="T25" fmla="*/ 687 h 1087"/>
                <a:gd name="T26" fmla="*/ 400 w 567"/>
                <a:gd name="T27" fmla="*/ 591 h 1087"/>
                <a:gd name="T28" fmla="*/ 441 w 567"/>
                <a:gd name="T29" fmla="*/ 378 h 1087"/>
                <a:gd name="T30" fmla="*/ 386 w 567"/>
                <a:gd name="T31" fmla="*/ 140 h 1087"/>
                <a:gd name="T32" fmla="*/ 230 w 567"/>
                <a:gd name="T33" fmla="*/ 74 h 1087"/>
                <a:gd name="T34" fmla="*/ 123 w 567"/>
                <a:gd name="T35" fmla="*/ 83 h 1087"/>
                <a:gd name="T36" fmla="*/ 123 w 567"/>
                <a:gd name="T37" fmla="*/ 625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67" h="1087">
                  <a:moveTo>
                    <a:pt x="123" y="711"/>
                  </a:moveTo>
                  <a:cubicBezTo>
                    <a:pt x="123" y="1087"/>
                    <a:pt x="123" y="1087"/>
                    <a:pt x="123" y="1087"/>
                  </a:cubicBezTo>
                  <a:cubicBezTo>
                    <a:pt x="0" y="1087"/>
                    <a:pt x="0" y="1087"/>
                    <a:pt x="0" y="1087"/>
                  </a:cubicBezTo>
                  <a:cubicBezTo>
                    <a:pt x="0" y="28"/>
                    <a:pt x="0" y="28"/>
                    <a:pt x="0" y="28"/>
                  </a:cubicBezTo>
                  <a:cubicBezTo>
                    <a:pt x="85" y="9"/>
                    <a:pt x="168" y="0"/>
                    <a:pt x="249" y="0"/>
                  </a:cubicBezTo>
                  <a:cubicBezTo>
                    <a:pt x="374" y="0"/>
                    <a:pt x="459" y="37"/>
                    <a:pt x="505" y="113"/>
                  </a:cubicBezTo>
                  <a:cubicBezTo>
                    <a:pt x="546" y="180"/>
                    <a:pt x="567" y="269"/>
                    <a:pt x="567" y="379"/>
                  </a:cubicBezTo>
                  <a:cubicBezTo>
                    <a:pt x="567" y="495"/>
                    <a:pt x="541" y="590"/>
                    <a:pt x="489" y="662"/>
                  </a:cubicBezTo>
                  <a:cubicBezTo>
                    <a:pt x="440" y="728"/>
                    <a:pt x="369" y="762"/>
                    <a:pt x="274" y="762"/>
                  </a:cubicBezTo>
                  <a:cubicBezTo>
                    <a:pt x="234" y="762"/>
                    <a:pt x="200" y="755"/>
                    <a:pt x="172" y="742"/>
                  </a:cubicBezTo>
                  <a:cubicBezTo>
                    <a:pt x="159" y="736"/>
                    <a:pt x="142" y="725"/>
                    <a:pt x="123" y="711"/>
                  </a:cubicBezTo>
                  <a:close/>
                  <a:moveTo>
                    <a:pt x="123" y="625"/>
                  </a:moveTo>
                  <a:cubicBezTo>
                    <a:pt x="165" y="666"/>
                    <a:pt x="210" y="687"/>
                    <a:pt x="260" y="687"/>
                  </a:cubicBezTo>
                  <a:cubicBezTo>
                    <a:pt x="324" y="687"/>
                    <a:pt x="371" y="655"/>
                    <a:pt x="400" y="591"/>
                  </a:cubicBezTo>
                  <a:cubicBezTo>
                    <a:pt x="427" y="533"/>
                    <a:pt x="441" y="462"/>
                    <a:pt x="441" y="378"/>
                  </a:cubicBezTo>
                  <a:cubicBezTo>
                    <a:pt x="441" y="272"/>
                    <a:pt x="422" y="193"/>
                    <a:pt x="386" y="140"/>
                  </a:cubicBezTo>
                  <a:cubicBezTo>
                    <a:pt x="356" y="96"/>
                    <a:pt x="304" y="74"/>
                    <a:pt x="230" y="74"/>
                  </a:cubicBezTo>
                  <a:cubicBezTo>
                    <a:pt x="198" y="74"/>
                    <a:pt x="162" y="77"/>
                    <a:pt x="123" y="83"/>
                  </a:cubicBezTo>
                  <a:lnTo>
                    <a:pt x="123" y="62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4" name="Freeform 56"/>
            <p:cNvSpPr>
              <a:spLocks noEditPoints="1"/>
            </p:cNvSpPr>
            <p:nvPr userDrawn="1"/>
          </p:nvSpPr>
          <p:spPr bwMode="gray">
            <a:xfrm>
              <a:off x="4815" y="591"/>
              <a:ext cx="9" cy="55"/>
            </a:xfrm>
            <a:custGeom>
              <a:avLst/>
              <a:gdLst>
                <a:gd name="T0" fmla="*/ 75 w 150"/>
                <a:gd name="T1" fmla="*/ 0 h 987"/>
                <a:gd name="T2" fmla="*/ 131 w 150"/>
                <a:gd name="T3" fmla="*/ 25 h 987"/>
                <a:gd name="T4" fmla="*/ 150 w 150"/>
                <a:gd name="T5" fmla="*/ 76 h 987"/>
                <a:gd name="T6" fmla="*/ 126 w 150"/>
                <a:gd name="T7" fmla="*/ 132 h 987"/>
                <a:gd name="T8" fmla="*/ 74 w 150"/>
                <a:gd name="T9" fmla="*/ 151 h 987"/>
                <a:gd name="T10" fmla="*/ 19 w 150"/>
                <a:gd name="T11" fmla="*/ 127 h 987"/>
                <a:gd name="T12" fmla="*/ 0 w 150"/>
                <a:gd name="T13" fmla="*/ 75 h 987"/>
                <a:gd name="T14" fmla="*/ 24 w 150"/>
                <a:gd name="T15" fmla="*/ 20 h 987"/>
                <a:gd name="T16" fmla="*/ 75 w 150"/>
                <a:gd name="T17" fmla="*/ 0 h 987"/>
                <a:gd name="T18" fmla="*/ 15 w 150"/>
                <a:gd name="T19" fmla="*/ 987 h 987"/>
                <a:gd name="T20" fmla="*/ 15 w 150"/>
                <a:gd name="T21" fmla="*/ 265 h 987"/>
                <a:gd name="T22" fmla="*/ 138 w 150"/>
                <a:gd name="T23" fmla="*/ 265 h 987"/>
                <a:gd name="T24" fmla="*/ 138 w 150"/>
                <a:gd name="T25" fmla="*/ 987 h 987"/>
                <a:gd name="T26" fmla="*/ 15 w 150"/>
                <a:gd name="T27" fmla="*/ 987 h 9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0" h="987">
                  <a:moveTo>
                    <a:pt x="75" y="0"/>
                  </a:moveTo>
                  <a:cubicBezTo>
                    <a:pt x="97" y="0"/>
                    <a:pt x="116" y="9"/>
                    <a:pt x="131" y="25"/>
                  </a:cubicBezTo>
                  <a:cubicBezTo>
                    <a:pt x="144" y="40"/>
                    <a:pt x="150" y="57"/>
                    <a:pt x="150" y="76"/>
                  </a:cubicBezTo>
                  <a:cubicBezTo>
                    <a:pt x="150" y="98"/>
                    <a:pt x="142" y="117"/>
                    <a:pt x="126" y="132"/>
                  </a:cubicBezTo>
                  <a:cubicBezTo>
                    <a:pt x="112" y="145"/>
                    <a:pt x="94" y="151"/>
                    <a:pt x="74" y="151"/>
                  </a:cubicBezTo>
                  <a:cubicBezTo>
                    <a:pt x="52" y="151"/>
                    <a:pt x="33" y="143"/>
                    <a:pt x="19" y="127"/>
                  </a:cubicBezTo>
                  <a:cubicBezTo>
                    <a:pt x="6" y="112"/>
                    <a:pt x="0" y="95"/>
                    <a:pt x="0" y="75"/>
                  </a:cubicBezTo>
                  <a:cubicBezTo>
                    <a:pt x="0" y="53"/>
                    <a:pt x="8" y="35"/>
                    <a:pt x="24" y="20"/>
                  </a:cubicBezTo>
                  <a:cubicBezTo>
                    <a:pt x="38" y="7"/>
                    <a:pt x="55" y="0"/>
                    <a:pt x="75" y="0"/>
                  </a:cubicBezTo>
                  <a:close/>
                  <a:moveTo>
                    <a:pt x="15" y="987"/>
                  </a:moveTo>
                  <a:cubicBezTo>
                    <a:pt x="15" y="265"/>
                    <a:pt x="15" y="265"/>
                    <a:pt x="15" y="265"/>
                  </a:cubicBezTo>
                  <a:cubicBezTo>
                    <a:pt x="138" y="265"/>
                    <a:pt x="138" y="265"/>
                    <a:pt x="138" y="265"/>
                  </a:cubicBezTo>
                  <a:cubicBezTo>
                    <a:pt x="138" y="987"/>
                    <a:pt x="138" y="987"/>
                    <a:pt x="138" y="987"/>
                  </a:cubicBezTo>
                  <a:lnTo>
                    <a:pt x="15" y="98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5" name="Freeform 57"/>
            <p:cNvSpPr>
              <a:spLocks/>
            </p:cNvSpPr>
            <p:nvPr userDrawn="1"/>
          </p:nvSpPr>
          <p:spPr bwMode="gray">
            <a:xfrm>
              <a:off x="4836" y="604"/>
              <a:ext cx="31" cy="42"/>
            </a:xfrm>
            <a:custGeom>
              <a:avLst/>
              <a:gdLst>
                <a:gd name="T0" fmla="*/ 0 w 548"/>
                <a:gd name="T1" fmla="*/ 742 h 742"/>
                <a:gd name="T2" fmla="*/ 0 w 548"/>
                <a:gd name="T3" fmla="*/ 28 h 742"/>
                <a:gd name="T4" fmla="*/ 289 w 548"/>
                <a:gd name="T5" fmla="*/ 0 h 742"/>
                <a:gd name="T6" fmla="*/ 526 w 548"/>
                <a:gd name="T7" fmla="*/ 113 h 742"/>
                <a:gd name="T8" fmla="*/ 548 w 548"/>
                <a:gd name="T9" fmla="*/ 299 h 742"/>
                <a:gd name="T10" fmla="*/ 548 w 548"/>
                <a:gd name="T11" fmla="*/ 742 h 742"/>
                <a:gd name="T12" fmla="*/ 424 w 548"/>
                <a:gd name="T13" fmla="*/ 742 h 742"/>
                <a:gd name="T14" fmla="*/ 424 w 548"/>
                <a:gd name="T15" fmla="*/ 306 h 742"/>
                <a:gd name="T16" fmla="*/ 403 w 548"/>
                <a:gd name="T17" fmla="*/ 134 h 742"/>
                <a:gd name="T18" fmla="*/ 277 w 548"/>
                <a:gd name="T19" fmla="*/ 74 h 742"/>
                <a:gd name="T20" fmla="*/ 123 w 548"/>
                <a:gd name="T21" fmla="*/ 90 h 742"/>
                <a:gd name="T22" fmla="*/ 123 w 548"/>
                <a:gd name="T23" fmla="*/ 742 h 742"/>
                <a:gd name="T24" fmla="*/ 0 w 548"/>
                <a:gd name="T25" fmla="*/ 742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8" h="742">
                  <a:moveTo>
                    <a:pt x="0" y="742"/>
                  </a:moveTo>
                  <a:cubicBezTo>
                    <a:pt x="0" y="28"/>
                    <a:pt x="0" y="28"/>
                    <a:pt x="0" y="28"/>
                  </a:cubicBezTo>
                  <a:cubicBezTo>
                    <a:pt x="114" y="9"/>
                    <a:pt x="210" y="0"/>
                    <a:pt x="289" y="0"/>
                  </a:cubicBezTo>
                  <a:cubicBezTo>
                    <a:pt x="415" y="0"/>
                    <a:pt x="494" y="38"/>
                    <a:pt x="526" y="113"/>
                  </a:cubicBezTo>
                  <a:cubicBezTo>
                    <a:pt x="541" y="149"/>
                    <a:pt x="548" y="210"/>
                    <a:pt x="548" y="299"/>
                  </a:cubicBezTo>
                  <a:cubicBezTo>
                    <a:pt x="548" y="742"/>
                    <a:pt x="548" y="742"/>
                    <a:pt x="548" y="742"/>
                  </a:cubicBezTo>
                  <a:cubicBezTo>
                    <a:pt x="424" y="742"/>
                    <a:pt x="424" y="742"/>
                    <a:pt x="424" y="742"/>
                  </a:cubicBezTo>
                  <a:cubicBezTo>
                    <a:pt x="424" y="306"/>
                    <a:pt x="424" y="306"/>
                    <a:pt x="424" y="306"/>
                  </a:cubicBezTo>
                  <a:cubicBezTo>
                    <a:pt x="424" y="221"/>
                    <a:pt x="417" y="163"/>
                    <a:pt x="403" y="134"/>
                  </a:cubicBezTo>
                  <a:cubicBezTo>
                    <a:pt x="382" y="94"/>
                    <a:pt x="341" y="74"/>
                    <a:pt x="277" y="74"/>
                  </a:cubicBezTo>
                  <a:cubicBezTo>
                    <a:pt x="227" y="74"/>
                    <a:pt x="176" y="80"/>
                    <a:pt x="123" y="90"/>
                  </a:cubicBezTo>
                  <a:cubicBezTo>
                    <a:pt x="123" y="742"/>
                    <a:pt x="123" y="742"/>
                    <a:pt x="123" y="742"/>
                  </a:cubicBezTo>
                  <a:lnTo>
                    <a:pt x="0" y="74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6" name="Freeform 58"/>
            <p:cNvSpPr>
              <a:spLocks noEditPoints="1"/>
            </p:cNvSpPr>
            <p:nvPr userDrawn="1"/>
          </p:nvSpPr>
          <p:spPr bwMode="gray">
            <a:xfrm>
              <a:off x="4876" y="604"/>
              <a:ext cx="32" cy="62"/>
            </a:xfrm>
            <a:custGeom>
              <a:avLst/>
              <a:gdLst>
                <a:gd name="T0" fmla="*/ 445 w 569"/>
                <a:gd name="T1" fmla="*/ 677 h 1098"/>
                <a:gd name="T2" fmla="*/ 399 w 569"/>
                <a:gd name="T3" fmla="*/ 721 h 1098"/>
                <a:gd name="T4" fmla="*/ 257 w 569"/>
                <a:gd name="T5" fmla="*/ 762 h 1098"/>
                <a:gd name="T6" fmla="*/ 97 w 569"/>
                <a:gd name="T7" fmla="*/ 708 h 1098"/>
                <a:gd name="T8" fmla="*/ 0 w 569"/>
                <a:gd name="T9" fmla="*/ 414 h 1098"/>
                <a:gd name="T10" fmla="*/ 71 w 569"/>
                <a:gd name="T11" fmla="*/ 131 h 1098"/>
                <a:gd name="T12" fmla="*/ 340 w 569"/>
                <a:gd name="T13" fmla="*/ 0 h 1098"/>
                <a:gd name="T14" fmla="*/ 569 w 569"/>
                <a:gd name="T15" fmla="*/ 28 h 1098"/>
                <a:gd name="T16" fmla="*/ 569 w 569"/>
                <a:gd name="T17" fmla="*/ 601 h 1098"/>
                <a:gd name="T18" fmla="*/ 555 w 569"/>
                <a:gd name="T19" fmla="*/ 843 h 1098"/>
                <a:gd name="T20" fmla="*/ 422 w 569"/>
                <a:gd name="T21" fmla="*/ 1052 h 1098"/>
                <a:gd name="T22" fmla="*/ 191 w 569"/>
                <a:gd name="T23" fmla="*/ 1098 h 1098"/>
                <a:gd name="T24" fmla="*/ 98 w 569"/>
                <a:gd name="T25" fmla="*/ 1092 h 1098"/>
                <a:gd name="T26" fmla="*/ 98 w 569"/>
                <a:gd name="T27" fmla="*/ 1018 h 1098"/>
                <a:gd name="T28" fmla="*/ 190 w 569"/>
                <a:gd name="T29" fmla="*/ 1024 h 1098"/>
                <a:gd name="T30" fmla="*/ 341 w 569"/>
                <a:gd name="T31" fmla="*/ 997 h 1098"/>
                <a:gd name="T32" fmla="*/ 434 w 569"/>
                <a:gd name="T33" fmla="*/ 858 h 1098"/>
                <a:gd name="T34" fmla="*/ 445 w 569"/>
                <a:gd name="T35" fmla="*/ 716 h 1098"/>
                <a:gd name="T36" fmla="*/ 445 w 569"/>
                <a:gd name="T37" fmla="*/ 677 h 1098"/>
                <a:gd name="T38" fmla="*/ 445 w 569"/>
                <a:gd name="T39" fmla="*/ 81 h 1098"/>
                <a:gd name="T40" fmla="*/ 353 w 569"/>
                <a:gd name="T41" fmla="*/ 74 h 1098"/>
                <a:gd name="T42" fmla="*/ 231 w 569"/>
                <a:gd name="T43" fmla="*/ 106 h 1098"/>
                <a:gd name="T44" fmla="*/ 152 w 569"/>
                <a:gd name="T45" fmla="*/ 233 h 1098"/>
                <a:gd name="T46" fmla="*/ 126 w 569"/>
                <a:gd name="T47" fmla="*/ 419 h 1098"/>
                <a:gd name="T48" fmla="*/ 174 w 569"/>
                <a:gd name="T49" fmla="*/ 633 h 1098"/>
                <a:gd name="T50" fmla="*/ 274 w 569"/>
                <a:gd name="T51" fmla="*/ 687 h 1098"/>
                <a:gd name="T52" fmla="*/ 371 w 569"/>
                <a:gd name="T53" fmla="*/ 654 h 1098"/>
                <a:gd name="T54" fmla="*/ 435 w 569"/>
                <a:gd name="T55" fmla="*/ 566 h 1098"/>
                <a:gd name="T56" fmla="*/ 445 w 569"/>
                <a:gd name="T57" fmla="*/ 483 h 1098"/>
                <a:gd name="T58" fmla="*/ 445 w 569"/>
                <a:gd name="T59" fmla="*/ 81 h 10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69" h="1098">
                  <a:moveTo>
                    <a:pt x="445" y="677"/>
                  </a:moveTo>
                  <a:cubicBezTo>
                    <a:pt x="427" y="697"/>
                    <a:pt x="412" y="712"/>
                    <a:pt x="399" y="721"/>
                  </a:cubicBezTo>
                  <a:cubicBezTo>
                    <a:pt x="362" y="748"/>
                    <a:pt x="314" y="762"/>
                    <a:pt x="257" y="762"/>
                  </a:cubicBezTo>
                  <a:cubicBezTo>
                    <a:pt x="192" y="762"/>
                    <a:pt x="139" y="744"/>
                    <a:pt x="97" y="708"/>
                  </a:cubicBezTo>
                  <a:cubicBezTo>
                    <a:pt x="32" y="654"/>
                    <a:pt x="0" y="556"/>
                    <a:pt x="0" y="414"/>
                  </a:cubicBezTo>
                  <a:cubicBezTo>
                    <a:pt x="0" y="300"/>
                    <a:pt x="24" y="206"/>
                    <a:pt x="71" y="131"/>
                  </a:cubicBezTo>
                  <a:cubicBezTo>
                    <a:pt x="126" y="44"/>
                    <a:pt x="216" y="0"/>
                    <a:pt x="340" y="0"/>
                  </a:cubicBezTo>
                  <a:cubicBezTo>
                    <a:pt x="414" y="0"/>
                    <a:pt x="490" y="9"/>
                    <a:pt x="569" y="28"/>
                  </a:cubicBezTo>
                  <a:cubicBezTo>
                    <a:pt x="569" y="601"/>
                    <a:pt x="569" y="601"/>
                    <a:pt x="569" y="601"/>
                  </a:cubicBezTo>
                  <a:cubicBezTo>
                    <a:pt x="569" y="707"/>
                    <a:pt x="564" y="788"/>
                    <a:pt x="555" y="843"/>
                  </a:cubicBezTo>
                  <a:cubicBezTo>
                    <a:pt x="538" y="944"/>
                    <a:pt x="494" y="1013"/>
                    <a:pt x="422" y="1052"/>
                  </a:cubicBezTo>
                  <a:cubicBezTo>
                    <a:pt x="363" y="1083"/>
                    <a:pt x="286" y="1098"/>
                    <a:pt x="191" y="1098"/>
                  </a:cubicBezTo>
                  <a:cubicBezTo>
                    <a:pt x="164" y="1098"/>
                    <a:pt x="133" y="1096"/>
                    <a:pt x="98" y="1092"/>
                  </a:cubicBezTo>
                  <a:cubicBezTo>
                    <a:pt x="98" y="1018"/>
                    <a:pt x="98" y="1018"/>
                    <a:pt x="98" y="1018"/>
                  </a:cubicBezTo>
                  <a:cubicBezTo>
                    <a:pt x="130" y="1022"/>
                    <a:pt x="160" y="1024"/>
                    <a:pt x="190" y="1024"/>
                  </a:cubicBezTo>
                  <a:cubicBezTo>
                    <a:pt x="258" y="1024"/>
                    <a:pt x="308" y="1015"/>
                    <a:pt x="341" y="997"/>
                  </a:cubicBezTo>
                  <a:cubicBezTo>
                    <a:pt x="390" y="971"/>
                    <a:pt x="421" y="924"/>
                    <a:pt x="434" y="858"/>
                  </a:cubicBezTo>
                  <a:cubicBezTo>
                    <a:pt x="442" y="821"/>
                    <a:pt x="445" y="773"/>
                    <a:pt x="445" y="716"/>
                  </a:cubicBezTo>
                  <a:lnTo>
                    <a:pt x="445" y="677"/>
                  </a:lnTo>
                  <a:close/>
                  <a:moveTo>
                    <a:pt x="445" y="81"/>
                  </a:moveTo>
                  <a:cubicBezTo>
                    <a:pt x="411" y="77"/>
                    <a:pt x="380" y="74"/>
                    <a:pt x="353" y="74"/>
                  </a:cubicBezTo>
                  <a:cubicBezTo>
                    <a:pt x="301" y="74"/>
                    <a:pt x="260" y="85"/>
                    <a:pt x="231" y="106"/>
                  </a:cubicBezTo>
                  <a:cubicBezTo>
                    <a:pt x="197" y="130"/>
                    <a:pt x="171" y="173"/>
                    <a:pt x="152" y="233"/>
                  </a:cubicBezTo>
                  <a:cubicBezTo>
                    <a:pt x="135" y="287"/>
                    <a:pt x="126" y="348"/>
                    <a:pt x="126" y="419"/>
                  </a:cubicBezTo>
                  <a:cubicBezTo>
                    <a:pt x="126" y="517"/>
                    <a:pt x="142" y="589"/>
                    <a:pt x="174" y="633"/>
                  </a:cubicBezTo>
                  <a:cubicBezTo>
                    <a:pt x="199" y="669"/>
                    <a:pt x="233" y="687"/>
                    <a:pt x="274" y="687"/>
                  </a:cubicBezTo>
                  <a:cubicBezTo>
                    <a:pt x="308" y="687"/>
                    <a:pt x="341" y="676"/>
                    <a:pt x="371" y="654"/>
                  </a:cubicBezTo>
                  <a:cubicBezTo>
                    <a:pt x="401" y="631"/>
                    <a:pt x="423" y="602"/>
                    <a:pt x="435" y="566"/>
                  </a:cubicBezTo>
                  <a:cubicBezTo>
                    <a:pt x="442" y="547"/>
                    <a:pt x="445" y="520"/>
                    <a:pt x="445" y="483"/>
                  </a:cubicBezTo>
                  <a:lnTo>
                    <a:pt x="445" y="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7" name="Freeform 59"/>
            <p:cNvSpPr>
              <a:spLocks/>
            </p:cNvSpPr>
            <p:nvPr userDrawn="1"/>
          </p:nvSpPr>
          <p:spPr bwMode="gray">
            <a:xfrm>
              <a:off x="4939" y="595"/>
              <a:ext cx="18" cy="51"/>
            </a:xfrm>
            <a:custGeom>
              <a:avLst/>
              <a:gdLst>
                <a:gd name="T0" fmla="*/ 0 w 318"/>
                <a:gd name="T1" fmla="*/ 0 h 917"/>
                <a:gd name="T2" fmla="*/ 124 w 318"/>
                <a:gd name="T3" fmla="*/ 0 h 917"/>
                <a:gd name="T4" fmla="*/ 124 w 318"/>
                <a:gd name="T5" fmla="*/ 195 h 917"/>
                <a:gd name="T6" fmla="*/ 318 w 318"/>
                <a:gd name="T7" fmla="*/ 195 h 917"/>
                <a:gd name="T8" fmla="*/ 318 w 318"/>
                <a:gd name="T9" fmla="*/ 273 h 917"/>
                <a:gd name="T10" fmla="*/ 124 w 318"/>
                <a:gd name="T11" fmla="*/ 273 h 917"/>
                <a:gd name="T12" fmla="*/ 124 w 318"/>
                <a:gd name="T13" fmla="*/ 656 h 917"/>
                <a:gd name="T14" fmla="*/ 156 w 318"/>
                <a:gd name="T15" fmla="*/ 804 h 917"/>
                <a:gd name="T16" fmla="*/ 225 w 318"/>
                <a:gd name="T17" fmla="*/ 836 h 917"/>
                <a:gd name="T18" fmla="*/ 277 w 318"/>
                <a:gd name="T19" fmla="*/ 838 h 917"/>
                <a:gd name="T20" fmla="*/ 318 w 318"/>
                <a:gd name="T21" fmla="*/ 838 h 917"/>
                <a:gd name="T22" fmla="*/ 318 w 318"/>
                <a:gd name="T23" fmla="*/ 917 h 917"/>
                <a:gd name="T24" fmla="*/ 251 w 318"/>
                <a:gd name="T25" fmla="*/ 917 h 917"/>
                <a:gd name="T26" fmla="*/ 127 w 318"/>
                <a:gd name="T27" fmla="*/ 904 h 917"/>
                <a:gd name="T28" fmla="*/ 11 w 318"/>
                <a:gd name="T29" fmla="*/ 782 h 917"/>
                <a:gd name="T30" fmla="*/ 0 w 318"/>
                <a:gd name="T31" fmla="*/ 638 h 917"/>
                <a:gd name="T32" fmla="*/ 0 w 318"/>
                <a:gd name="T33" fmla="*/ 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8" h="917">
                  <a:moveTo>
                    <a:pt x="0" y="0"/>
                  </a:moveTo>
                  <a:cubicBezTo>
                    <a:pt x="124" y="0"/>
                    <a:pt x="124" y="0"/>
                    <a:pt x="124" y="0"/>
                  </a:cubicBezTo>
                  <a:cubicBezTo>
                    <a:pt x="124" y="195"/>
                    <a:pt x="124" y="195"/>
                    <a:pt x="124" y="195"/>
                  </a:cubicBezTo>
                  <a:cubicBezTo>
                    <a:pt x="318" y="195"/>
                    <a:pt x="318" y="195"/>
                    <a:pt x="318" y="195"/>
                  </a:cubicBezTo>
                  <a:cubicBezTo>
                    <a:pt x="318" y="273"/>
                    <a:pt x="318" y="273"/>
                    <a:pt x="318" y="273"/>
                  </a:cubicBezTo>
                  <a:cubicBezTo>
                    <a:pt x="124" y="273"/>
                    <a:pt x="124" y="273"/>
                    <a:pt x="124" y="273"/>
                  </a:cubicBezTo>
                  <a:cubicBezTo>
                    <a:pt x="124" y="656"/>
                    <a:pt x="124" y="656"/>
                    <a:pt x="124" y="656"/>
                  </a:cubicBezTo>
                  <a:cubicBezTo>
                    <a:pt x="124" y="729"/>
                    <a:pt x="135" y="778"/>
                    <a:pt x="156" y="804"/>
                  </a:cubicBezTo>
                  <a:cubicBezTo>
                    <a:pt x="171" y="821"/>
                    <a:pt x="194" y="832"/>
                    <a:pt x="225" y="836"/>
                  </a:cubicBezTo>
                  <a:cubicBezTo>
                    <a:pt x="235" y="837"/>
                    <a:pt x="252" y="838"/>
                    <a:pt x="277" y="838"/>
                  </a:cubicBezTo>
                  <a:cubicBezTo>
                    <a:pt x="318" y="838"/>
                    <a:pt x="318" y="838"/>
                    <a:pt x="318" y="838"/>
                  </a:cubicBezTo>
                  <a:cubicBezTo>
                    <a:pt x="318" y="917"/>
                    <a:pt x="318" y="917"/>
                    <a:pt x="318" y="917"/>
                  </a:cubicBezTo>
                  <a:cubicBezTo>
                    <a:pt x="251" y="917"/>
                    <a:pt x="251" y="917"/>
                    <a:pt x="251" y="917"/>
                  </a:cubicBezTo>
                  <a:cubicBezTo>
                    <a:pt x="198" y="917"/>
                    <a:pt x="157" y="913"/>
                    <a:pt x="127" y="904"/>
                  </a:cubicBezTo>
                  <a:cubicBezTo>
                    <a:pt x="64" y="887"/>
                    <a:pt x="26" y="846"/>
                    <a:pt x="11" y="782"/>
                  </a:cubicBezTo>
                  <a:cubicBezTo>
                    <a:pt x="4" y="747"/>
                    <a:pt x="0" y="699"/>
                    <a:pt x="0" y="638"/>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8" name="Freeform 60"/>
            <p:cNvSpPr>
              <a:spLocks noEditPoints="1"/>
            </p:cNvSpPr>
            <p:nvPr userDrawn="1"/>
          </p:nvSpPr>
          <p:spPr bwMode="gray">
            <a:xfrm>
              <a:off x="4963" y="604"/>
              <a:ext cx="34" cy="43"/>
            </a:xfrm>
            <a:custGeom>
              <a:avLst/>
              <a:gdLst>
                <a:gd name="T0" fmla="*/ 304 w 607"/>
                <a:gd name="T1" fmla="*/ 0 h 762"/>
                <a:gd name="T2" fmla="*/ 534 w 607"/>
                <a:gd name="T3" fmla="*/ 103 h 762"/>
                <a:gd name="T4" fmla="*/ 607 w 607"/>
                <a:gd name="T5" fmla="*/ 381 h 762"/>
                <a:gd name="T6" fmla="*/ 534 w 607"/>
                <a:gd name="T7" fmla="*/ 659 h 762"/>
                <a:gd name="T8" fmla="*/ 304 w 607"/>
                <a:gd name="T9" fmla="*/ 762 h 762"/>
                <a:gd name="T10" fmla="*/ 0 w 607"/>
                <a:gd name="T11" fmla="*/ 375 h 762"/>
                <a:gd name="T12" fmla="*/ 73 w 607"/>
                <a:gd name="T13" fmla="*/ 103 h 762"/>
                <a:gd name="T14" fmla="*/ 304 w 607"/>
                <a:gd name="T15" fmla="*/ 0 h 762"/>
                <a:gd name="T16" fmla="*/ 304 w 607"/>
                <a:gd name="T17" fmla="*/ 74 h 762"/>
                <a:gd name="T18" fmla="*/ 159 w 607"/>
                <a:gd name="T19" fmla="*/ 168 h 762"/>
                <a:gd name="T20" fmla="*/ 126 w 607"/>
                <a:gd name="T21" fmla="*/ 377 h 762"/>
                <a:gd name="T22" fmla="*/ 159 w 607"/>
                <a:gd name="T23" fmla="*/ 593 h 762"/>
                <a:gd name="T24" fmla="*/ 304 w 607"/>
                <a:gd name="T25" fmla="*/ 687 h 762"/>
                <a:gd name="T26" fmla="*/ 448 w 607"/>
                <a:gd name="T27" fmla="*/ 593 h 762"/>
                <a:gd name="T28" fmla="*/ 481 w 607"/>
                <a:gd name="T29" fmla="*/ 380 h 762"/>
                <a:gd name="T30" fmla="*/ 448 w 607"/>
                <a:gd name="T31" fmla="*/ 168 h 762"/>
                <a:gd name="T32" fmla="*/ 304 w 607"/>
                <a:gd name="T33" fmla="*/ 74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7" h="762">
                  <a:moveTo>
                    <a:pt x="304" y="0"/>
                  </a:moveTo>
                  <a:cubicBezTo>
                    <a:pt x="407" y="0"/>
                    <a:pt x="484" y="34"/>
                    <a:pt x="534" y="103"/>
                  </a:cubicBezTo>
                  <a:cubicBezTo>
                    <a:pt x="583" y="169"/>
                    <a:pt x="607" y="262"/>
                    <a:pt x="607" y="381"/>
                  </a:cubicBezTo>
                  <a:cubicBezTo>
                    <a:pt x="607" y="499"/>
                    <a:pt x="583" y="591"/>
                    <a:pt x="534" y="659"/>
                  </a:cubicBezTo>
                  <a:cubicBezTo>
                    <a:pt x="485" y="727"/>
                    <a:pt x="408" y="762"/>
                    <a:pt x="304" y="762"/>
                  </a:cubicBezTo>
                  <a:cubicBezTo>
                    <a:pt x="101" y="762"/>
                    <a:pt x="0" y="633"/>
                    <a:pt x="0" y="375"/>
                  </a:cubicBezTo>
                  <a:cubicBezTo>
                    <a:pt x="0" y="260"/>
                    <a:pt x="24" y="169"/>
                    <a:pt x="73" y="103"/>
                  </a:cubicBezTo>
                  <a:cubicBezTo>
                    <a:pt x="123" y="34"/>
                    <a:pt x="200" y="0"/>
                    <a:pt x="304" y="0"/>
                  </a:cubicBezTo>
                  <a:close/>
                  <a:moveTo>
                    <a:pt x="304" y="74"/>
                  </a:moveTo>
                  <a:cubicBezTo>
                    <a:pt x="234" y="74"/>
                    <a:pt x="186" y="106"/>
                    <a:pt x="159" y="168"/>
                  </a:cubicBezTo>
                  <a:cubicBezTo>
                    <a:pt x="137" y="220"/>
                    <a:pt x="126" y="290"/>
                    <a:pt x="126" y="377"/>
                  </a:cubicBezTo>
                  <a:cubicBezTo>
                    <a:pt x="126" y="469"/>
                    <a:pt x="137" y="541"/>
                    <a:pt x="159" y="593"/>
                  </a:cubicBezTo>
                  <a:cubicBezTo>
                    <a:pt x="186" y="655"/>
                    <a:pt x="234" y="687"/>
                    <a:pt x="304" y="687"/>
                  </a:cubicBezTo>
                  <a:cubicBezTo>
                    <a:pt x="374" y="687"/>
                    <a:pt x="422" y="655"/>
                    <a:pt x="448" y="593"/>
                  </a:cubicBezTo>
                  <a:cubicBezTo>
                    <a:pt x="470" y="541"/>
                    <a:pt x="481" y="470"/>
                    <a:pt x="481" y="380"/>
                  </a:cubicBezTo>
                  <a:cubicBezTo>
                    <a:pt x="481" y="289"/>
                    <a:pt x="470" y="219"/>
                    <a:pt x="448" y="168"/>
                  </a:cubicBezTo>
                  <a:cubicBezTo>
                    <a:pt x="421" y="106"/>
                    <a:pt x="373" y="74"/>
                    <a:pt x="304" y="7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9" name="Freeform 61"/>
            <p:cNvSpPr>
              <a:spLocks/>
            </p:cNvSpPr>
            <p:nvPr userDrawn="1"/>
          </p:nvSpPr>
          <p:spPr bwMode="gray">
            <a:xfrm>
              <a:off x="5007" y="604"/>
              <a:ext cx="52" cy="42"/>
            </a:xfrm>
            <a:custGeom>
              <a:avLst/>
              <a:gdLst>
                <a:gd name="T0" fmla="*/ 0 w 933"/>
                <a:gd name="T1" fmla="*/ 742 h 742"/>
                <a:gd name="T2" fmla="*/ 0 w 933"/>
                <a:gd name="T3" fmla="*/ 28 h 742"/>
                <a:gd name="T4" fmla="*/ 267 w 933"/>
                <a:gd name="T5" fmla="*/ 0 h 742"/>
                <a:gd name="T6" fmla="*/ 460 w 933"/>
                <a:gd name="T7" fmla="*/ 46 h 742"/>
                <a:gd name="T8" fmla="*/ 691 w 933"/>
                <a:gd name="T9" fmla="*/ 0 h 742"/>
                <a:gd name="T10" fmla="*/ 912 w 933"/>
                <a:gd name="T11" fmla="*/ 114 h 742"/>
                <a:gd name="T12" fmla="*/ 933 w 933"/>
                <a:gd name="T13" fmla="*/ 299 h 742"/>
                <a:gd name="T14" fmla="*/ 933 w 933"/>
                <a:gd name="T15" fmla="*/ 742 h 742"/>
                <a:gd name="T16" fmla="*/ 809 w 933"/>
                <a:gd name="T17" fmla="*/ 742 h 742"/>
                <a:gd name="T18" fmla="*/ 809 w 933"/>
                <a:gd name="T19" fmla="*/ 306 h 742"/>
                <a:gd name="T20" fmla="*/ 790 w 933"/>
                <a:gd name="T21" fmla="*/ 135 h 742"/>
                <a:gd name="T22" fmla="*/ 675 w 933"/>
                <a:gd name="T23" fmla="*/ 74 h 742"/>
                <a:gd name="T24" fmla="*/ 528 w 933"/>
                <a:gd name="T25" fmla="*/ 108 h 742"/>
                <a:gd name="T26" fmla="*/ 528 w 933"/>
                <a:gd name="T27" fmla="*/ 742 h 742"/>
                <a:gd name="T28" fmla="*/ 405 w 933"/>
                <a:gd name="T29" fmla="*/ 742 h 742"/>
                <a:gd name="T30" fmla="*/ 405 w 933"/>
                <a:gd name="T31" fmla="*/ 301 h 742"/>
                <a:gd name="T32" fmla="*/ 385 w 933"/>
                <a:gd name="T33" fmla="*/ 135 h 742"/>
                <a:gd name="T34" fmla="*/ 267 w 933"/>
                <a:gd name="T35" fmla="*/ 74 h 742"/>
                <a:gd name="T36" fmla="*/ 124 w 933"/>
                <a:gd name="T37" fmla="*/ 90 h 742"/>
                <a:gd name="T38" fmla="*/ 124 w 933"/>
                <a:gd name="T39" fmla="*/ 742 h 742"/>
                <a:gd name="T40" fmla="*/ 0 w 933"/>
                <a:gd name="T41" fmla="*/ 742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33" h="742">
                  <a:moveTo>
                    <a:pt x="0" y="742"/>
                  </a:moveTo>
                  <a:cubicBezTo>
                    <a:pt x="0" y="28"/>
                    <a:pt x="0" y="28"/>
                    <a:pt x="0" y="28"/>
                  </a:cubicBezTo>
                  <a:cubicBezTo>
                    <a:pt x="113" y="9"/>
                    <a:pt x="202" y="0"/>
                    <a:pt x="267" y="0"/>
                  </a:cubicBezTo>
                  <a:cubicBezTo>
                    <a:pt x="352" y="0"/>
                    <a:pt x="417" y="15"/>
                    <a:pt x="460" y="46"/>
                  </a:cubicBezTo>
                  <a:cubicBezTo>
                    <a:pt x="538" y="15"/>
                    <a:pt x="615" y="0"/>
                    <a:pt x="691" y="0"/>
                  </a:cubicBezTo>
                  <a:cubicBezTo>
                    <a:pt x="808" y="0"/>
                    <a:pt x="881" y="38"/>
                    <a:pt x="912" y="114"/>
                  </a:cubicBezTo>
                  <a:cubicBezTo>
                    <a:pt x="926" y="149"/>
                    <a:pt x="933" y="211"/>
                    <a:pt x="933" y="299"/>
                  </a:cubicBezTo>
                  <a:cubicBezTo>
                    <a:pt x="933" y="742"/>
                    <a:pt x="933" y="742"/>
                    <a:pt x="933" y="742"/>
                  </a:cubicBezTo>
                  <a:cubicBezTo>
                    <a:pt x="809" y="742"/>
                    <a:pt x="809" y="742"/>
                    <a:pt x="809" y="742"/>
                  </a:cubicBezTo>
                  <a:cubicBezTo>
                    <a:pt x="809" y="306"/>
                    <a:pt x="809" y="306"/>
                    <a:pt x="809" y="306"/>
                  </a:cubicBezTo>
                  <a:cubicBezTo>
                    <a:pt x="809" y="222"/>
                    <a:pt x="803" y="164"/>
                    <a:pt x="790" y="135"/>
                  </a:cubicBezTo>
                  <a:cubicBezTo>
                    <a:pt x="771" y="94"/>
                    <a:pt x="733" y="74"/>
                    <a:pt x="675" y="74"/>
                  </a:cubicBezTo>
                  <a:cubicBezTo>
                    <a:pt x="627" y="74"/>
                    <a:pt x="578" y="86"/>
                    <a:pt x="528" y="108"/>
                  </a:cubicBezTo>
                  <a:cubicBezTo>
                    <a:pt x="528" y="742"/>
                    <a:pt x="528" y="742"/>
                    <a:pt x="528" y="742"/>
                  </a:cubicBezTo>
                  <a:cubicBezTo>
                    <a:pt x="405" y="742"/>
                    <a:pt x="405" y="742"/>
                    <a:pt x="405" y="742"/>
                  </a:cubicBezTo>
                  <a:cubicBezTo>
                    <a:pt x="405" y="301"/>
                    <a:pt x="405" y="301"/>
                    <a:pt x="405" y="301"/>
                  </a:cubicBezTo>
                  <a:cubicBezTo>
                    <a:pt x="405" y="219"/>
                    <a:pt x="398" y="164"/>
                    <a:pt x="385" y="135"/>
                  </a:cubicBezTo>
                  <a:cubicBezTo>
                    <a:pt x="366" y="94"/>
                    <a:pt x="327" y="74"/>
                    <a:pt x="267" y="74"/>
                  </a:cubicBezTo>
                  <a:cubicBezTo>
                    <a:pt x="221" y="74"/>
                    <a:pt x="173" y="80"/>
                    <a:pt x="124" y="90"/>
                  </a:cubicBezTo>
                  <a:cubicBezTo>
                    <a:pt x="124" y="742"/>
                    <a:pt x="124" y="742"/>
                    <a:pt x="124" y="742"/>
                  </a:cubicBezTo>
                  <a:lnTo>
                    <a:pt x="0" y="74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0" name="Freeform 62"/>
            <p:cNvSpPr>
              <a:spLocks noEditPoints="1"/>
            </p:cNvSpPr>
            <p:nvPr userDrawn="1"/>
          </p:nvSpPr>
          <p:spPr bwMode="gray">
            <a:xfrm>
              <a:off x="5069" y="604"/>
              <a:ext cx="34" cy="43"/>
            </a:xfrm>
            <a:custGeom>
              <a:avLst/>
              <a:gdLst>
                <a:gd name="T0" fmla="*/ 304 w 607"/>
                <a:gd name="T1" fmla="*/ 0 h 762"/>
                <a:gd name="T2" fmla="*/ 534 w 607"/>
                <a:gd name="T3" fmla="*/ 103 h 762"/>
                <a:gd name="T4" fmla="*/ 607 w 607"/>
                <a:gd name="T5" fmla="*/ 381 h 762"/>
                <a:gd name="T6" fmla="*/ 534 w 607"/>
                <a:gd name="T7" fmla="*/ 659 h 762"/>
                <a:gd name="T8" fmla="*/ 304 w 607"/>
                <a:gd name="T9" fmla="*/ 762 h 762"/>
                <a:gd name="T10" fmla="*/ 0 w 607"/>
                <a:gd name="T11" fmla="*/ 375 h 762"/>
                <a:gd name="T12" fmla="*/ 73 w 607"/>
                <a:gd name="T13" fmla="*/ 103 h 762"/>
                <a:gd name="T14" fmla="*/ 304 w 607"/>
                <a:gd name="T15" fmla="*/ 0 h 762"/>
                <a:gd name="T16" fmla="*/ 304 w 607"/>
                <a:gd name="T17" fmla="*/ 74 h 762"/>
                <a:gd name="T18" fmla="*/ 159 w 607"/>
                <a:gd name="T19" fmla="*/ 168 h 762"/>
                <a:gd name="T20" fmla="*/ 126 w 607"/>
                <a:gd name="T21" fmla="*/ 377 h 762"/>
                <a:gd name="T22" fmla="*/ 159 w 607"/>
                <a:gd name="T23" fmla="*/ 593 h 762"/>
                <a:gd name="T24" fmla="*/ 304 w 607"/>
                <a:gd name="T25" fmla="*/ 687 h 762"/>
                <a:gd name="T26" fmla="*/ 448 w 607"/>
                <a:gd name="T27" fmla="*/ 593 h 762"/>
                <a:gd name="T28" fmla="*/ 481 w 607"/>
                <a:gd name="T29" fmla="*/ 380 h 762"/>
                <a:gd name="T30" fmla="*/ 448 w 607"/>
                <a:gd name="T31" fmla="*/ 168 h 762"/>
                <a:gd name="T32" fmla="*/ 304 w 607"/>
                <a:gd name="T33" fmla="*/ 74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7" h="762">
                  <a:moveTo>
                    <a:pt x="304" y="0"/>
                  </a:moveTo>
                  <a:cubicBezTo>
                    <a:pt x="407" y="0"/>
                    <a:pt x="484" y="34"/>
                    <a:pt x="534" y="103"/>
                  </a:cubicBezTo>
                  <a:cubicBezTo>
                    <a:pt x="583" y="169"/>
                    <a:pt x="607" y="262"/>
                    <a:pt x="607" y="381"/>
                  </a:cubicBezTo>
                  <a:cubicBezTo>
                    <a:pt x="607" y="499"/>
                    <a:pt x="583" y="591"/>
                    <a:pt x="534" y="659"/>
                  </a:cubicBezTo>
                  <a:cubicBezTo>
                    <a:pt x="485" y="727"/>
                    <a:pt x="408" y="762"/>
                    <a:pt x="304" y="762"/>
                  </a:cubicBezTo>
                  <a:cubicBezTo>
                    <a:pt x="101" y="762"/>
                    <a:pt x="0" y="633"/>
                    <a:pt x="0" y="375"/>
                  </a:cubicBezTo>
                  <a:cubicBezTo>
                    <a:pt x="0" y="260"/>
                    <a:pt x="24" y="169"/>
                    <a:pt x="73" y="103"/>
                  </a:cubicBezTo>
                  <a:cubicBezTo>
                    <a:pt x="123" y="34"/>
                    <a:pt x="200" y="0"/>
                    <a:pt x="304" y="0"/>
                  </a:cubicBezTo>
                  <a:close/>
                  <a:moveTo>
                    <a:pt x="304" y="74"/>
                  </a:moveTo>
                  <a:cubicBezTo>
                    <a:pt x="234" y="74"/>
                    <a:pt x="186" y="106"/>
                    <a:pt x="159" y="168"/>
                  </a:cubicBezTo>
                  <a:cubicBezTo>
                    <a:pt x="137" y="220"/>
                    <a:pt x="126" y="290"/>
                    <a:pt x="126" y="377"/>
                  </a:cubicBezTo>
                  <a:cubicBezTo>
                    <a:pt x="126" y="469"/>
                    <a:pt x="137" y="541"/>
                    <a:pt x="159" y="593"/>
                  </a:cubicBezTo>
                  <a:cubicBezTo>
                    <a:pt x="186" y="655"/>
                    <a:pt x="234" y="687"/>
                    <a:pt x="304" y="687"/>
                  </a:cubicBezTo>
                  <a:cubicBezTo>
                    <a:pt x="374" y="687"/>
                    <a:pt x="422" y="655"/>
                    <a:pt x="448" y="593"/>
                  </a:cubicBezTo>
                  <a:cubicBezTo>
                    <a:pt x="470" y="541"/>
                    <a:pt x="481" y="470"/>
                    <a:pt x="481" y="380"/>
                  </a:cubicBezTo>
                  <a:cubicBezTo>
                    <a:pt x="481" y="289"/>
                    <a:pt x="470" y="219"/>
                    <a:pt x="448" y="168"/>
                  </a:cubicBezTo>
                  <a:cubicBezTo>
                    <a:pt x="421" y="106"/>
                    <a:pt x="373" y="74"/>
                    <a:pt x="304" y="7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1" name="Freeform 63"/>
            <p:cNvSpPr>
              <a:spLocks/>
            </p:cNvSpPr>
            <p:nvPr userDrawn="1"/>
          </p:nvSpPr>
          <p:spPr bwMode="gray">
            <a:xfrm>
              <a:off x="5113" y="604"/>
              <a:ext cx="17" cy="42"/>
            </a:xfrm>
            <a:custGeom>
              <a:avLst/>
              <a:gdLst>
                <a:gd name="T0" fmla="*/ 0 w 312"/>
                <a:gd name="T1" fmla="*/ 742 h 742"/>
                <a:gd name="T2" fmla="*/ 0 w 312"/>
                <a:gd name="T3" fmla="*/ 31 h 742"/>
                <a:gd name="T4" fmla="*/ 312 w 312"/>
                <a:gd name="T5" fmla="*/ 0 h 742"/>
                <a:gd name="T6" fmla="*/ 312 w 312"/>
                <a:gd name="T7" fmla="*/ 77 h 742"/>
                <a:gd name="T8" fmla="*/ 124 w 312"/>
                <a:gd name="T9" fmla="*/ 90 h 742"/>
                <a:gd name="T10" fmla="*/ 124 w 312"/>
                <a:gd name="T11" fmla="*/ 742 h 742"/>
                <a:gd name="T12" fmla="*/ 0 w 312"/>
                <a:gd name="T13" fmla="*/ 742 h 742"/>
              </a:gdLst>
              <a:ahLst/>
              <a:cxnLst>
                <a:cxn ang="0">
                  <a:pos x="T0" y="T1"/>
                </a:cxn>
                <a:cxn ang="0">
                  <a:pos x="T2" y="T3"/>
                </a:cxn>
                <a:cxn ang="0">
                  <a:pos x="T4" y="T5"/>
                </a:cxn>
                <a:cxn ang="0">
                  <a:pos x="T6" y="T7"/>
                </a:cxn>
                <a:cxn ang="0">
                  <a:pos x="T8" y="T9"/>
                </a:cxn>
                <a:cxn ang="0">
                  <a:pos x="T10" y="T11"/>
                </a:cxn>
                <a:cxn ang="0">
                  <a:pos x="T12" y="T13"/>
                </a:cxn>
              </a:cxnLst>
              <a:rect l="0" t="0" r="r" b="b"/>
              <a:pathLst>
                <a:path w="312" h="742">
                  <a:moveTo>
                    <a:pt x="0" y="742"/>
                  </a:moveTo>
                  <a:cubicBezTo>
                    <a:pt x="0" y="31"/>
                    <a:pt x="0" y="31"/>
                    <a:pt x="0" y="31"/>
                  </a:cubicBezTo>
                  <a:cubicBezTo>
                    <a:pt x="94" y="11"/>
                    <a:pt x="198" y="1"/>
                    <a:pt x="312" y="0"/>
                  </a:cubicBezTo>
                  <a:cubicBezTo>
                    <a:pt x="312" y="77"/>
                    <a:pt x="312" y="77"/>
                    <a:pt x="312" y="77"/>
                  </a:cubicBezTo>
                  <a:cubicBezTo>
                    <a:pt x="243" y="78"/>
                    <a:pt x="180" y="82"/>
                    <a:pt x="124" y="90"/>
                  </a:cubicBezTo>
                  <a:cubicBezTo>
                    <a:pt x="124" y="742"/>
                    <a:pt x="124" y="742"/>
                    <a:pt x="124" y="742"/>
                  </a:cubicBezTo>
                  <a:lnTo>
                    <a:pt x="0" y="74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2" name="Freeform 64"/>
            <p:cNvSpPr>
              <a:spLocks/>
            </p:cNvSpPr>
            <p:nvPr userDrawn="1"/>
          </p:nvSpPr>
          <p:spPr bwMode="gray">
            <a:xfrm>
              <a:off x="5138" y="604"/>
              <a:ext cx="17" cy="42"/>
            </a:xfrm>
            <a:custGeom>
              <a:avLst/>
              <a:gdLst>
                <a:gd name="T0" fmla="*/ 0 w 312"/>
                <a:gd name="T1" fmla="*/ 742 h 742"/>
                <a:gd name="T2" fmla="*/ 0 w 312"/>
                <a:gd name="T3" fmla="*/ 31 h 742"/>
                <a:gd name="T4" fmla="*/ 312 w 312"/>
                <a:gd name="T5" fmla="*/ 0 h 742"/>
                <a:gd name="T6" fmla="*/ 312 w 312"/>
                <a:gd name="T7" fmla="*/ 77 h 742"/>
                <a:gd name="T8" fmla="*/ 124 w 312"/>
                <a:gd name="T9" fmla="*/ 90 h 742"/>
                <a:gd name="T10" fmla="*/ 124 w 312"/>
                <a:gd name="T11" fmla="*/ 742 h 742"/>
                <a:gd name="T12" fmla="*/ 0 w 312"/>
                <a:gd name="T13" fmla="*/ 742 h 742"/>
              </a:gdLst>
              <a:ahLst/>
              <a:cxnLst>
                <a:cxn ang="0">
                  <a:pos x="T0" y="T1"/>
                </a:cxn>
                <a:cxn ang="0">
                  <a:pos x="T2" y="T3"/>
                </a:cxn>
                <a:cxn ang="0">
                  <a:pos x="T4" y="T5"/>
                </a:cxn>
                <a:cxn ang="0">
                  <a:pos x="T6" y="T7"/>
                </a:cxn>
                <a:cxn ang="0">
                  <a:pos x="T8" y="T9"/>
                </a:cxn>
                <a:cxn ang="0">
                  <a:pos x="T10" y="T11"/>
                </a:cxn>
                <a:cxn ang="0">
                  <a:pos x="T12" y="T13"/>
                </a:cxn>
              </a:cxnLst>
              <a:rect l="0" t="0" r="r" b="b"/>
              <a:pathLst>
                <a:path w="312" h="742">
                  <a:moveTo>
                    <a:pt x="0" y="742"/>
                  </a:moveTo>
                  <a:cubicBezTo>
                    <a:pt x="0" y="31"/>
                    <a:pt x="0" y="31"/>
                    <a:pt x="0" y="31"/>
                  </a:cubicBezTo>
                  <a:cubicBezTo>
                    <a:pt x="94" y="11"/>
                    <a:pt x="198" y="1"/>
                    <a:pt x="312" y="0"/>
                  </a:cubicBezTo>
                  <a:cubicBezTo>
                    <a:pt x="312" y="77"/>
                    <a:pt x="312" y="77"/>
                    <a:pt x="312" y="77"/>
                  </a:cubicBezTo>
                  <a:cubicBezTo>
                    <a:pt x="243" y="78"/>
                    <a:pt x="180" y="82"/>
                    <a:pt x="124" y="90"/>
                  </a:cubicBezTo>
                  <a:cubicBezTo>
                    <a:pt x="124" y="742"/>
                    <a:pt x="124" y="742"/>
                    <a:pt x="124" y="742"/>
                  </a:cubicBezTo>
                  <a:lnTo>
                    <a:pt x="0" y="74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3" name="Freeform 65"/>
            <p:cNvSpPr>
              <a:spLocks noEditPoints="1"/>
            </p:cNvSpPr>
            <p:nvPr userDrawn="1"/>
          </p:nvSpPr>
          <p:spPr bwMode="gray">
            <a:xfrm>
              <a:off x="5160" y="604"/>
              <a:ext cx="34" cy="43"/>
            </a:xfrm>
            <a:custGeom>
              <a:avLst/>
              <a:gdLst>
                <a:gd name="T0" fmla="*/ 304 w 607"/>
                <a:gd name="T1" fmla="*/ 0 h 762"/>
                <a:gd name="T2" fmla="*/ 534 w 607"/>
                <a:gd name="T3" fmla="*/ 103 h 762"/>
                <a:gd name="T4" fmla="*/ 607 w 607"/>
                <a:gd name="T5" fmla="*/ 381 h 762"/>
                <a:gd name="T6" fmla="*/ 534 w 607"/>
                <a:gd name="T7" fmla="*/ 659 h 762"/>
                <a:gd name="T8" fmla="*/ 305 w 607"/>
                <a:gd name="T9" fmla="*/ 762 h 762"/>
                <a:gd name="T10" fmla="*/ 0 w 607"/>
                <a:gd name="T11" fmla="*/ 375 h 762"/>
                <a:gd name="T12" fmla="*/ 73 w 607"/>
                <a:gd name="T13" fmla="*/ 103 h 762"/>
                <a:gd name="T14" fmla="*/ 304 w 607"/>
                <a:gd name="T15" fmla="*/ 0 h 762"/>
                <a:gd name="T16" fmla="*/ 304 w 607"/>
                <a:gd name="T17" fmla="*/ 74 h 762"/>
                <a:gd name="T18" fmla="*/ 159 w 607"/>
                <a:gd name="T19" fmla="*/ 168 h 762"/>
                <a:gd name="T20" fmla="*/ 126 w 607"/>
                <a:gd name="T21" fmla="*/ 377 h 762"/>
                <a:gd name="T22" fmla="*/ 159 w 607"/>
                <a:gd name="T23" fmla="*/ 593 h 762"/>
                <a:gd name="T24" fmla="*/ 304 w 607"/>
                <a:gd name="T25" fmla="*/ 687 h 762"/>
                <a:gd name="T26" fmla="*/ 448 w 607"/>
                <a:gd name="T27" fmla="*/ 593 h 762"/>
                <a:gd name="T28" fmla="*/ 481 w 607"/>
                <a:gd name="T29" fmla="*/ 380 h 762"/>
                <a:gd name="T30" fmla="*/ 448 w 607"/>
                <a:gd name="T31" fmla="*/ 168 h 762"/>
                <a:gd name="T32" fmla="*/ 304 w 607"/>
                <a:gd name="T33" fmla="*/ 74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7" h="762">
                  <a:moveTo>
                    <a:pt x="304" y="0"/>
                  </a:moveTo>
                  <a:cubicBezTo>
                    <a:pt x="407" y="0"/>
                    <a:pt x="484" y="34"/>
                    <a:pt x="534" y="103"/>
                  </a:cubicBezTo>
                  <a:cubicBezTo>
                    <a:pt x="583" y="169"/>
                    <a:pt x="607" y="262"/>
                    <a:pt x="607" y="381"/>
                  </a:cubicBezTo>
                  <a:cubicBezTo>
                    <a:pt x="607" y="499"/>
                    <a:pt x="583" y="591"/>
                    <a:pt x="534" y="659"/>
                  </a:cubicBezTo>
                  <a:cubicBezTo>
                    <a:pt x="485" y="727"/>
                    <a:pt x="408" y="762"/>
                    <a:pt x="305" y="762"/>
                  </a:cubicBezTo>
                  <a:cubicBezTo>
                    <a:pt x="102" y="762"/>
                    <a:pt x="0" y="633"/>
                    <a:pt x="0" y="375"/>
                  </a:cubicBezTo>
                  <a:cubicBezTo>
                    <a:pt x="0" y="260"/>
                    <a:pt x="24" y="169"/>
                    <a:pt x="73" y="103"/>
                  </a:cubicBezTo>
                  <a:cubicBezTo>
                    <a:pt x="123" y="34"/>
                    <a:pt x="200" y="0"/>
                    <a:pt x="304" y="0"/>
                  </a:cubicBezTo>
                  <a:close/>
                  <a:moveTo>
                    <a:pt x="304" y="74"/>
                  </a:moveTo>
                  <a:cubicBezTo>
                    <a:pt x="234" y="74"/>
                    <a:pt x="186" y="106"/>
                    <a:pt x="159" y="168"/>
                  </a:cubicBezTo>
                  <a:cubicBezTo>
                    <a:pt x="137" y="220"/>
                    <a:pt x="126" y="290"/>
                    <a:pt x="126" y="377"/>
                  </a:cubicBezTo>
                  <a:cubicBezTo>
                    <a:pt x="126" y="469"/>
                    <a:pt x="137" y="541"/>
                    <a:pt x="159" y="593"/>
                  </a:cubicBezTo>
                  <a:cubicBezTo>
                    <a:pt x="186" y="655"/>
                    <a:pt x="234" y="687"/>
                    <a:pt x="304" y="687"/>
                  </a:cubicBezTo>
                  <a:cubicBezTo>
                    <a:pt x="374" y="687"/>
                    <a:pt x="422" y="655"/>
                    <a:pt x="448" y="593"/>
                  </a:cubicBezTo>
                  <a:cubicBezTo>
                    <a:pt x="470" y="541"/>
                    <a:pt x="481" y="470"/>
                    <a:pt x="481" y="380"/>
                  </a:cubicBezTo>
                  <a:cubicBezTo>
                    <a:pt x="481" y="289"/>
                    <a:pt x="470" y="219"/>
                    <a:pt x="448" y="168"/>
                  </a:cubicBezTo>
                  <a:cubicBezTo>
                    <a:pt x="421" y="106"/>
                    <a:pt x="373" y="74"/>
                    <a:pt x="304" y="7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4" name="Freeform 66"/>
            <p:cNvSpPr>
              <a:spLocks/>
            </p:cNvSpPr>
            <p:nvPr userDrawn="1"/>
          </p:nvSpPr>
          <p:spPr bwMode="gray">
            <a:xfrm>
              <a:off x="5198" y="605"/>
              <a:ext cx="52" cy="41"/>
            </a:xfrm>
            <a:custGeom>
              <a:avLst/>
              <a:gdLst>
                <a:gd name="T0" fmla="*/ 204 w 929"/>
                <a:gd name="T1" fmla="*/ 722 h 722"/>
                <a:gd name="T2" fmla="*/ 0 w 929"/>
                <a:gd name="T3" fmla="*/ 0 h 722"/>
                <a:gd name="T4" fmla="*/ 124 w 929"/>
                <a:gd name="T5" fmla="*/ 0 h 722"/>
                <a:gd name="T6" fmla="*/ 277 w 929"/>
                <a:gd name="T7" fmla="*/ 588 h 722"/>
                <a:gd name="T8" fmla="*/ 412 w 929"/>
                <a:gd name="T9" fmla="*/ 0 h 722"/>
                <a:gd name="T10" fmla="*/ 534 w 929"/>
                <a:gd name="T11" fmla="*/ 0 h 722"/>
                <a:gd name="T12" fmla="*/ 676 w 929"/>
                <a:gd name="T13" fmla="*/ 588 h 722"/>
                <a:gd name="T14" fmla="*/ 828 w 929"/>
                <a:gd name="T15" fmla="*/ 0 h 722"/>
                <a:gd name="T16" fmla="*/ 929 w 929"/>
                <a:gd name="T17" fmla="*/ 0 h 722"/>
                <a:gd name="T18" fmla="*/ 726 w 929"/>
                <a:gd name="T19" fmla="*/ 722 h 722"/>
                <a:gd name="T20" fmla="*/ 603 w 929"/>
                <a:gd name="T21" fmla="*/ 722 h 722"/>
                <a:gd name="T22" fmla="*/ 495 w 929"/>
                <a:gd name="T23" fmla="*/ 255 h 722"/>
                <a:gd name="T24" fmla="*/ 468 w 929"/>
                <a:gd name="T25" fmla="*/ 107 h 722"/>
                <a:gd name="T26" fmla="*/ 440 w 929"/>
                <a:gd name="T27" fmla="*/ 254 h 722"/>
                <a:gd name="T28" fmla="*/ 332 w 929"/>
                <a:gd name="T29" fmla="*/ 722 h 722"/>
                <a:gd name="T30" fmla="*/ 204 w 929"/>
                <a:gd name="T31"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29" h="722">
                  <a:moveTo>
                    <a:pt x="204" y="722"/>
                  </a:moveTo>
                  <a:cubicBezTo>
                    <a:pt x="0" y="0"/>
                    <a:pt x="0" y="0"/>
                    <a:pt x="0" y="0"/>
                  </a:cubicBezTo>
                  <a:cubicBezTo>
                    <a:pt x="124" y="0"/>
                    <a:pt x="124" y="0"/>
                    <a:pt x="124" y="0"/>
                  </a:cubicBezTo>
                  <a:cubicBezTo>
                    <a:pt x="277" y="588"/>
                    <a:pt x="277" y="588"/>
                    <a:pt x="277" y="588"/>
                  </a:cubicBezTo>
                  <a:cubicBezTo>
                    <a:pt x="412" y="0"/>
                    <a:pt x="412" y="0"/>
                    <a:pt x="412" y="0"/>
                  </a:cubicBezTo>
                  <a:cubicBezTo>
                    <a:pt x="534" y="0"/>
                    <a:pt x="534" y="0"/>
                    <a:pt x="534" y="0"/>
                  </a:cubicBezTo>
                  <a:cubicBezTo>
                    <a:pt x="676" y="588"/>
                    <a:pt x="676" y="588"/>
                    <a:pt x="676" y="588"/>
                  </a:cubicBezTo>
                  <a:cubicBezTo>
                    <a:pt x="828" y="0"/>
                    <a:pt x="828" y="0"/>
                    <a:pt x="828" y="0"/>
                  </a:cubicBezTo>
                  <a:cubicBezTo>
                    <a:pt x="929" y="0"/>
                    <a:pt x="929" y="0"/>
                    <a:pt x="929" y="0"/>
                  </a:cubicBezTo>
                  <a:cubicBezTo>
                    <a:pt x="726" y="722"/>
                    <a:pt x="726" y="722"/>
                    <a:pt x="726" y="722"/>
                  </a:cubicBezTo>
                  <a:cubicBezTo>
                    <a:pt x="603" y="722"/>
                    <a:pt x="603" y="722"/>
                    <a:pt x="603" y="722"/>
                  </a:cubicBezTo>
                  <a:cubicBezTo>
                    <a:pt x="495" y="255"/>
                    <a:pt x="495" y="255"/>
                    <a:pt x="495" y="255"/>
                  </a:cubicBezTo>
                  <a:cubicBezTo>
                    <a:pt x="487" y="221"/>
                    <a:pt x="478" y="172"/>
                    <a:pt x="468" y="107"/>
                  </a:cubicBezTo>
                  <a:cubicBezTo>
                    <a:pt x="460" y="159"/>
                    <a:pt x="451" y="208"/>
                    <a:pt x="440" y="254"/>
                  </a:cubicBezTo>
                  <a:cubicBezTo>
                    <a:pt x="332" y="722"/>
                    <a:pt x="332" y="722"/>
                    <a:pt x="332" y="722"/>
                  </a:cubicBezTo>
                  <a:lnTo>
                    <a:pt x="204" y="7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5" name="Freeform 67"/>
            <p:cNvSpPr>
              <a:spLocks/>
            </p:cNvSpPr>
            <p:nvPr userDrawn="1"/>
          </p:nvSpPr>
          <p:spPr bwMode="gray">
            <a:xfrm>
              <a:off x="5270" y="605"/>
              <a:ext cx="52" cy="41"/>
            </a:xfrm>
            <a:custGeom>
              <a:avLst/>
              <a:gdLst>
                <a:gd name="T0" fmla="*/ 204 w 930"/>
                <a:gd name="T1" fmla="*/ 722 h 722"/>
                <a:gd name="T2" fmla="*/ 0 w 930"/>
                <a:gd name="T3" fmla="*/ 0 h 722"/>
                <a:gd name="T4" fmla="*/ 125 w 930"/>
                <a:gd name="T5" fmla="*/ 0 h 722"/>
                <a:gd name="T6" fmla="*/ 277 w 930"/>
                <a:gd name="T7" fmla="*/ 588 h 722"/>
                <a:gd name="T8" fmla="*/ 412 w 930"/>
                <a:gd name="T9" fmla="*/ 0 h 722"/>
                <a:gd name="T10" fmla="*/ 535 w 930"/>
                <a:gd name="T11" fmla="*/ 0 h 722"/>
                <a:gd name="T12" fmla="*/ 676 w 930"/>
                <a:gd name="T13" fmla="*/ 588 h 722"/>
                <a:gd name="T14" fmla="*/ 829 w 930"/>
                <a:gd name="T15" fmla="*/ 0 h 722"/>
                <a:gd name="T16" fmla="*/ 930 w 930"/>
                <a:gd name="T17" fmla="*/ 0 h 722"/>
                <a:gd name="T18" fmla="*/ 726 w 930"/>
                <a:gd name="T19" fmla="*/ 722 h 722"/>
                <a:gd name="T20" fmla="*/ 604 w 930"/>
                <a:gd name="T21" fmla="*/ 722 h 722"/>
                <a:gd name="T22" fmla="*/ 495 w 930"/>
                <a:gd name="T23" fmla="*/ 255 h 722"/>
                <a:gd name="T24" fmla="*/ 468 w 930"/>
                <a:gd name="T25" fmla="*/ 107 h 722"/>
                <a:gd name="T26" fmla="*/ 441 w 930"/>
                <a:gd name="T27" fmla="*/ 254 h 722"/>
                <a:gd name="T28" fmla="*/ 332 w 930"/>
                <a:gd name="T29" fmla="*/ 722 h 722"/>
                <a:gd name="T30" fmla="*/ 204 w 930"/>
                <a:gd name="T31"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30" h="722">
                  <a:moveTo>
                    <a:pt x="204" y="722"/>
                  </a:moveTo>
                  <a:cubicBezTo>
                    <a:pt x="0" y="0"/>
                    <a:pt x="0" y="0"/>
                    <a:pt x="0" y="0"/>
                  </a:cubicBezTo>
                  <a:cubicBezTo>
                    <a:pt x="125" y="0"/>
                    <a:pt x="125" y="0"/>
                    <a:pt x="125" y="0"/>
                  </a:cubicBezTo>
                  <a:cubicBezTo>
                    <a:pt x="277" y="588"/>
                    <a:pt x="277" y="588"/>
                    <a:pt x="277" y="588"/>
                  </a:cubicBezTo>
                  <a:cubicBezTo>
                    <a:pt x="412" y="0"/>
                    <a:pt x="412" y="0"/>
                    <a:pt x="412" y="0"/>
                  </a:cubicBezTo>
                  <a:cubicBezTo>
                    <a:pt x="535" y="0"/>
                    <a:pt x="535" y="0"/>
                    <a:pt x="535" y="0"/>
                  </a:cubicBezTo>
                  <a:cubicBezTo>
                    <a:pt x="676" y="588"/>
                    <a:pt x="676" y="588"/>
                    <a:pt x="676" y="588"/>
                  </a:cubicBezTo>
                  <a:cubicBezTo>
                    <a:pt x="829" y="0"/>
                    <a:pt x="829" y="0"/>
                    <a:pt x="829" y="0"/>
                  </a:cubicBezTo>
                  <a:cubicBezTo>
                    <a:pt x="930" y="0"/>
                    <a:pt x="930" y="0"/>
                    <a:pt x="930" y="0"/>
                  </a:cubicBezTo>
                  <a:cubicBezTo>
                    <a:pt x="726" y="722"/>
                    <a:pt x="726" y="722"/>
                    <a:pt x="726" y="722"/>
                  </a:cubicBezTo>
                  <a:cubicBezTo>
                    <a:pt x="604" y="722"/>
                    <a:pt x="604" y="722"/>
                    <a:pt x="604" y="722"/>
                  </a:cubicBezTo>
                  <a:cubicBezTo>
                    <a:pt x="495" y="255"/>
                    <a:pt x="495" y="255"/>
                    <a:pt x="495" y="255"/>
                  </a:cubicBezTo>
                  <a:cubicBezTo>
                    <a:pt x="488" y="221"/>
                    <a:pt x="479" y="172"/>
                    <a:pt x="468" y="107"/>
                  </a:cubicBezTo>
                  <a:cubicBezTo>
                    <a:pt x="460" y="159"/>
                    <a:pt x="451" y="208"/>
                    <a:pt x="441" y="254"/>
                  </a:cubicBezTo>
                  <a:cubicBezTo>
                    <a:pt x="332" y="722"/>
                    <a:pt x="332" y="722"/>
                    <a:pt x="332" y="722"/>
                  </a:cubicBezTo>
                  <a:lnTo>
                    <a:pt x="204" y="7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6" name="Freeform 68"/>
            <p:cNvSpPr>
              <a:spLocks noEditPoints="1"/>
            </p:cNvSpPr>
            <p:nvPr userDrawn="1"/>
          </p:nvSpPr>
          <p:spPr bwMode="gray">
            <a:xfrm>
              <a:off x="5329" y="591"/>
              <a:ext cx="9" cy="55"/>
            </a:xfrm>
            <a:custGeom>
              <a:avLst/>
              <a:gdLst>
                <a:gd name="T0" fmla="*/ 76 w 151"/>
                <a:gd name="T1" fmla="*/ 0 h 987"/>
                <a:gd name="T2" fmla="*/ 132 w 151"/>
                <a:gd name="T3" fmla="*/ 25 h 987"/>
                <a:gd name="T4" fmla="*/ 151 w 151"/>
                <a:gd name="T5" fmla="*/ 76 h 987"/>
                <a:gd name="T6" fmla="*/ 126 w 151"/>
                <a:gd name="T7" fmla="*/ 132 h 987"/>
                <a:gd name="T8" fmla="*/ 75 w 151"/>
                <a:gd name="T9" fmla="*/ 151 h 987"/>
                <a:gd name="T10" fmla="*/ 20 w 151"/>
                <a:gd name="T11" fmla="*/ 127 h 987"/>
                <a:gd name="T12" fmla="*/ 0 w 151"/>
                <a:gd name="T13" fmla="*/ 75 h 987"/>
                <a:gd name="T14" fmla="*/ 25 w 151"/>
                <a:gd name="T15" fmla="*/ 20 h 987"/>
                <a:gd name="T16" fmla="*/ 76 w 151"/>
                <a:gd name="T17" fmla="*/ 0 h 987"/>
                <a:gd name="T18" fmla="*/ 15 w 151"/>
                <a:gd name="T19" fmla="*/ 987 h 987"/>
                <a:gd name="T20" fmla="*/ 15 w 151"/>
                <a:gd name="T21" fmla="*/ 265 h 987"/>
                <a:gd name="T22" fmla="*/ 139 w 151"/>
                <a:gd name="T23" fmla="*/ 265 h 987"/>
                <a:gd name="T24" fmla="*/ 139 w 151"/>
                <a:gd name="T25" fmla="*/ 987 h 987"/>
                <a:gd name="T26" fmla="*/ 15 w 151"/>
                <a:gd name="T27" fmla="*/ 987 h 9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987">
                  <a:moveTo>
                    <a:pt x="76" y="0"/>
                  </a:moveTo>
                  <a:cubicBezTo>
                    <a:pt x="98" y="0"/>
                    <a:pt x="117" y="9"/>
                    <a:pt x="132" y="25"/>
                  </a:cubicBezTo>
                  <a:cubicBezTo>
                    <a:pt x="145" y="40"/>
                    <a:pt x="151" y="57"/>
                    <a:pt x="151" y="76"/>
                  </a:cubicBezTo>
                  <a:cubicBezTo>
                    <a:pt x="151" y="98"/>
                    <a:pt x="143" y="117"/>
                    <a:pt x="126" y="132"/>
                  </a:cubicBezTo>
                  <a:cubicBezTo>
                    <a:pt x="112" y="145"/>
                    <a:pt x="95" y="151"/>
                    <a:pt x="75" y="151"/>
                  </a:cubicBezTo>
                  <a:cubicBezTo>
                    <a:pt x="53" y="151"/>
                    <a:pt x="34" y="143"/>
                    <a:pt x="20" y="127"/>
                  </a:cubicBezTo>
                  <a:cubicBezTo>
                    <a:pt x="7" y="112"/>
                    <a:pt x="0" y="95"/>
                    <a:pt x="0" y="75"/>
                  </a:cubicBezTo>
                  <a:cubicBezTo>
                    <a:pt x="0" y="53"/>
                    <a:pt x="9" y="35"/>
                    <a:pt x="25" y="20"/>
                  </a:cubicBezTo>
                  <a:cubicBezTo>
                    <a:pt x="39" y="7"/>
                    <a:pt x="56" y="0"/>
                    <a:pt x="76" y="0"/>
                  </a:cubicBezTo>
                  <a:close/>
                  <a:moveTo>
                    <a:pt x="15" y="987"/>
                  </a:moveTo>
                  <a:cubicBezTo>
                    <a:pt x="15" y="265"/>
                    <a:pt x="15" y="265"/>
                    <a:pt x="15" y="265"/>
                  </a:cubicBezTo>
                  <a:cubicBezTo>
                    <a:pt x="139" y="265"/>
                    <a:pt x="139" y="265"/>
                    <a:pt x="139" y="265"/>
                  </a:cubicBezTo>
                  <a:cubicBezTo>
                    <a:pt x="139" y="987"/>
                    <a:pt x="139" y="987"/>
                    <a:pt x="139" y="987"/>
                  </a:cubicBezTo>
                  <a:lnTo>
                    <a:pt x="15" y="98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7" name="Freeform 69"/>
            <p:cNvSpPr>
              <a:spLocks/>
            </p:cNvSpPr>
            <p:nvPr userDrawn="1"/>
          </p:nvSpPr>
          <p:spPr bwMode="gray">
            <a:xfrm>
              <a:off x="5350" y="595"/>
              <a:ext cx="18" cy="51"/>
            </a:xfrm>
            <a:custGeom>
              <a:avLst/>
              <a:gdLst>
                <a:gd name="T0" fmla="*/ 0 w 318"/>
                <a:gd name="T1" fmla="*/ 0 h 917"/>
                <a:gd name="T2" fmla="*/ 124 w 318"/>
                <a:gd name="T3" fmla="*/ 0 h 917"/>
                <a:gd name="T4" fmla="*/ 124 w 318"/>
                <a:gd name="T5" fmla="*/ 195 h 917"/>
                <a:gd name="T6" fmla="*/ 318 w 318"/>
                <a:gd name="T7" fmla="*/ 195 h 917"/>
                <a:gd name="T8" fmla="*/ 318 w 318"/>
                <a:gd name="T9" fmla="*/ 273 h 917"/>
                <a:gd name="T10" fmla="*/ 124 w 318"/>
                <a:gd name="T11" fmla="*/ 273 h 917"/>
                <a:gd name="T12" fmla="*/ 124 w 318"/>
                <a:gd name="T13" fmla="*/ 656 h 917"/>
                <a:gd name="T14" fmla="*/ 156 w 318"/>
                <a:gd name="T15" fmla="*/ 804 h 917"/>
                <a:gd name="T16" fmla="*/ 225 w 318"/>
                <a:gd name="T17" fmla="*/ 836 h 917"/>
                <a:gd name="T18" fmla="*/ 277 w 318"/>
                <a:gd name="T19" fmla="*/ 838 h 917"/>
                <a:gd name="T20" fmla="*/ 318 w 318"/>
                <a:gd name="T21" fmla="*/ 838 h 917"/>
                <a:gd name="T22" fmla="*/ 318 w 318"/>
                <a:gd name="T23" fmla="*/ 917 h 917"/>
                <a:gd name="T24" fmla="*/ 251 w 318"/>
                <a:gd name="T25" fmla="*/ 917 h 917"/>
                <a:gd name="T26" fmla="*/ 127 w 318"/>
                <a:gd name="T27" fmla="*/ 904 h 917"/>
                <a:gd name="T28" fmla="*/ 11 w 318"/>
                <a:gd name="T29" fmla="*/ 782 h 917"/>
                <a:gd name="T30" fmla="*/ 0 w 318"/>
                <a:gd name="T31" fmla="*/ 638 h 917"/>
                <a:gd name="T32" fmla="*/ 0 w 318"/>
                <a:gd name="T33" fmla="*/ 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8" h="917">
                  <a:moveTo>
                    <a:pt x="0" y="0"/>
                  </a:moveTo>
                  <a:cubicBezTo>
                    <a:pt x="124" y="0"/>
                    <a:pt x="124" y="0"/>
                    <a:pt x="124" y="0"/>
                  </a:cubicBezTo>
                  <a:cubicBezTo>
                    <a:pt x="124" y="195"/>
                    <a:pt x="124" y="195"/>
                    <a:pt x="124" y="195"/>
                  </a:cubicBezTo>
                  <a:cubicBezTo>
                    <a:pt x="318" y="195"/>
                    <a:pt x="318" y="195"/>
                    <a:pt x="318" y="195"/>
                  </a:cubicBezTo>
                  <a:cubicBezTo>
                    <a:pt x="318" y="273"/>
                    <a:pt x="318" y="273"/>
                    <a:pt x="318" y="273"/>
                  </a:cubicBezTo>
                  <a:cubicBezTo>
                    <a:pt x="124" y="273"/>
                    <a:pt x="124" y="273"/>
                    <a:pt x="124" y="273"/>
                  </a:cubicBezTo>
                  <a:cubicBezTo>
                    <a:pt x="124" y="656"/>
                    <a:pt x="124" y="656"/>
                    <a:pt x="124" y="656"/>
                  </a:cubicBezTo>
                  <a:cubicBezTo>
                    <a:pt x="124" y="729"/>
                    <a:pt x="135" y="778"/>
                    <a:pt x="156" y="804"/>
                  </a:cubicBezTo>
                  <a:cubicBezTo>
                    <a:pt x="171" y="821"/>
                    <a:pt x="194" y="832"/>
                    <a:pt x="225" y="836"/>
                  </a:cubicBezTo>
                  <a:cubicBezTo>
                    <a:pt x="235" y="837"/>
                    <a:pt x="252" y="838"/>
                    <a:pt x="277" y="838"/>
                  </a:cubicBezTo>
                  <a:cubicBezTo>
                    <a:pt x="318" y="838"/>
                    <a:pt x="318" y="838"/>
                    <a:pt x="318" y="838"/>
                  </a:cubicBezTo>
                  <a:cubicBezTo>
                    <a:pt x="318" y="917"/>
                    <a:pt x="318" y="917"/>
                    <a:pt x="318" y="917"/>
                  </a:cubicBezTo>
                  <a:cubicBezTo>
                    <a:pt x="251" y="917"/>
                    <a:pt x="251" y="917"/>
                    <a:pt x="251" y="917"/>
                  </a:cubicBezTo>
                  <a:cubicBezTo>
                    <a:pt x="198" y="917"/>
                    <a:pt x="157" y="913"/>
                    <a:pt x="127" y="904"/>
                  </a:cubicBezTo>
                  <a:cubicBezTo>
                    <a:pt x="64" y="887"/>
                    <a:pt x="25" y="846"/>
                    <a:pt x="11" y="782"/>
                  </a:cubicBezTo>
                  <a:cubicBezTo>
                    <a:pt x="4" y="747"/>
                    <a:pt x="0" y="699"/>
                    <a:pt x="0" y="638"/>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8" name="Freeform 70"/>
            <p:cNvSpPr>
              <a:spLocks/>
            </p:cNvSpPr>
            <p:nvPr userDrawn="1"/>
          </p:nvSpPr>
          <p:spPr bwMode="gray">
            <a:xfrm>
              <a:off x="5376" y="585"/>
              <a:ext cx="31" cy="61"/>
            </a:xfrm>
            <a:custGeom>
              <a:avLst/>
              <a:gdLst>
                <a:gd name="T0" fmla="*/ 0 w 548"/>
                <a:gd name="T1" fmla="*/ 1087 h 1087"/>
                <a:gd name="T2" fmla="*/ 0 w 548"/>
                <a:gd name="T3" fmla="*/ 0 h 1087"/>
                <a:gd name="T4" fmla="*/ 124 w 548"/>
                <a:gd name="T5" fmla="*/ 0 h 1087"/>
                <a:gd name="T6" fmla="*/ 124 w 548"/>
                <a:gd name="T7" fmla="*/ 382 h 1087"/>
                <a:gd name="T8" fmla="*/ 306 w 548"/>
                <a:gd name="T9" fmla="*/ 345 h 1087"/>
                <a:gd name="T10" fmla="*/ 526 w 548"/>
                <a:gd name="T11" fmla="*/ 458 h 1087"/>
                <a:gd name="T12" fmla="*/ 548 w 548"/>
                <a:gd name="T13" fmla="*/ 644 h 1087"/>
                <a:gd name="T14" fmla="*/ 548 w 548"/>
                <a:gd name="T15" fmla="*/ 1087 h 1087"/>
                <a:gd name="T16" fmla="*/ 425 w 548"/>
                <a:gd name="T17" fmla="*/ 1087 h 1087"/>
                <a:gd name="T18" fmla="*/ 425 w 548"/>
                <a:gd name="T19" fmla="*/ 624 h 1087"/>
                <a:gd name="T20" fmla="*/ 403 w 548"/>
                <a:gd name="T21" fmla="*/ 477 h 1087"/>
                <a:gd name="T22" fmla="*/ 294 w 548"/>
                <a:gd name="T23" fmla="*/ 419 h 1087"/>
                <a:gd name="T24" fmla="*/ 124 w 548"/>
                <a:gd name="T25" fmla="*/ 463 h 1087"/>
                <a:gd name="T26" fmla="*/ 124 w 548"/>
                <a:gd name="T27" fmla="*/ 1087 h 1087"/>
                <a:gd name="T28" fmla="*/ 0 w 548"/>
                <a:gd name="T29" fmla="*/ 1087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8" h="1087">
                  <a:moveTo>
                    <a:pt x="0" y="1087"/>
                  </a:moveTo>
                  <a:cubicBezTo>
                    <a:pt x="0" y="0"/>
                    <a:pt x="0" y="0"/>
                    <a:pt x="0" y="0"/>
                  </a:cubicBezTo>
                  <a:cubicBezTo>
                    <a:pt x="124" y="0"/>
                    <a:pt x="124" y="0"/>
                    <a:pt x="124" y="0"/>
                  </a:cubicBezTo>
                  <a:cubicBezTo>
                    <a:pt x="124" y="382"/>
                    <a:pt x="124" y="382"/>
                    <a:pt x="124" y="382"/>
                  </a:cubicBezTo>
                  <a:cubicBezTo>
                    <a:pt x="188" y="357"/>
                    <a:pt x="249" y="345"/>
                    <a:pt x="306" y="345"/>
                  </a:cubicBezTo>
                  <a:cubicBezTo>
                    <a:pt x="420" y="345"/>
                    <a:pt x="493" y="382"/>
                    <a:pt x="526" y="458"/>
                  </a:cubicBezTo>
                  <a:cubicBezTo>
                    <a:pt x="541" y="492"/>
                    <a:pt x="548" y="554"/>
                    <a:pt x="548" y="644"/>
                  </a:cubicBezTo>
                  <a:cubicBezTo>
                    <a:pt x="548" y="1087"/>
                    <a:pt x="548" y="1087"/>
                    <a:pt x="548" y="1087"/>
                  </a:cubicBezTo>
                  <a:cubicBezTo>
                    <a:pt x="425" y="1087"/>
                    <a:pt x="425" y="1087"/>
                    <a:pt x="425" y="1087"/>
                  </a:cubicBezTo>
                  <a:cubicBezTo>
                    <a:pt x="425" y="624"/>
                    <a:pt x="425" y="624"/>
                    <a:pt x="425" y="624"/>
                  </a:cubicBezTo>
                  <a:cubicBezTo>
                    <a:pt x="425" y="555"/>
                    <a:pt x="418" y="506"/>
                    <a:pt x="403" y="477"/>
                  </a:cubicBezTo>
                  <a:cubicBezTo>
                    <a:pt x="384" y="439"/>
                    <a:pt x="347" y="419"/>
                    <a:pt x="294" y="419"/>
                  </a:cubicBezTo>
                  <a:cubicBezTo>
                    <a:pt x="245" y="419"/>
                    <a:pt x="189" y="434"/>
                    <a:pt x="124" y="463"/>
                  </a:cubicBezTo>
                  <a:cubicBezTo>
                    <a:pt x="124" y="1087"/>
                    <a:pt x="124" y="1087"/>
                    <a:pt x="124" y="1087"/>
                  </a:cubicBezTo>
                  <a:lnTo>
                    <a:pt x="0" y="108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9" name="Freeform 71"/>
            <p:cNvSpPr>
              <a:spLocks/>
            </p:cNvSpPr>
            <p:nvPr userDrawn="1"/>
          </p:nvSpPr>
          <p:spPr bwMode="gray">
            <a:xfrm>
              <a:off x="5432" y="605"/>
              <a:ext cx="34" cy="60"/>
            </a:xfrm>
            <a:custGeom>
              <a:avLst/>
              <a:gdLst>
                <a:gd name="T0" fmla="*/ 15 w 34"/>
                <a:gd name="T1" fmla="*/ 41 h 60"/>
                <a:gd name="T2" fmla="*/ 0 w 34"/>
                <a:gd name="T3" fmla="*/ 0 h 60"/>
                <a:gd name="T4" fmla="*/ 7 w 34"/>
                <a:gd name="T5" fmla="*/ 0 h 60"/>
                <a:gd name="T6" fmla="*/ 18 w 34"/>
                <a:gd name="T7" fmla="*/ 33 h 60"/>
                <a:gd name="T8" fmla="*/ 28 w 34"/>
                <a:gd name="T9" fmla="*/ 0 h 60"/>
                <a:gd name="T10" fmla="*/ 34 w 34"/>
                <a:gd name="T11" fmla="*/ 0 h 60"/>
                <a:gd name="T12" fmla="*/ 14 w 34"/>
                <a:gd name="T13" fmla="*/ 60 h 60"/>
                <a:gd name="T14" fmla="*/ 8 w 34"/>
                <a:gd name="T15" fmla="*/ 60 h 60"/>
                <a:gd name="T16" fmla="*/ 15 w 34"/>
                <a:gd name="T17" fmla="*/ 4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60">
                  <a:moveTo>
                    <a:pt x="15" y="41"/>
                  </a:moveTo>
                  <a:lnTo>
                    <a:pt x="0" y="0"/>
                  </a:lnTo>
                  <a:lnTo>
                    <a:pt x="7" y="0"/>
                  </a:lnTo>
                  <a:lnTo>
                    <a:pt x="18" y="33"/>
                  </a:lnTo>
                  <a:lnTo>
                    <a:pt x="28" y="0"/>
                  </a:lnTo>
                  <a:lnTo>
                    <a:pt x="34" y="0"/>
                  </a:lnTo>
                  <a:lnTo>
                    <a:pt x="14" y="60"/>
                  </a:lnTo>
                  <a:lnTo>
                    <a:pt x="8" y="60"/>
                  </a:lnTo>
                  <a:lnTo>
                    <a:pt x="15"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0" name="Freeform 72"/>
            <p:cNvSpPr>
              <a:spLocks noEditPoints="1"/>
            </p:cNvSpPr>
            <p:nvPr userDrawn="1"/>
          </p:nvSpPr>
          <p:spPr bwMode="gray">
            <a:xfrm>
              <a:off x="5470" y="604"/>
              <a:ext cx="34" cy="43"/>
            </a:xfrm>
            <a:custGeom>
              <a:avLst/>
              <a:gdLst>
                <a:gd name="T0" fmla="*/ 304 w 607"/>
                <a:gd name="T1" fmla="*/ 0 h 762"/>
                <a:gd name="T2" fmla="*/ 534 w 607"/>
                <a:gd name="T3" fmla="*/ 103 h 762"/>
                <a:gd name="T4" fmla="*/ 607 w 607"/>
                <a:gd name="T5" fmla="*/ 381 h 762"/>
                <a:gd name="T6" fmla="*/ 534 w 607"/>
                <a:gd name="T7" fmla="*/ 659 h 762"/>
                <a:gd name="T8" fmla="*/ 304 w 607"/>
                <a:gd name="T9" fmla="*/ 762 h 762"/>
                <a:gd name="T10" fmla="*/ 0 w 607"/>
                <a:gd name="T11" fmla="*/ 375 h 762"/>
                <a:gd name="T12" fmla="*/ 73 w 607"/>
                <a:gd name="T13" fmla="*/ 103 h 762"/>
                <a:gd name="T14" fmla="*/ 304 w 607"/>
                <a:gd name="T15" fmla="*/ 0 h 762"/>
                <a:gd name="T16" fmla="*/ 304 w 607"/>
                <a:gd name="T17" fmla="*/ 74 h 762"/>
                <a:gd name="T18" fmla="*/ 159 w 607"/>
                <a:gd name="T19" fmla="*/ 168 h 762"/>
                <a:gd name="T20" fmla="*/ 126 w 607"/>
                <a:gd name="T21" fmla="*/ 377 h 762"/>
                <a:gd name="T22" fmla="*/ 159 w 607"/>
                <a:gd name="T23" fmla="*/ 593 h 762"/>
                <a:gd name="T24" fmla="*/ 304 w 607"/>
                <a:gd name="T25" fmla="*/ 687 h 762"/>
                <a:gd name="T26" fmla="*/ 448 w 607"/>
                <a:gd name="T27" fmla="*/ 593 h 762"/>
                <a:gd name="T28" fmla="*/ 481 w 607"/>
                <a:gd name="T29" fmla="*/ 380 h 762"/>
                <a:gd name="T30" fmla="*/ 448 w 607"/>
                <a:gd name="T31" fmla="*/ 168 h 762"/>
                <a:gd name="T32" fmla="*/ 304 w 607"/>
                <a:gd name="T33" fmla="*/ 74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7" h="762">
                  <a:moveTo>
                    <a:pt x="304" y="0"/>
                  </a:moveTo>
                  <a:cubicBezTo>
                    <a:pt x="407" y="0"/>
                    <a:pt x="484" y="34"/>
                    <a:pt x="534" y="103"/>
                  </a:cubicBezTo>
                  <a:cubicBezTo>
                    <a:pt x="583" y="169"/>
                    <a:pt x="607" y="262"/>
                    <a:pt x="607" y="381"/>
                  </a:cubicBezTo>
                  <a:cubicBezTo>
                    <a:pt x="607" y="499"/>
                    <a:pt x="583" y="591"/>
                    <a:pt x="534" y="659"/>
                  </a:cubicBezTo>
                  <a:cubicBezTo>
                    <a:pt x="485" y="727"/>
                    <a:pt x="408" y="762"/>
                    <a:pt x="304" y="762"/>
                  </a:cubicBezTo>
                  <a:cubicBezTo>
                    <a:pt x="101" y="762"/>
                    <a:pt x="0" y="633"/>
                    <a:pt x="0" y="375"/>
                  </a:cubicBezTo>
                  <a:cubicBezTo>
                    <a:pt x="0" y="260"/>
                    <a:pt x="24" y="169"/>
                    <a:pt x="73" y="103"/>
                  </a:cubicBezTo>
                  <a:cubicBezTo>
                    <a:pt x="123" y="34"/>
                    <a:pt x="200" y="0"/>
                    <a:pt x="304" y="0"/>
                  </a:cubicBezTo>
                  <a:close/>
                  <a:moveTo>
                    <a:pt x="304" y="74"/>
                  </a:moveTo>
                  <a:cubicBezTo>
                    <a:pt x="234" y="74"/>
                    <a:pt x="185" y="106"/>
                    <a:pt x="159" y="168"/>
                  </a:cubicBezTo>
                  <a:cubicBezTo>
                    <a:pt x="137" y="220"/>
                    <a:pt x="126" y="290"/>
                    <a:pt x="126" y="377"/>
                  </a:cubicBezTo>
                  <a:cubicBezTo>
                    <a:pt x="126" y="469"/>
                    <a:pt x="137" y="541"/>
                    <a:pt x="159" y="593"/>
                  </a:cubicBezTo>
                  <a:cubicBezTo>
                    <a:pt x="185" y="655"/>
                    <a:pt x="234" y="687"/>
                    <a:pt x="304" y="687"/>
                  </a:cubicBezTo>
                  <a:cubicBezTo>
                    <a:pt x="374" y="687"/>
                    <a:pt x="422" y="655"/>
                    <a:pt x="448" y="593"/>
                  </a:cubicBezTo>
                  <a:cubicBezTo>
                    <a:pt x="470" y="541"/>
                    <a:pt x="481" y="470"/>
                    <a:pt x="481" y="380"/>
                  </a:cubicBezTo>
                  <a:cubicBezTo>
                    <a:pt x="481" y="289"/>
                    <a:pt x="470" y="219"/>
                    <a:pt x="448" y="168"/>
                  </a:cubicBezTo>
                  <a:cubicBezTo>
                    <a:pt x="421" y="106"/>
                    <a:pt x="373" y="74"/>
                    <a:pt x="304" y="7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1" name="Freeform 73"/>
            <p:cNvSpPr>
              <a:spLocks/>
            </p:cNvSpPr>
            <p:nvPr userDrawn="1"/>
          </p:nvSpPr>
          <p:spPr bwMode="gray">
            <a:xfrm>
              <a:off x="5514" y="605"/>
              <a:ext cx="29" cy="42"/>
            </a:xfrm>
            <a:custGeom>
              <a:avLst/>
              <a:gdLst>
                <a:gd name="T0" fmla="*/ 0 w 527"/>
                <a:gd name="T1" fmla="*/ 0 h 742"/>
                <a:gd name="T2" fmla="*/ 123 w 527"/>
                <a:gd name="T3" fmla="*/ 0 h 742"/>
                <a:gd name="T4" fmla="*/ 123 w 527"/>
                <a:gd name="T5" fmla="*/ 445 h 742"/>
                <a:gd name="T6" fmla="*/ 145 w 527"/>
                <a:gd name="T7" fmla="*/ 609 h 742"/>
                <a:gd name="T8" fmla="*/ 197 w 527"/>
                <a:gd name="T9" fmla="*/ 656 h 742"/>
                <a:gd name="T10" fmla="*/ 276 w 527"/>
                <a:gd name="T11" fmla="*/ 667 h 742"/>
                <a:gd name="T12" fmla="*/ 403 w 527"/>
                <a:gd name="T13" fmla="*/ 648 h 742"/>
                <a:gd name="T14" fmla="*/ 403 w 527"/>
                <a:gd name="T15" fmla="*/ 0 h 742"/>
                <a:gd name="T16" fmla="*/ 527 w 527"/>
                <a:gd name="T17" fmla="*/ 0 h 742"/>
                <a:gd name="T18" fmla="*/ 527 w 527"/>
                <a:gd name="T19" fmla="*/ 710 h 742"/>
                <a:gd name="T20" fmla="*/ 269 w 527"/>
                <a:gd name="T21" fmla="*/ 742 h 742"/>
                <a:gd name="T22" fmla="*/ 86 w 527"/>
                <a:gd name="T23" fmla="*/ 703 h 742"/>
                <a:gd name="T24" fmla="*/ 6 w 527"/>
                <a:gd name="T25" fmla="*/ 567 h 742"/>
                <a:gd name="T26" fmla="*/ 0 w 527"/>
                <a:gd name="T27" fmla="*/ 454 h 742"/>
                <a:gd name="T28" fmla="*/ 0 w 527"/>
                <a:gd name="T29"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7" h="742">
                  <a:moveTo>
                    <a:pt x="0" y="0"/>
                  </a:moveTo>
                  <a:cubicBezTo>
                    <a:pt x="123" y="0"/>
                    <a:pt x="123" y="0"/>
                    <a:pt x="123" y="0"/>
                  </a:cubicBezTo>
                  <a:cubicBezTo>
                    <a:pt x="123" y="445"/>
                    <a:pt x="123" y="445"/>
                    <a:pt x="123" y="445"/>
                  </a:cubicBezTo>
                  <a:cubicBezTo>
                    <a:pt x="123" y="527"/>
                    <a:pt x="131" y="582"/>
                    <a:pt x="145" y="609"/>
                  </a:cubicBezTo>
                  <a:cubicBezTo>
                    <a:pt x="157" y="632"/>
                    <a:pt x="174" y="648"/>
                    <a:pt x="197" y="656"/>
                  </a:cubicBezTo>
                  <a:cubicBezTo>
                    <a:pt x="216" y="663"/>
                    <a:pt x="242" y="667"/>
                    <a:pt x="276" y="667"/>
                  </a:cubicBezTo>
                  <a:cubicBezTo>
                    <a:pt x="317" y="667"/>
                    <a:pt x="359" y="661"/>
                    <a:pt x="403" y="648"/>
                  </a:cubicBezTo>
                  <a:cubicBezTo>
                    <a:pt x="403" y="0"/>
                    <a:pt x="403" y="0"/>
                    <a:pt x="403" y="0"/>
                  </a:cubicBezTo>
                  <a:cubicBezTo>
                    <a:pt x="527" y="0"/>
                    <a:pt x="527" y="0"/>
                    <a:pt x="527" y="0"/>
                  </a:cubicBezTo>
                  <a:cubicBezTo>
                    <a:pt x="527" y="710"/>
                    <a:pt x="527" y="710"/>
                    <a:pt x="527" y="710"/>
                  </a:cubicBezTo>
                  <a:cubicBezTo>
                    <a:pt x="435" y="731"/>
                    <a:pt x="349" y="742"/>
                    <a:pt x="269" y="742"/>
                  </a:cubicBezTo>
                  <a:cubicBezTo>
                    <a:pt x="187" y="742"/>
                    <a:pt x="126" y="729"/>
                    <a:pt x="86" y="703"/>
                  </a:cubicBezTo>
                  <a:cubicBezTo>
                    <a:pt x="41" y="674"/>
                    <a:pt x="14" y="629"/>
                    <a:pt x="6" y="567"/>
                  </a:cubicBezTo>
                  <a:cubicBezTo>
                    <a:pt x="2" y="539"/>
                    <a:pt x="0" y="501"/>
                    <a:pt x="0" y="454"/>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2" name="Freeform 74"/>
            <p:cNvSpPr>
              <a:spLocks/>
            </p:cNvSpPr>
            <p:nvPr userDrawn="1"/>
          </p:nvSpPr>
          <p:spPr bwMode="gray">
            <a:xfrm>
              <a:off x="5115" y="216"/>
              <a:ext cx="132" cy="102"/>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3" name="Freeform 75"/>
            <p:cNvSpPr>
              <a:spLocks/>
            </p:cNvSpPr>
            <p:nvPr userDrawn="1"/>
          </p:nvSpPr>
          <p:spPr bwMode="gray">
            <a:xfrm>
              <a:off x="4899" y="327"/>
              <a:ext cx="91" cy="148"/>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4" name="Freeform 76"/>
            <p:cNvSpPr>
              <a:spLocks/>
            </p:cNvSpPr>
            <p:nvPr userDrawn="1"/>
          </p:nvSpPr>
          <p:spPr bwMode="gray">
            <a:xfrm>
              <a:off x="5114" y="327"/>
              <a:ext cx="60" cy="207"/>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5" name="Freeform 77"/>
            <p:cNvSpPr>
              <a:spLocks/>
            </p:cNvSpPr>
            <p:nvPr userDrawn="1"/>
          </p:nvSpPr>
          <p:spPr bwMode="gray">
            <a:xfrm>
              <a:off x="5180" y="327"/>
              <a:ext cx="47" cy="148"/>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6" name="Freeform 78"/>
            <p:cNvSpPr>
              <a:spLocks/>
            </p:cNvSpPr>
            <p:nvPr userDrawn="1"/>
          </p:nvSpPr>
          <p:spPr bwMode="gray">
            <a:xfrm>
              <a:off x="5227" y="327"/>
              <a:ext cx="111" cy="148"/>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7" name="Freeform 79"/>
            <p:cNvSpPr>
              <a:spLocks/>
            </p:cNvSpPr>
            <p:nvPr userDrawn="1"/>
          </p:nvSpPr>
          <p:spPr bwMode="gray">
            <a:xfrm>
              <a:off x="5429" y="327"/>
              <a:ext cx="124" cy="151"/>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8" name="Freeform 80"/>
            <p:cNvSpPr>
              <a:spLocks/>
            </p:cNvSpPr>
            <p:nvPr userDrawn="1"/>
          </p:nvSpPr>
          <p:spPr bwMode="gray">
            <a:xfrm>
              <a:off x="4994" y="327"/>
              <a:ext cx="125" cy="151"/>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9" name="Freeform 81"/>
            <p:cNvSpPr>
              <a:spLocks/>
            </p:cNvSpPr>
            <p:nvPr userDrawn="1"/>
          </p:nvSpPr>
          <p:spPr bwMode="gray">
            <a:xfrm>
              <a:off x="5333" y="324"/>
              <a:ext cx="95" cy="154"/>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647173" name="Rectangle 5"/>
          <p:cNvSpPr>
            <a:spLocks noGrp="1" noChangeArrowheads="1"/>
          </p:cNvSpPr>
          <p:nvPr>
            <p:ph type="subTitle" idx="1"/>
          </p:nvPr>
        </p:nvSpPr>
        <p:spPr>
          <a:xfrm>
            <a:off x="323850" y="4572000"/>
            <a:ext cx="7920038" cy="1784350"/>
          </a:xfrm>
        </p:spPr>
        <p:txBody>
          <a:bodyPr/>
          <a:lstStyle>
            <a:lvl1pPr marL="0" indent="0">
              <a:lnSpc>
                <a:spcPct val="100000"/>
              </a:lnSpc>
              <a:spcBef>
                <a:spcPct val="0"/>
              </a:spcBef>
              <a:spcAft>
                <a:spcPct val="0"/>
              </a:spcAft>
              <a:buFont typeface="Wingdings" pitchFamily="2" charset="2"/>
              <a:buNone/>
              <a:defRPr sz="2800"/>
            </a:lvl1pPr>
          </a:lstStyle>
          <a:p>
            <a:pPr lvl="0"/>
            <a:r>
              <a:rPr lang="ja-JP" altLang="en-US" noProof="0" smtClean="0"/>
              <a:t>マスタ サブタイトルの書式設定</a:t>
            </a:r>
          </a:p>
        </p:txBody>
      </p:sp>
      <p:sp>
        <p:nvSpPr>
          <p:cNvPr id="647174" name="Rectangle 6"/>
          <p:cNvSpPr>
            <a:spLocks noGrp="1" noChangeArrowheads="1"/>
          </p:cNvSpPr>
          <p:nvPr>
            <p:ph type="ctrTitle"/>
          </p:nvPr>
        </p:nvSpPr>
        <p:spPr>
          <a:xfrm>
            <a:off x="323850" y="1738313"/>
            <a:ext cx="7920038" cy="2360612"/>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4400">
                <a:solidFill>
                  <a:srgbClr val="FFFFFF"/>
                </a:solidFill>
              </a:defRPr>
            </a:lvl1pPr>
          </a:lstStyle>
          <a:p>
            <a:pPr lvl="0"/>
            <a:r>
              <a:rPr lang="en-US" altLang="ja-JP" noProof="0" smtClean="0"/>
              <a:t/>
            </a:r>
            <a:br>
              <a:rPr lang="en-US" altLang="ja-JP" noProof="0" smtClean="0"/>
            </a:br>
            <a:r>
              <a:rPr lang="ja-JP" altLang="en-US" noProof="0" smtClean="0"/>
              <a:t>マスタ タイトルの書式設定</a:t>
            </a:r>
            <a:endParaRPr lang="de-DE" altLang="ja-JP" noProof="0" smtClean="0"/>
          </a:p>
        </p:txBody>
      </p:sp>
      <p:sp>
        <p:nvSpPr>
          <p:cNvPr id="647215" name="Rectangle 47"/>
          <p:cNvSpPr>
            <a:spLocks noGrp="1" noChangeArrowheads="1"/>
          </p:cNvSpPr>
          <p:nvPr>
            <p:ph type="ftr" sz="quarter" idx="3"/>
          </p:nvPr>
        </p:nvSpPr>
        <p:spPr/>
        <p:txBody>
          <a:bodyPr/>
          <a:lstStyle>
            <a:lvl1pPr>
              <a:defRPr/>
            </a:lvl1pPr>
          </a:lstStyle>
          <a:p>
            <a:r>
              <a:rPr lang="de-DE" altLang="ja-JP" dirty="0" smtClean="0"/>
              <a:t>Copyright 2018 FUJITSU LIMITED</a:t>
            </a:r>
            <a:endParaRPr lang="de-DE" altLang="ja-JP" dirty="0"/>
          </a:p>
        </p:txBody>
      </p:sp>
      <p:pic>
        <p:nvPicPr>
          <p:cNvPr id="647216" name="Picture 48" descr="SD_INTERNAL USE ONLY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gray">
          <a:xfrm>
            <a:off x="192088" y="6664325"/>
            <a:ext cx="1579562" cy="1889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C8C8C8"/>
                    </a:gs>
                  </a:gsLst>
                  <a:lin ang="5400000" scaled="1"/>
                </a:gradFill>
              </a14:hiddenFill>
            </a:ext>
            <a:ext uri="{91240B29-F687-4F45-9708-019B960494DF}">
              <a14:hiddenLine xmlns:a14="http://schemas.microsoft.com/office/drawing/2010/main" w="9525" algn="ctr">
                <a:solidFill>
                  <a:srgbClr val="505050"/>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pic>
    </p:spTree>
    <p:extLst>
      <p:ext uri="{BB962C8B-B14F-4D97-AF65-F5344CB8AC3E}">
        <p14:creationId xmlns:p14="http://schemas.microsoft.com/office/powerpoint/2010/main" val="363804335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スライド番号プレースホルダー 3"/>
          <p:cNvSpPr>
            <a:spLocks noGrp="1"/>
          </p:cNvSpPr>
          <p:nvPr>
            <p:ph type="sldNum" sz="quarter" idx="10"/>
          </p:nvPr>
        </p:nvSpPr>
        <p:spPr/>
        <p:txBody>
          <a:bodyPr/>
          <a:lstStyle>
            <a:lvl1pPr>
              <a:defRPr/>
            </a:lvl1pPr>
          </a:lstStyle>
          <a:p>
            <a:fld id="{81BB7609-8E8F-4B57-9227-14DAD6151A60}" type="slidenum">
              <a:rPr lang="de-DE" altLang="ja-JP"/>
              <a:pPr/>
              <a:t>‹#›</a:t>
            </a:fld>
            <a:endParaRPr lang="de-DE" altLang="ja-JP"/>
          </a:p>
        </p:txBody>
      </p:sp>
      <p:sp>
        <p:nvSpPr>
          <p:cNvPr id="5" name="フッター プレースホルダー 4"/>
          <p:cNvSpPr>
            <a:spLocks noGrp="1"/>
          </p:cNvSpPr>
          <p:nvPr>
            <p:ph type="ftr" sz="quarter" idx="11"/>
          </p:nvPr>
        </p:nvSpPr>
        <p:spPr/>
        <p:txBody>
          <a:bodyPr/>
          <a:lstStyle>
            <a:lvl1pPr>
              <a:defRPr/>
            </a:lvl1pPr>
          </a:lstStyle>
          <a:p>
            <a:r>
              <a:rPr lang="de-DE" altLang="ja-JP" dirty="0" smtClean="0"/>
              <a:t>Copyright 2018 FUJITSU LIMITED</a:t>
            </a:r>
            <a:endParaRPr lang="de-DE" altLang="ja-JP" dirty="0"/>
          </a:p>
        </p:txBody>
      </p:sp>
    </p:spTree>
    <p:extLst>
      <p:ext uri="{BB962C8B-B14F-4D97-AF65-F5344CB8AC3E}">
        <p14:creationId xmlns:p14="http://schemas.microsoft.com/office/powerpoint/2010/main" val="3492964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smtClean="0"/>
              <a:t>マスター テキストの書式設定</a:t>
            </a:r>
          </a:p>
        </p:txBody>
      </p:sp>
      <p:sp>
        <p:nvSpPr>
          <p:cNvPr id="4" name="スライド番号プレースホルダー 3"/>
          <p:cNvSpPr>
            <a:spLocks noGrp="1"/>
          </p:cNvSpPr>
          <p:nvPr>
            <p:ph type="sldNum" sz="quarter" idx="10"/>
          </p:nvPr>
        </p:nvSpPr>
        <p:spPr/>
        <p:txBody>
          <a:bodyPr/>
          <a:lstStyle>
            <a:lvl1pPr>
              <a:defRPr/>
            </a:lvl1pPr>
          </a:lstStyle>
          <a:p>
            <a:fld id="{8726D86C-6E01-4A7E-8065-B47B929735CF}" type="slidenum">
              <a:rPr lang="de-DE" altLang="ja-JP"/>
              <a:pPr/>
              <a:t>‹#›</a:t>
            </a:fld>
            <a:endParaRPr lang="de-DE" altLang="ja-JP"/>
          </a:p>
        </p:txBody>
      </p:sp>
      <p:sp>
        <p:nvSpPr>
          <p:cNvPr id="5" name="フッター プレースホルダー 4"/>
          <p:cNvSpPr>
            <a:spLocks noGrp="1"/>
          </p:cNvSpPr>
          <p:nvPr>
            <p:ph type="ftr" sz="quarter" idx="11"/>
          </p:nvPr>
        </p:nvSpPr>
        <p:spPr/>
        <p:txBody>
          <a:bodyPr/>
          <a:lstStyle>
            <a:lvl1pPr>
              <a:defRPr/>
            </a:lvl1pPr>
          </a:lstStyle>
          <a:p>
            <a:r>
              <a:rPr lang="de-DE" altLang="ja-JP" dirty="0" smtClean="0"/>
              <a:t>Copyright 2018 FUJITSU LIMITED</a:t>
            </a:r>
            <a:endParaRPr lang="de-DE" altLang="ja-JP" dirty="0"/>
          </a:p>
        </p:txBody>
      </p:sp>
    </p:spTree>
    <p:extLst>
      <p:ext uri="{BB962C8B-B14F-4D97-AF65-F5344CB8AC3E}">
        <p14:creationId xmlns:p14="http://schemas.microsoft.com/office/powerpoint/2010/main" val="2810444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sz="half" idx="1"/>
          </p:nvPr>
        </p:nvSpPr>
        <p:spPr>
          <a:xfrm>
            <a:off x="168275" y="869950"/>
            <a:ext cx="4316413" cy="5592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ー 3"/>
          <p:cNvSpPr>
            <a:spLocks noGrp="1"/>
          </p:cNvSpPr>
          <p:nvPr>
            <p:ph sz="half" idx="2"/>
          </p:nvPr>
        </p:nvSpPr>
        <p:spPr>
          <a:xfrm>
            <a:off x="4637088" y="869950"/>
            <a:ext cx="4318000" cy="5592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スライド番号プレースホルダー 4"/>
          <p:cNvSpPr>
            <a:spLocks noGrp="1"/>
          </p:cNvSpPr>
          <p:nvPr>
            <p:ph type="sldNum" sz="quarter" idx="10"/>
          </p:nvPr>
        </p:nvSpPr>
        <p:spPr/>
        <p:txBody>
          <a:bodyPr/>
          <a:lstStyle>
            <a:lvl1pPr>
              <a:defRPr/>
            </a:lvl1pPr>
          </a:lstStyle>
          <a:p>
            <a:fld id="{6A7BEFBB-DB23-4E8F-8EB6-C97BA55F7BE3}" type="slidenum">
              <a:rPr lang="de-DE" altLang="ja-JP"/>
              <a:pPr/>
              <a:t>‹#›</a:t>
            </a:fld>
            <a:endParaRPr lang="de-DE" altLang="ja-JP"/>
          </a:p>
        </p:txBody>
      </p:sp>
      <p:sp>
        <p:nvSpPr>
          <p:cNvPr id="6" name="フッター プレースホルダー 5"/>
          <p:cNvSpPr>
            <a:spLocks noGrp="1"/>
          </p:cNvSpPr>
          <p:nvPr>
            <p:ph type="ftr" sz="quarter" idx="11"/>
          </p:nvPr>
        </p:nvSpPr>
        <p:spPr/>
        <p:txBody>
          <a:bodyPr/>
          <a:lstStyle>
            <a:lvl1pPr>
              <a:defRPr/>
            </a:lvl1pPr>
          </a:lstStyle>
          <a:p>
            <a:r>
              <a:rPr lang="de-DE" altLang="ja-JP" dirty="0" smtClean="0"/>
              <a:t>Copyright 2018 FUJITSU LIMITED</a:t>
            </a:r>
            <a:endParaRPr lang="de-DE" altLang="ja-JP" dirty="0"/>
          </a:p>
        </p:txBody>
      </p:sp>
    </p:spTree>
    <p:extLst>
      <p:ext uri="{BB962C8B-B14F-4D97-AF65-F5344CB8AC3E}">
        <p14:creationId xmlns:p14="http://schemas.microsoft.com/office/powerpoint/2010/main" val="2264410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スライド番号プレースホルダー 6"/>
          <p:cNvSpPr>
            <a:spLocks noGrp="1"/>
          </p:cNvSpPr>
          <p:nvPr>
            <p:ph type="sldNum" sz="quarter" idx="10"/>
          </p:nvPr>
        </p:nvSpPr>
        <p:spPr/>
        <p:txBody>
          <a:bodyPr/>
          <a:lstStyle>
            <a:lvl1pPr>
              <a:defRPr/>
            </a:lvl1pPr>
          </a:lstStyle>
          <a:p>
            <a:fld id="{52799730-EADD-4F48-8007-D420467E62DF}" type="slidenum">
              <a:rPr lang="de-DE" altLang="ja-JP"/>
              <a:pPr/>
              <a:t>‹#›</a:t>
            </a:fld>
            <a:endParaRPr lang="de-DE" altLang="ja-JP"/>
          </a:p>
        </p:txBody>
      </p:sp>
      <p:sp>
        <p:nvSpPr>
          <p:cNvPr id="8" name="フッター プレースホルダー 7"/>
          <p:cNvSpPr>
            <a:spLocks noGrp="1"/>
          </p:cNvSpPr>
          <p:nvPr>
            <p:ph type="ftr" sz="quarter" idx="11"/>
          </p:nvPr>
        </p:nvSpPr>
        <p:spPr/>
        <p:txBody>
          <a:bodyPr/>
          <a:lstStyle>
            <a:lvl1pPr>
              <a:defRPr/>
            </a:lvl1pPr>
          </a:lstStyle>
          <a:p>
            <a:r>
              <a:rPr lang="de-DE" altLang="ja-JP" dirty="0" smtClean="0"/>
              <a:t>Copyright 2018 FUJITSU LIMITED</a:t>
            </a:r>
            <a:endParaRPr lang="de-DE" altLang="ja-JP" dirty="0"/>
          </a:p>
        </p:txBody>
      </p:sp>
    </p:spTree>
    <p:extLst>
      <p:ext uri="{BB962C8B-B14F-4D97-AF65-F5344CB8AC3E}">
        <p14:creationId xmlns:p14="http://schemas.microsoft.com/office/powerpoint/2010/main" val="2703069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スライド番号プレースホルダー 2"/>
          <p:cNvSpPr>
            <a:spLocks noGrp="1"/>
          </p:cNvSpPr>
          <p:nvPr>
            <p:ph type="sldNum" sz="quarter" idx="10"/>
          </p:nvPr>
        </p:nvSpPr>
        <p:spPr/>
        <p:txBody>
          <a:bodyPr/>
          <a:lstStyle>
            <a:lvl1pPr>
              <a:defRPr/>
            </a:lvl1pPr>
          </a:lstStyle>
          <a:p>
            <a:fld id="{1F1D96E5-374A-4205-93AA-7153BEA56657}" type="slidenum">
              <a:rPr lang="de-DE" altLang="ja-JP"/>
              <a:pPr/>
              <a:t>‹#›</a:t>
            </a:fld>
            <a:endParaRPr lang="de-DE" altLang="ja-JP"/>
          </a:p>
        </p:txBody>
      </p:sp>
      <p:sp>
        <p:nvSpPr>
          <p:cNvPr id="4" name="フッター プレースホルダー 3"/>
          <p:cNvSpPr>
            <a:spLocks noGrp="1"/>
          </p:cNvSpPr>
          <p:nvPr>
            <p:ph type="ftr" sz="quarter" idx="11"/>
          </p:nvPr>
        </p:nvSpPr>
        <p:spPr/>
        <p:txBody>
          <a:bodyPr/>
          <a:lstStyle>
            <a:lvl1pPr>
              <a:defRPr/>
            </a:lvl1pPr>
          </a:lstStyle>
          <a:p>
            <a:r>
              <a:rPr lang="de-DE" altLang="ja-JP" dirty="0" smtClean="0"/>
              <a:t>Copyright 2018 FUJITSU LIMITED</a:t>
            </a:r>
            <a:endParaRPr lang="de-DE" altLang="ja-JP" dirty="0"/>
          </a:p>
        </p:txBody>
      </p:sp>
    </p:spTree>
    <p:extLst>
      <p:ext uri="{BB962C8B-B14F-4D97-AF65-F5344CB8AC3E}">
        <p14:creationId xmlns:p14="http://schemas.microsoft.com/office/powerpoint/2010/main" val="769663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スライド番号プレースホルダー 1"/>
          <p:cNvSpPr>
            <a:spLocks noGrp="1"/>
          </p:cNvSpPr>
          <p:nvPr>
            <p:ph type="sldNum" sz="quarter" idx="10"/>
          </p:nvPr>
        </p:nvSpPr>
        <p:spPr/>
        <p:txBody>
          <a:bodyPr/>
          <a:lstStyle>
            <a:lvl1pPr>
              <a:defRPr/>
            </a:lvl1pPr>
          </a:lstStyle>
          <a:p>
            <a:fld id="{CC5A0024-B69E-4973-B5F9-FFC1561A19E7}" type="slidenum">
              <a:rPr lang="de-DE" altLang="ja-JP"/>
              <a:pPr/>
              <a:t>‹#›</a:t>
            </a:fld>
            <a:endParaRPr lang="de-DE" altLang="ja-JP"/>
          </a:p>
        </p:txBody>
      </p:sp>
      <p:sp>
        <p:nvSpPr>
          <p:cNvPr id="3" name="フッター プレースホルダー 2"/>
          <p:cNvSpPr>
            <a:spLocks noGrp="1"/>
          </p:cNvSpPr>
          <p:nvPr>
            <p:ph type="ftr" sz="quarter" idx="11"/>
          </p:nvPr>
        </p:nvSpPr>
        <p:spPr/>
        <p:txBody>
          <a:bodyPr/>
          <a:lstStyle>
            <a:lvl1pPr>
              <a:defRPr/>
            </a:lvl1pPr>
          </a:lstStyle>
          <a:p>
            <a:r>
              <a:rPr lang="de-DE" altLang="ja-JP" dirty="0" smtClean="0"/>
              <a:t>Copyright 2018 FUJITSU LIMITED</a:t>
            </a:r>
            <a:endParaRPr lang="de-DE" altLang="ja-JP" dirty="0"/>
          </a:p>
        </p:txBody>
      </p:sp>
    </p:spTree>
    <p:extLst>
      <p:ext uri="{BB962C8B-B14F-4D97-AF65-F5344CB8AC3E}">
        <p14:creationId xmlns:p14="http://schemas.microsoft.com/office/powerpoint/2010/main" val="3893698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スライド番号プレースホルダー 4"/>
          <p:cNvSpPr>
            <a:spLocks noGrp="1"/>
          </p:cNvSpPr>
          <p:nvPr>
            <p:ph type="sldNum" sz="quarter" idx="10"/>
          </p:nvPr>
        </p:nvSpPr>
        <p:spPr/>
        <p:txBody>
          <a:bodyPr/>
          <a:lstStyle>
            <a:lvl1pPr>
              <a:defRPr/>
            </a:lvl1pPr>
          </a:lstStyle>
          <a:p>
            <a:fld id="{EC18067B-696E-4789-ADED-E6AABAE9D6AB}" type="slidenum">
              <a:rPr lang="de-DE" altLang="ja-JP"/>
              <a:pPr/>
              <a:t>‹#›</a:t>
            </a:fld>
            <a:endParaRPr lang="de-DE" altLang="ja-JP"/>
          </a:p>
        </p:txBody>
      </p:sp>
      <p:sp>
        <p:nvSpPr>
          <p:cNvPr id="6" name="フッター プレースホルダー 5"/>
          <p:cNvSpPr>
            <a:spLocks noGrp="1"/>
          </p:cNvSpPr>
          <p:nvPr>
            <p:ph type="ftr" sz="quarter" idx="11"/>
          </p:nvPr>
        </p:nvSpPr>
        <p:spPr/>
        <p:txBody>
          <a:bodyPr/>
          <a:lstStyle>
            <a:lvl1pPr>
              <a:defRPr/>
            </a:lvl1pPr>
          </a:lstStyle>
          <a:p>
            <a:r>
              <a:rPr lang="de-DE" altLang="ja-JP" dirty="0" smtClean="0"/>
              <a:t>Copyright 2018 FUJITSU LIMITED</a:t>
            </a:r>
            <a:endParaRPr lang="de-DE" altLang="ja-JP" dirty="0"/>
          </a:p>
        </p:txBody>
      </p:sp>
    </p:spTree>
    <p:extLst>
      <p:ext uri="{BB962C8B-B14F-4D97-AF65-F5344CB8AC3E}">
        <p14:creationId xmlns:p14="http://schemas.microsoft.com/office/powerpoint/2010/main" val="2686759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smtClean="0"/>
              <a:t>マスター タイトルの書式設定</a:t>
            </a:r>
            <a:endParaRPr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スライド番号プレースホルダー 4"/>
          <p:cNvSpPr>
            <a:spLocks noGrp="1"/>
          </p:cNvSpPr>
          <p:nvPr>
            <p:ph type="sldNum" sz="quarter" idx="10"/>
          </p:nvPr>
        </p:nvSpPr>
        <p:spPr/>
        <p:txBody>
          <a:bodyPr/>
          <a:lstStyle>
            <a:lvl1pPr>
              <a:defRPr/>
            </a:lvl1pPr>
          </a:lstStyle>
          <a:p>
            <a:fld id="{96E477D3-C55A-49DA-B406-07E97E29C77F}" type="slidenum">
              <a:rPr lang="de-DE" altLang="ja-JP"/>
              <a:pPr/>
              <a:t>‹#›</a:t>
            </a:fld>
            <a:endParaRPr lang="de-DE" altLang="ja-JP"/>
          </a:p>
        </p:txBody>
      </p:sp>
      <p:sp>
        <p:nvSpPr>
          <p:cNvPr id="6" name="フッター プレースホルダー 5"/>
          <p:cNvSpPr>
            <a:spLocks noGrp="1"/>
          </p:cNvSpPr>
          <p:nvPr>
            <p:ph type="ftr" sz="quarter" idx="11"/>
          </p:nvPr>
        </p:nvSpPr>
        <p:spPr/>
        <p:txBody>
          <a:bodyPr/>
          <a:lstStyle>
            <a:lvl1pPr>
              <a:defRPr/>
            </a:lvl1pPr>
          </a:lstStyle>
          <a:p>
            <a:r>
              <a:rPr lang="de-DE" altLang="ja-JP" dirty="0" smtClean="0"/>
              <a:t>Copyright 2018 FUJITSU LIMITED</a:t>
            </a:r>
            <a:endParaRPr lang="de-DE" altLang="ja-JP" dirty="0"/>
          </a:p>
        </p:txBody>
      </p:sp>
    </p:spTree>
    <p:extLst>
      <p:ext uri="{BB962C8B-B14F-4D97-AF65-F5344CB8AC3E}">
        <p14:creationId xmlns:p14="http://schemas.microsoft.com/office/powerpoint/2010/main" val="513851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スライド番号プレースホルダー 3"/>
          <p:cNvSpPr>
            <a:spLocks noGrp="1"/>
          </p:cNvSpPr>
          <p:nvPr>
            <p:ph type="sldNum" sz="quarter" idx="10"/>
          </p:nvPr>
        </p:nvSpPr>
        <p:spPr/>
        <p:txBody>
          <a:bodyPr/>
          <a:lstStyle>
            <a:lvl1pPr>
              <a:defRPr/>
            </a:lvl1pPr>
          </a:lstStyle>
          <a:p>
            <a:fld id="{B87E76EA-7E96-4F26-BF91-F6624EF0C8C9}" type="slidenum">
              <a:rPr lang="de-DE" altLang="ja-JP"/>
              <a:pPr/>
              <a:t>‹#›</a:t>
            </a:fld>
            <a:endParaRPr lang="de-DE" altLang="ja-JP"/>
          </a:p>
        </p:txBody>
      </p:sp>
      <p:sp>
        <p:nvSpPr>
          <p:cNvPr id="5" name="フッター プレースホルダー 4"/>
          <p:cNvSpPr>
            <a:spLocks noGrp="1"/>
          </p:cNvSpPr>
          <p:nvPr>
            <p:ph type="ftr" sz="quarter" idx="11"/>
          </p:nvPr>
        </p:nvSpPr>
        <p:spPr/>
        <p:txBody>
          <a:bodyPr/>
          <a:lstStyle>
            <a:lvl1pPr>
              <a:defRPr/>
            </a:lvl1pPr>
          </a:lstStyle>
          <a:p>
            <a:r>
              <a:rPr lang="de-DE" altLang="ja-JP" dirty="0" smtClean="0"/>
              <a:t>Copyright 2018 FUJITSU LIMITED</a:t>
            </a:r>
            <a:endParaRPr lang="de-DE" altLang="ja-JP" dirty="0"/>
          </a:p>
        </p:txBody>
      </p:sp>
    </p:spTree>
    <p:extLst>
      <p:ext uri="{BB962C8B-B14F-4D97-AF65-F5344CB8AC3E}">
        <p14:creationId xmlns:p14="http://schemas.microsoft.com/office/powerpoint/2010/main" val="780894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759575" y="-1588"/>
            <a:ext cx="2195513" cy="6464301"/>
          </a:xfrm>
        </p:spPr>
        <p:txBody>
          <a:bodyPr vert="eaVert"/>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a:xfrm>
            <a:off x="168275" y="-1588"/>
            <a:ext cx="6438900" cy="6464301"/>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スライド番号プレースホルダー 3"/>
          <p:cNvSpPr>
            <a:spLocks noGrp="1"/>
          </p:cNvSpPr>
          <p:nvPr>
            <p:ph type="sldNum" sz="quarter" idx="10"/>
          </p:nvPr>
        </p:nvSpPr>
        <p:spPr/>
        <p:txBody>
          <a:bodyPr/>
          <a:lstStyle>
            <a:lvl1pPr>
              <a:defRPr/>
            </a:lvl1pPr>
          </a:lstStyle>
          <a:p>
            <a:fld id="{0E30D99D-6F47-4CC2-A112-BE449EA01476}" type="slidenum">
              <a:rPr lang="de-DE" altLang="ja-JP"/>
              <a:pPr/>
              <a:t>‹#›</a:t>
            </a:fld>
            <a:endParaRPr lang="de-DE" altLang="ja-JP"/>
          </a:p>
        </p:txBody>
      </p:sp>
      <p:sp>
        <p:nvSpPr>
          <p:cNvPr id="5" name="フッター プレースホルダー 4"/>
          <p:cNvSpPr>
            <a:spLocks noGrp="1"/>
          </p:cNvSpPr>
          <p:nvPr>
            <p:ph type="ftr" sz="quarter" idx="11"/>
          </p:nvPr>
        </p:nvSpPr>
        <p:spPr/>
        <p:txBody>
          <a:bodyPr/>
          <a:lstStyle>
            <a:lvl1pPr>
              <a:defRPr/>
            </a:lvl1pPr>
          </a:lstStyle>
          <a:p>
            <a:r>
              <a:rPr lang="de-DE" altLang="ja-JP" dirty="0" smtClean="0"/>
              <a:t>Copyright 2018 FUJITSU LIMITED</a:t>
            </a:r>
            <a:endParaRPr lang="de-DE" altLang="ja-JP" dirty="0"/>
          </a:p>
        </p:txBody>
      </p:sp>
    </p:spTree>
    <p:extLst>
      <p:ext uri="{BB962C8B-B14F-4D97-AF65-F5344CB8AC3E}">
        <p14:creationId xmlns:p14="http://schemas.microsoft.com/office/powerpoint/2010/main" val="412767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pic>
        <p:nvPicPr>
          <p:cNvPr id="646175" name="Picture 31" descr="ContentGray20_L150"/>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gray">
          <a:xfrm>
            <a:off x="0" y="0"/>
            <a:ext cx="9144000" cy="1073150"/>
          </a:xfrm>
          <a:prstGeom prst="rect">
            <a:avLst/>
          </a:prstGeom>
          <a:noFill/>
          <a:extLst>
            <a:ext uri="{909E8E84-426E-40DD-AFC4-6F175D3DCCD1}">
              <a14:hiddenFill xmlns:a14="http://schemas.microsoft.com/office/drawing/2010/main">
                <a:solidFill>
                  <a:srgbClr val="FFFFFF"/>
                </a:solidFill>
              </a14:hiddenFill>
            </a:ext>
          </a:extLst>
        </p:spPr>
      </p:pic>
      <p:sp>
        <p:nvSpPr>
          <p:cNvPr id="646148" name="Line 4"/>
          <p:cNvSpPr>
            <a:spLocks noChangeShapeType="1"/>
          </p:cNvSpPr>
          <p:nvPr userDrawn="1"/>
        </p:nvSpPr>
        <p:spPr bwMode="gray">
          <a:xfrm>
            <a:off x="0" y="6632575"/>
            <a:ext cx="9144000" cy="0"/>
          </a:xfrm>
          <a:prstGeom prst="line">
            <a:avLst/>
          </a:prstGeom>
          <a:noFill/>
          <a:ln w="12700">
            <a:solidFill>
              <a:srgbClr val="87867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646151" name="Rectangle 7"/>
          <p:cNvSpPr>
            <a:spLocks noGrp="1" noChangeArrowheads="1"/>
          </p:cNvSpPr>
          <p:nvPr>
            <p:ph type="title"/>
          </p:nvPr>
        </p:nvSpPr>
        <p:spPr bwMode="gray">
          <a:xfrm>
            <a:off x="169863" y="-1588"/>
            <a:ext cx="785812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p>
            <a:pPr lvl="0"/>
            <a:r>
              <a:rPr lang="ja-JP" altLang="en-US" smtClean="0"/>
              <a:t>マスタ タイトルの書式設定</a:t>
            </a:r>
          </a:p>
        </p:txBody>
      </p:sp>
      <p:sp>
        <p:nvSpPr>
          <p:cNvPr id="646152" name="Rectangle 8"/>
          <p:cNvSpPr>
            <a:spLocks noGrp="1" noChangeArrowheads="1"/>
          </p:cNvSpPr>
          <p:nvPr>
            <p:ph type="body" idx="1"/>
          </p:nvPr>
        </p:nvSpPr>
        <p:spPr bwMode="gray">
          <a:xfrm>
            <a:off x="168275" y="869950"/>
            <a:ext cx="8786813" cy="559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ja-JP" altLang="en-US" smtClean="0"/>
              <a:t>マスタテキスト</a:t>
            </a:r>
            <a:r>
              <a:rPr lang="en-US" altLang="ja-JP" smtClean="0"/>
              <a:t>24</a:t>
            </a:r>
            <a:r>
              <a:rPr lang="ja-JP" altLang="en-US" smtClean="0"/>
              <a:t>ｐああああああああああああああああああああああああああああああああああああああああああああああああああ</a:t>
            </a:r>
          </a:p>
          <a:p>
            <a:pPr lvl="1"/>
            <a:r>
              <a:rPr lang="ja-JP" altLang="en-US" smtClean="0"/>
              <a:t>マスタテキスト</a:t>
            </a:r>
            <a:r>
              <a:rPr lang="en-US" altLang="ja-JP" smtClean="0"/>
              <a:t>20</a:t>
            </a:r>
            <a:r>
              <a:rPr lang="ja-JP" altLang="en-US" smtClean="0"/>
              <a:t>ｐああああああああああああああああああああああああああああああああああああああああああああ</a:t>
            </a:r>
          </a:p>
          <a:p>
            <a:pPr lvl="2"/>
            <a:r>
              <a:rPr lang="ja-JP" altLang="en-US" smtClean="0"/>
              <a:t>マスタテキスト</a:t>
            </a:r>
            <a:r>
              <a:rPr lang="en-US" altLang="ja-JP" smtClean="0"/>
              <a:t>18</a:t>
            </a:r>
            <a:r>
              <a:rPr lang="ja-JP" altLang="en-US" smtClean="0"/>
              <a:t>ｐああああああああああああああああああああああああああああああああああああああああああああああ</a:t>
            </a:r>
          </a:p>
          <a:p>
            <a:pPr lvl="3"/>
            <a:r>
              <a:rPr lang="ja-JP" altLang="en-US" smtClean="0"/>
              <a:t>マスタテキスト</a:t>
            </a:r>
            <a:r>
              <a:rPr lang="en-US" altLang="ja-JP" smtClean="0"/>
              <a:t>16</a:t>
            </a:r>
            <a:r>
              <a:rPr lang="ja-JP" altLang="en-US" smtClean="0"/>
              <a:t>ｐあああああああああああああああああああああああああああああああああああああああああああああああ</a:t>
            </a:r>
          </a:p>
        </p:txBody>
      </p:sp>
      <p:grpSp>
        <p:nvGrpSpPr>
          <p:cNvPr id="646163" name="Group 19"/>
          <p:cNvGrpSpPr>
            <a:grpSpLocks noChangeAspect="1"/>
          </p:cNvGrpSpPr>
          <p:nvPr userDrawn="1"/>
        </p:nvGrpSpPr>
        <p:grpSpPr bwMode="auto">
          <a:xfrm>
            <a:off x="7888288" y="79375"/>
            <a:ext cx="1176337" cy="657225"/>
            <a:chOff x="4969" y="50"/>
            <a:chExt cx="741" cy="414"/>
          </a:xfrm>
        </p:grpSpPr>
        <p:sp>
          <p:nvSpPr>
            <p:cNvPr id="646162" name="AutoShape 18"/>
            <p:cNvSpPr>
              <a:spLocks noChangeAspect="1" noChangeArrowheads="1" noTextEdit="1"/>
            </p:cNvSpPr>
            <p:nvPr userDrawn="1"/>
          </p:nvSpPr>
          <p:spPr bwMode="gray">
            <a:xfrm>
              <a:off x="4969" y="50"/>
              <a:ext cx="741"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p>
          </p:txBody>
        </p:sp>
        <p:sp>
          <p:nvSpPr>
            <p:cNvPr id="646164" name="Freeform 20"/>
            <p:cNvSpPr>
              <a:spLocks/>
            </p:cNvSpPr>
            <p:nvPr userDrawn="1"/>
          </p:nvSpPr>
          <p:spPr bwMode="gray">
            <a:xfrm>
              <a:off x="5334" y="121"/>
              <a:ext cx="94" cy="72"/>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6165" name="Freeform 21"/>
            <p:cNvSpPr>
              <a:spLocks/>
            </p:cNvSpPr>
            <p:nvPr userDrawn="1"/>
          </p:nvSpPr>
          <p:spPr bwMode="gray">
            <a:xfrm>
              <a:off x="5180" y="200"/>
              <a:ext cx="65" cy="106"/>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6166" name="Freeform 22"/>
            <p:cNvSpPr>
              <a:spLocks/>
            </p:cNvSpPr>
            <p:nvPr userDrawn="1"/>
          </p:nvSpPr>
          <p:spPr bwMode="gray">
            <a:xfrm>
              <a:off x="5333" y="200"/>
              <a:ext cx="43" cy="14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6167" name="Freeform 23"/>
            <p:cNvSpPr>
              <a:spLocks/>
            </p:cNvSpPr>
            <p:nvPr userDrawn="1"/>
          </p:nvSpPr>
          <p:spPr bwMode="gray">
            <a:xfrm>
              <a:off x="5380" y="200"/>
              <a:ext cx="33" cy="106"/>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6168" name="Freeform 24"/>
            <p:cNvSpPr>
              <a:spLocks/>
            </p:cNvSpPr>
            <p:nvPr userDrawn="1"/>
          </p:nvSpPr>
          <p:spPr bwMode="gray">
            <a:xfrm>
              <a:off x="5414" y="200"/>
              <a:ext cx="79" cy="106"/>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6169" name="Freeform 25"/>
            <p:cNvSpPr>
              <a:spLocks/>
            </p:cNvSpPr>
            <p:nvPr userDrawn="1"/>
          </p:nvSpPr>
          <p:spPr bwMode="gray">
            <a:xfrm>
              <a:off x="5558" y="200"/>
              <a:ext cx="88" cy="107"/>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6170" name="Freeform 26"/>
            <p:cNvSpPr>
              <a:spLocks/>
            </p:cNvSpPr>
            <p:nvPr userDrawn="1"/>
          </p:nvSpPr>
          <p:spPr bwMode="gray">
            <a:xfrm>
              <a:off x="5248" y="200"/>
              <a:ext cx="89" cy="108"/>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6171" name="Freeform 27"/>
            <p:cNvSpPr>
              <a:spLocks/>
            </p:cNvSpPr>
            <p:nvPr userDrawn="1"/>
          </p:nvSpPr>
          <p:spPr bwMode="gray">
            <a:xfrm>
              <a:off x="5489" y="198"/>
              <a:ext cx="69" cy="110"/>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pic>
        <p:nvPicPr>
          <p:cNvPr id="646172" name="Picture 28" descr="SD_INTERNAL USE ONLY2"/>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gray">
          <a:xfrm>
            <a:off x="192088" y="6664325"/>
            <a:ext cx="1579562" cy="1889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C8C8C8"/>
                    </a:gs>
                  </a:gsLst>
                  <a:lin ang="5400000" scaled="1"/>
                </a:gradFill>
              </a14:hiddenFill>
            </a:ext>
            <a:ext uri="{91240B29-F687-4F45-9708-019B960494DF}">
              <a14:hiddenLine xmlns:a14="http://schemas.microsoft.com/office/drawing/2010/main" w="9525" algn="ctr">
                <a:solidFill>
                  <a:srgbClr val="505050"/>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pic>
      <p:sp>
        <p:nvSpPr>
          <p:cNvPr id="646173" name="Rectangle 29"/>
          <p:cNvSpPr>
            <a:spLocks noGrp="1" noChangeArrowheads="1"/>
          </p:cNvSpPr>
          <p:nvPr>
            <p:ph type="sldNum" sz="quarter" idx="4"/>
          </p:nvPr>
        </p:nvSpPr>
        <p:spPr bwMode="gray">
          <a:xfrm>
            <a:off x="4300538" y="6653213"/>
            <a:ext cx="539750"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fontAlgn="base">
              <a:defRPr kumimoji="0" sz="800">
                <a:solidFill>
                  <a:schemeClr val="tx1"/>
                </a:solidFill>
                <a:latin typeface="+mn-lt"/>
              </a:defRPr>
            </a:lvl1pPr>
          </a:lstStyle>
          <a:p>
            <a:fld id="{EFCF355B-C788-441A-8D6A-717ED8EC1D2D}" type="slidenum">
              <a:rPr lang="de-DE" altLang="ja-JP"/>
              <a:pPr/>
              <a:t>‹#›</a:t>
            </a:fld>
            <a:endParaRPr lang="de-DE" altLang="ja-JP"/>
          </a:p>
        </p:txBody>
      </p:sp>
      <p:sp>
        <p:nvSpPr>
          <p:cNvPr id="646174" name="Rectangle 30"/>
          <p:cNvSpPr>
            <a:spLocks noGrp="1" noChangeArrowheads="1"/>
          </p:cNvSpPr>
          <p:nvPr>
            <p:ph type="ftr" sz="quarter" idx="3"/>
          </p:nvPr>
        </p:nvSpPr>
        <p:spPr bwMode="gray">
          <a:xfrm>
            <a:off x="4935538" y="6653213"/>
            <a:ext cx="4022725"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r" fontAlgn="base">
              <a:defRPr kumimoji="0" sz="800">
                <a:solidFill>
                  <a:schemeClr val="tx1"/>
                </a:solidFill>
                <a:latin typeface="+mn-lt"/>
              </a:defRPr>
            </a:lvl1pPr>
          </a:lstStyle>
          <a:p>
            <a:r>
              <a:rPr lang="de-DE" altLang="ja-JP" dirty="0" smtClean="0"/>
              <a:t>Copyright 2018 FUJITSU LIMITED</a:t>
            </a:r>
            <a:endParaRPr lang="de-DE" altLang="ja-JP" dirty="0"/>
          </a:p>
        </p:txBody>
      </p:sp>
    </p:spTree>
    <p:extLst>
      <p:ext uri="{BB962C8B-B14F-4D97-AF65-F5344CB8AC3E}">
        <p14:creationId xmlns:p14="http://schemas.microsoft.com/office/powerpoint/2010/main" val="10782533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dt="0"/>
  <p:txStyles>
    <p:titleStyle>
      <a:lvl1pPr algn="l" rtl="0" fontAlgn="base">
        <a:spcBef>
          <a:spcPct val="0"/>
        </a:spcBef>
        <a:spcAft>
          <a:spcPct val="0"/>
        </a:spcAft>
        <a:tabLst>
          <a:tab pos="3676650" algn="l"/>
        </a:tabLst>
        <a:defRPr kumimoji="1" sz="3200">
          <a:solidFill>
            <a:schemeClr val="tx2"/>
          </a:solidFill>
          <a:latin typeface="+mj-lt"/>
          <a:ea typeface="+mj-ea"/>
          <a:cs typeface="+mj-cs"/>
        </a:defRPr>
      </a:lvl1pPr>
      <a:lvl2pPr algn="l" rtl="0" fontAlgn="base">
        <a:spcBef>
          <a:spcPct val="0"/>
        </a:spcBef>
        <a:spcAft>
          <a:spcPct val="0"/>
        </a:spcAft>
        <a:tabLst>
          <a:tab pos="3676650" algn="l"/>
        </a:tabLst>
        <a:defRPr kumimoji="1" sz="3200">
          <a:solidFill>
            <a:schemeClr val="tx2"/>
          </a:solidFill>
          <a:latin typeface="Arial" charset="0"/>
          <a:ea typeface="ＭＳ Ｐゴシック" charset="-128"/>
        </a:defRPr>
      </a:lvl2pPr>
      <a:lvl3pPr algn="l" rtl="0" fontAlgn="base">
        <a:spcBef>
          <a:spcPct val="0"/>
        </a:spcBef>
        <a:spcAft>
          <a:spcPct val="0"/>
        </a:spcAft>
        <a:tabLst>
          <a:tab pos="3676650" algn="l"/>
        </a:tabLst>
        <a:defRPr kumimoji="1" sz="3200">
          <a:solidFill>
            <a:schemeClr val="tx2"/>
          </a:solidFill>
          <a:latin typeface="Arial" charset="0"/>
          <a:ea typeface="ＭＳ Ｐゴシック" charset="-128"/>
        </a:defRPr>
      </a:lvl3pPr>
      <a:lvl4pPr algn="l" rtl="0" fontAlgn="base">
        <a:spcBef>
          <a:spcPct val="0"/>
        </a:spcBef>
        <a:spcAft>
          <a:spcPct val="0"/>
        </a:spcAft>
        <a:tabLst>
          <a:tab pos="3676650" algn="l"/>
        </a:tabLst>
        <a:defRPr kumimoji="1" sz="3200">
          <a:solidFill>
            <a:schemeClr val="tx2"/>
          </a:solidFill>
          <a:latin typeface="Arial" charset="0"/>
          <a:ea typeface="ＭＳ Ｐゴシック" charset="-128"/>
        </a:defRPr>
      </a:lvl4pPr>
      <a:lvl5pPr algn="l" rtl="0" fontAlgn="base">
        <a:spcBef>
          <a:spcPct val="0"/>
        </a:spcBef>
        <a:spcAft>
          <a:spcPct val="0"/>
        </a:spcAft>
        <a:tabLst>
          <a:tab pos="3676650" algn="l"/>
        </a:tabLst>
        <a:defRPr kumimoji="1" sz="3200">
          <a:solidFill>
            <a:schemeClr val="tx2"/>
          </a:solidFill>
          <a:latin typeface="Arial" charset="0"/>
          <a:ea typeface="ＭＳ Ｐゴシック" charset="-128"/>
        </a:defRPr>
      </a:lvl5pPr>
      <a:lvl6pPr marL="457200" algn="l" rtl="0" fontAlgn="base">
        <a:spcBef>
          <a:spcPct val="0"/>
        </a:spcBef>
        <a:spcAft>
          <a:spcPct val="0"/>
        </a:spcAft>
        <a:tabLst>
          <a:tab pos="3676650" algn="l"/>
        </a:tabLst>
        <a:defRPr kumimoji="1" sz="3200">
          <a:solidFill>
            <a:schemeClr val="tx2"/>
          </a:solidFill>
          <a:latin typeface="Arial" charset="0"/>
          <a:ea typeface="ＭＳ Ｐゴシック" charset="-128"/>
        </a:defRPr>
      </a:lvl6pPr>
      <a:lvl7pPr marL="914400" algn="l" rtl="0" fontAlgn="base">
        <a:spcBef>
          <a:spcPct val="0"/>
        </a:spcBef>
        <a:spcAft>
          <a:spcPct val="0"/>
        </a:spcAft>
        <a:tabLst>
          <a:tab pos="3676650" algn="l"/>
        </a:tabLst>
        <a:defRPr kumimoji="1" sz="3200">
          <a:solidFill>
            <a:schemeClr val="tx2"/>
          </a:solidFill>
          <a:latin typeface="Arial" charset="0"/>
          <a:ea typeface="ＭＳ Ｐゴシック" charset="-128"/>
        </a:defRPr>
      </a:lvl7pPr>
      <a:lvl8pPr marL="1371600" algn="l" rtl="0" fontAlgn="base">
        <a:spcBef>
          <a:spcPct val="0"/>
        </a:spcBef>
        <a:spcAft>
          <a:spcPct val="0"/>
        </a:spcAft>
        <a:tabLst>
          <a:tab pos="3676650" algn="l"/>
        </a:tabLst>
        <a:defRPr kumimoji="1" sz="3200">
          <a:solidFill>
            <a:schemeClr val="tx2"/>
          </a:solidFill>
          <a:latin typeface="Arial" charset="0"/>
          <a:ea typeface="ＭＳ Ｐゴシック" charset="-128"/>
        </a:defRPr>
      </a:lvl8pPr>
      <a:lvl9pPr marL="1828800" algn="l" rtl="0" fontAlgn="base">
        <a:spcBef>
          <a:spcPct val="0"/>
        </a:spcBef>
        <a:spcAft>
          <a:spcPct val="0"/>
        </a:spcAft>
        <a:tabLst>
          <a:tab pos="3676650" algn="l"/>
        </a:tabLst>
        <a:defRPr kumimoji="1" sz="3200">
          <a:solidFill>
            <a:schemeClr val="tx2"/>
          </a:solidFill>
          <a:latin typeface="Arial" charset="0"/>
          <a:ea typeface="ＭＳ Ｐゴシック" charset="-128"/>
        </a:defRPr>
      </a:lvl9pPr>
    </p:titleStyle>
    <p:bodyStyle>
      <a:lvl1pPr marL="290513" indent="-290513" algn="l" defTabSz="457200" rtl="0" fontAlgn="base">
        <a:lnSpc>
          <a:spcPct val="95000"/>
        </a:lnSpc>
        <a:spcBef>
          <a:spcPct val="20000"/>
        </a:spcBef>
        <a:spcAft>
          <a:spcPct val="10000"/>
        </a:spcAft>
        <a:buClr>
          <a:srgbClr val="A30B1A"/>
        </a:buClr>
        <a:buFont typeface="Wingdings" pitchFamily="2" charset="2"/>
        <a:buChar char="n"/>
        <a:defRPr kumimoji="1" sz="2400">
          <a:solidFill>
            <a:srgbClr val="000000"/>
          </a:solidFill>
          <a:latin typeface="+mn-lt"/>
          <a:ea typeface="+mn-ea"/>
          <a:cs typeface="+mn-cs"/>
        </a:defRPr>
      </a:lvl1pPr>
      <a:lvl2pPr marL="581025" indent="-242888" algn="l" defTabSz="457200" rtl="0" fontAlgn="base">
        <a:lnSpc>
          <a:spcPct val="95000"/>
        </a:lnSpc>
        <a:spcBef>
          <a:spcPct val="20000"/>
        </a:spcBef>
        <a:spcAft>
          <a:spcPct val="10000"/>
        </a:spcAft>
        <a:buClr>
          <a:srgbClr val="87867E"/>
        </a:buClr>
        <a:buFont typeface="Wingdings" pitchFamily="2" charset="2"/>
        <a:buChar char="n"/>
        <a:defRPr kumimoji="1" sz="2000">
          <a:solidFill>
            <a:srgbClr val="000000"/>
          </a:solidFill>
          <a:latin typeface="+mn-lt"/>
          <a:ea typeface="+mn-ea"/>
          <a:cs typeface="+mn-cs"/>
        </a:defRPr>
      </a:lvl2pPr>
      <a:lvl3pPr marL="795338" indent="-138113" algn="l" defTabSz="457200" rtl="0" fontAlgn="base">
        <a:lnSpc>
          <a:spcPct val="95000"/>
        </a:lnSpc>
        <a:spcBef>
          <a:spcPct val="20000"/>
        </a:spcBef>
        <a:spcAft>
          <a:spcPct val="10000"/>
        </a:spcAft>
        <a:buClr>
          <a:srgbClr val="87867E"/>
        </a:buClr>
        <a:buSzPct val="100000"/>
        <a:buChar char="•"/>
        <a:defRPr kumimoji="1">
          <a:solidFill>
            <a:srgbClr val="000000"/>
          </a:solidFill>
          <a:latin typeface="+mn-lt"/>
          <a:ea typeface="+mn-ea"/>
          <a:cs typeface="+mn-cs"/>
        </a:defRPr>
      </a:lvl3pPr>
      <a:lvl4pPr marL="1014413" indent="-134938" algn="l" defTabSz="457200" rtl="0" fontAlgn="base">
        <a:lnSpc>
          <a:spcPct val="95000"/>
        </a:lnSpc>
        <a:spcBef>
          <a:spcPct val="20000"/>
        </a:spcBef>
        <a:spcAft>
          <a:spcPct val="10000"/>
        </a:spcAft>
        <a:buClr>
          <a:srgbClr val="87867E"/>
        </a:buClr>
        <a:buSzPct val="100000"/>
        <a:buChar char="•"/>
        <a:defRPr kumimoji="1" sz="1600">
          <a:solidFill>
            <a:srgbClr val="000000"/>
          </a:solidFill>
          <a:latin typeface="+mn-lt"/>
          <a:ea typeface="+mn-ea"/>
          <a:cs typeface="+mn-cs"/>
        </a:defRPr>
      </a:lvl4pPr>
      <a:lvl5pPr marL="2305050" indent="365125" algn="l" defTabSz="457200" rtl="0" fontAlgn="base">
        <a:spcBef>
          <a:spcPct val="0"/>
        </a:spcBef>
        <a:spcAft>
          <a:spcPct val="0"/>
        </a:spcAft>
        <a:buBlip>
          <a:blip r:embed="rId15"/>
        </a:buBlip>
        <a:defRPr kumimoji="1" sz="2000">
          <a:solidFill>
            <a:srgbClr val="000000"/>
          </a:solidFill>
          <a:latin typeface="+mn-lt"/>
          <a:ea typeface="+mn-ea"/>
          <a:cs typeface="+mn-cs"/>
        </a:defRPr>
      </a:lvl5pPr>
      <a:lvl6pPr marL="2762250" indent="365125" algn="l" defTabSz="457200" rtl="0" fontAlgn="base">
        <a:spcBef>
          <a:spcPct val="0"/>
        </a:spcBef>
        <a:spcAft>
          <a:spcPct val="0"/>
        </a:spcAft>
        <a:buBlip>
          <a:blip r:embed="rId15"/>
        </a:buBlip>
        <a:defRPr kumimoji="1" sz="2000">
          <a:solidFill>
            <a:srgbClr val="000000"/>
          </a:solidFill>
          <a:latin typeface="+mn-lt"/>
          <a:ea typeface="+mn-ea"/>
          <a:cs typeface="+mn-cs"/>
        </a:defRPr>
      </a:lvl6pPr>
      <a:lvl7pPr marL="3219450" indent="365125" algn="l" defTabSz="457200" rtl="0" fontAlgn="base">
        <a:spcBef>
          <a:spcPct val="0"/>
        </a:spcBef>
        <a:spcAft>
          <a:spcPct val="0"/>
        </a:spcAft>
        <a:buBlip>
          <a:blip r:embed="rId15"/>
        </a:buBlip>
        <a:defRPr kumimoji="1" sz="2000">
          <a:solidFill>
            <a:srgbClr val="000000"/>
          </a:solidFill>
          <a:latin typeface="+mn-lt"/>
          <a:ea typeface="+mn-ea"/>
          <a:cs typeface="+mn-cs"/>
        </a:defRPr>
      </a:lvl7pPr>
      <a:lvl8pPr marL="3676650" indent="365125" algn="l" defTabSz="457200" rtl="0" fontAlgn="base">
        <a:spcBef>
          <a:spcPct val="0"/>
        </a:spcBef>
        <a:spcAft>
          <a:spcPct val="0"/>
        </a:spcAft>
        <a:buBlip>
          <a:blip r:embed="rId15"/>
        </a:buBlip>
        <a:defRPr kumimoji="1" sz="2000">
          <a:solidFill>
            <a:srgbClr val="000000"/>
          </a:solidFill>
          <a:latin typeface="+mn-lt"/>
          <a:ea typeface="+mn-ea"/>
          <a:cs typeface="+mn-cs"/>
        </a:defRPr>
      </a:lvl8pPr>
      <a:lvl9pPr marL="4133850" indent="365125" algn="l" defTabSz="457200" rtl="0" fontAlgn="base">
        <a:spcBef>
          <a:spcPct val="0"/>
        </a:spcBef>
        <a:spcAft>
          <a:spcPct val="0"/>
        </a:spcAft>
        <a:buBlip>
          <a:blip r:embed="rId15"/>
        </a:buBlip>
        <a:defRPr kumimoji="1" sz="2000">
          <a:solidFill>
            <a:srgbClr val="000000"/>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7" Type="http://schemas.openxmlformats.org/officeDocument/2006/relationships/image" Target="../media/image16.png"/><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chart" Target="../charts/chart9.xml"/><Relationship Id="rId7" Type="http://schemas.openxmlformats.org/officeDocument/2006/relationships/image" Target="../media/image22.png"/><Relationship Id="rId2" Type="http://schemas.openxmlformats.org/officeDocument/2006/relationships/image" Target="../media/image18.jpe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chart" Target="../charts/chart10.xml"/><Relationship Id="rId7" Type="http://schemas.openxmlformats.org/officeDocument/2006/relationships/image" Target="../media/image16.png"/><Relationship Id="rId2" Type="http://schemas.openxmlformats.org/officeDocument/2006/relationships/image" Target="../media/image23.jpe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サブタイトル 1"/>
          <p:cNvSpPr>
            <a:spLocks noGrp="1"/>
          </p:cNvSpPr>
          <p:nvPr>
            <p:ph type="subTitle" idx="1"/>
          </p:nvPr>
        </p:nvSpPr>
        <p:spPr/>
        <p:txBody>
          <a:bodyPr>
            <a:normAutofit lnSpcReduction="10000"/>
          </a:bodyPr>
          <a:lstStyle/>
          <a:p>
            <a:pPr>
              <a:lnSpc>
                <a:spcPct val="150000"/>
              </a:lnSpc>
            </a:pPr>
            <a:r>
              <a:rPr lang="zh-CN" altLang="en-US" sz="2000" dirty="0" smtClean="0">
                <a:solidFill>
                  <a:schemeClr val="tx1"/>
                </a:solidFill>
                <a:latin typeface="Microsoft YaHei" pitchFamily="34" charset="-122"/>
                <a:ea typeface="Microsoft YaHei" pitchFamily="34" charset="-122"/>
              </a:rPr>
              <a:t>    发表代表</a:t>
            </a:r>
            <a:r>
              <a:rPr lang="en-US" altLang="zh-CN" sz="2000" dirty="0" smtClean="0">
                <a:solidFill>
                  <a:schemeClr val="tx1"/>
                </a:solidFill>
                <a:latin typeface="Microsoft YaHei" pitchFamily="34" charset="-122"/>
                <a:ea typeface="Microsoft YaHei" pitchFamily="34" charset="-122"/>
              </a:rPr>
              <a:t>	</a:t>
            </a:r>
            <a:r>
              <a:rPr lang="zh-CN" altLang="en-US" sz="2000" dirty="0">
                <a:solidFill>
                  <a:schemeClr val="tx1"/>
                </a:solidFill>
                <a:latin typeface="Microsoft YaHei" pitchFamily="34" charset="-122"/>
                <a:ea typeface="Microsoft YaHei" pitchFamily="34" charset="-122"/>
              </a:rPr>
              <a:t>：杨可煜</a:t>
            </a:r>
            <a:endParaRPr lang="en-US" altLang="zh-CN" sz="2000" dirty="0">
              <a:solidFill>
                <a:schemeClr val="tx1"/>
              </a:solidFill>
              <a:latin typeface="Microsoft YaHei" pitchFamily="34" charset="-122"/>
              <a:ea typeface="Microsoft YaHei" pitchFamily="34" charset="-122"/>
            </a:endParaRPr>
          </a:p>
          <a:p>
            <a:pPr>
              <a:lnSpc>
                <a:spcPct val="150000"/>
              </a:lnSpc>
            </a:pPr>
            <a:r>
              <a:rPr lang="zh-CN" altLang="en-US" sz="2000" dirty="0" smtClean="0">
                <a:solidFill>
                  <a:schemeClr val="tx1"/>
                </a:solidFill>
                <a:latin typeface="Microsoft YaHei" pitchFamily="34" charset="-122"/>
                <a:ea typeface="Microsoft YaHei" pitchFamily="34" charset="-122"/>
              </a:rPr>
              <a:t>    成       员</a:t>
            </a:r>
            <a:r>
              <a:rPr lang="en-US" altLang="zh-CN" sz="2000" dirty="0" smtClean="0">
                <a:solidFill>
                  <a:schemeClr val="tx1"/>
                </a:solidFill>
                <a:latin typeface="Microsoft YaHei" pitchFamily="34" charset="-122"/>
                <a:ea typeface="Microsoft YaHei" pitchFamily="34" charset="-122"/>
              </a:rPr>
              <a:t>	</a:t>
            </a:r>
            <a:r>
              <a:rPr lang="zh-CN" altLang="en-US" sz="2000" dirty="0">
                <a:solidFill>
                  <a:schemeClr val="tx1"/>
                </a:solidFill>
                <a:latin typeface="Microsoft YaHei" pitchFamily="34" charset="-122"/>
                <a:ea typeface="Microsoft YaHei" pitchFamily="34" charset="-122"/>
              </a:rPr>
              <a:t>：杨可煜</a:t>
            </a:r>
            <a:r>
              <a:rPr lang="zh-CN" altLang="en-US" sz="2000" dirty="0" smtClean="0">
                <a:solidFill>
                  <a:schemeClr val="tx1"/>
                </a:solidFill>
                <a:latin typeface="Microsoft YaHei" pitchFamily="34" charset="-122"/>
                <a:ea typeface="Microsoft YaHei" pitchFamily="34" charset="-122"/>
              </a:rPr>
              <a:t>、毕磊</a:t>
            </a:r>
            <a:r>
              <a:rPr lang="zh-CN" altLang="en-US" sz="2000" dirty="0">
                <a:solidFill>
                  <a:schemeClr val="tx1"/>
                </a:solidFill>
                <a:latin typeface="Microsoft YaHei" pitchFamily="34" charset="-122"/>
                <a:ea typeface="Microsoft YaHei" pitchFamily="34" charset="-122"/>
              </a:rPr>
              <a:t>、王丽婷</a:t>
            </a:r>
            <a:r>
              <a:rPr lang="zh-CN" altLang="en-US" sz="2000" dirty="0" smtClean="0">
                <a:solidFill>
                  <a:schemeClr val="tx1"/>
                </a:solidFill>
                <a:latin typeface="Microsoft YaHei" pitchFamily="34" charset="-122"/>
                <a:ea typeface="Microsoft YaHei" pitchFamily="34" charset="-122"/>
              </a:rPr>
              <a:t>、</a:t>
            </a:r>
            <a:r>
              <a:rPr lang="zh-CN" altLang="en-US" sz="2000" dirty="0">
                <a:solidFill>
                  <a:schemeClr val="tx1"/>
                </a:solidFill>
                <a:latin typeface="Microsoft YaHei" pitchFamily="34" charset="-122"/>
                <a:ea typeface="Microsoft YaHei" pitchFamily="34" charset="-122"/>
              </a:rPr>
              <a:t>张若寒</a:t>
            </a:r>
            <a:r>
              <a:rPr lang="zh-CN" altLang="en-US" sz="2000" dirty="0" smtClean="0">
                <a:solidFill>
                  <a:schemeClr val="tx1"/>
                </a:solidFill>
                <a:latin typeface="Microsoft YaHei" pitchFamily="34" charset="-122"/>
                <a:ea typeface="Microsoft YaHei" pitchFamily="34" charset="-122"/>
              </a:rPr>
              <a:t>、</a:t>
            </a:r>
            <a:r>
              <a:rPr lang="zh-CN" altLang="en-US" sz="2000" dirty="0">
                <a:solidFill>
                  <a:schemeClr val="tx1"/>
                </a:solidFill>
                <a:latin typeface="Microsoft YaHei" pitchFamily="34" charset="-122"/>
                <a:ea typeface="Microsoft YaHei" pitchFamily="34" charset="-122"/>
              </a:rPr>
              <a:t>王婧</a:t>
            </a:r>
            <a:r>
              <a:rPr lang="zh-CN" altLang="en-US" sz="2000" dirty="0" smtClean="0">
                <a:solidFill>
                  <a:schemeClr val="tx1"/>
                </a:solidFill>
                <a:latin typeface="Microsoft YaHei" pitchFamily="34" charset="-122"/>
                <a:ea typeface="Microsoft YaHei" pitchFamily="34" charset="-122"/>
              </a:rPr>
              <a:t>、王爱义</a:t>
            </a:r>
            <a:endParaRPr lang="en-US" altLang="zh-CN" sz="2000" dirty="0" smtClean="0">
              <a:solidFill>
                <a:schemeClr val="tx1"/>
              </a:solidFill>
              <a:latin typeface="Microsoft YaHei" pitchFamily="34" charset="-122"/>
              <a:ea typeface="Microsoft YaHei" pitchFamily="34" charset="-122"/>
            </a:endParaRPr>
          </a:p>
          <a:p>
            <a:pPr>
              <a:lnSpc>
                <a:spcPct val="150000"/>
              </a:lnSpc>
            </a:pPr>
            <a:r>
              <a:rPr lang="en-US" altLang="zh-CN" sz="2000" dirty="0">
                <a:solidFill>
                  <a:schemeClr val="tx1"/>
                </a:solidFill>
                <a:latin typeface="Microsoft YaHei" pitchFamily="34" charset="-122"/>
                <a:ea typeface="Microsoft YaHei" pitchFamily="34" charset="-122"/>
              </a:rPr>
              <a:t> </a:t>
            </a:r>
            <a:r>
              <a:rPr lang="en-US" altLang="zh-CN" sz="2000" dirty="0" smtClean="0">
                <a:solidFill>
                  <a:schemeClr val="tx1"/>
                </a:solidFill>
                <a:latin typeface="Microsoft YaHei" pitchFamily="34" charset="-122"/>
                <a:ea typeface="Microsoft YaHei" pitchFamily="34" charset="-122"/>
              </a:rPr>
              <a:t>   </a:t>
            </a:r>
            <a:r>
              <a:rPr lang="zh-CN" altLang="en-US" sz="2000" dirty="0" smtClean="0">
                <a:solidFill>
                  <a:schemeClr val="tx1"/>
                </a:solidFill>
                <a:latin typeface="Microsoft YaHei" pitchFamily="34" charset="-122"/>
                <a:ea typeface="Microsoft YaHei" pitchFamily="34" charset="-122"/>
              </a:rPr>
              <a:t>指导老师</a:t>
            </a:r>
            <a:r>
              <a:rPr lang="en-US" altLang="zh-CN" sz="2000" dirty="0" smtClean="0">
                <a:solidFill>
                  <a:schemeClr val="tx1"/>
                </a:solidFill>
                <a:latin typeface="Microsoft YaHei" pitchFamily="34" charset="-122"/>
                <a:ea typeface="Microsoft YaHei" pitchFamily="34" charset="-122"/>
              </a:rPr>
              <a:t>	</a:t>
            </a:r>
            <a:r>
              <a:rPr lang="zh-CN" altLang="en-US" sz="2000" dirty="0" smtClean="0">
                <a:solidFill>
                  <a:schemeClr val="tx1"/>
                </a:solidFill>
                <a:latin typeface="Microsoft YaHei" pitchFamily="34" charset="-122"/>
                <a:ea typeface="Microsoft YaHei" pitchFamily="34" charset="-122"/>
              </a:rPr>
              <a:t>：丁文龙、徐辰辰、杨晓</a:t>
            </a:r>
            <a:r>
              <a:rPr lang="zh-CN" altLang="en-US" sz="2000" dirty="0">
                <a:solidFill>
                  <a:schemeClr val="tx1"/>
                </a:solidFill>
                <a:latin typeface="Microsoft YaHei" pitchFamily="34" charset="-122"/>
                <a:ea typeface="Microsoft YaHei" pitchFamily="34" charset="-122"/>
              </a:rPr>
              <a:t>、张伟、李楠</a:t>
            </a:r>
            <a:endParaRPr lang="en-US" altLang="zh-CN" sz="2000" dirty="0">
              <a:solidFill>
                <a:schemeClr val="tx1"/>
              </a:solidFill>
              <a:latin typeface="Microsoft YaHei" pitchFamily="34" charset="-122"/>
              <a:ea typeface="Microsoft YaHei" pitchFamily="34" charset="-122"/>
            </a:endParaRPr>
          </a:p>
          <a:p>
            <a:pPr>
              <a:lnSpc>
                <a:spcPct val="150000"/>
              </a:lnSpc>
            </a:pPr>
            <a:r>
              <a:rPr lang="zh-CN" altLang="en-US" sz="2000" dirty="0" smtClean="0">
                <a:solidFill>
                  <a:schemeClr val="tx1"/>
                </a:solidFill>
                <a:latin typeface="Microsoft YaHei" pitchFamily="34" charset="-122"/>
                <a:ea typeface="Microsoft YaHei" pitchFamily="34" charset="-122"/>
              </a:rPr>
              <a:t>    时       间</a:t>
            </a:r>
            <a:r>
              <a:rPr lang="en-US" altLang="zh-CN" sz="2000" dirty="0" smtClean="0">
                <a:solidFill>
                  <a:schemeClr val="tx1"/>
                </a:solidFill>
                <a:latin typeface="Microsoft YaHei" pitchFamily="34" charset="-122"/>
                <a:ea typeface="Microsoft YaHei" pitchFamily="34" charset="-122"/>
              </a:rPr>
              <a:t>	</a:t>
            </a:r>
            <a:r>
              <a:rPr lang="zh-CN" altLang="en-US" sz="2000" dirty="0" smtClean="0">
                <a:solidFill>
                  <a:schemeClr val="tx1"/>
                </a:solidFill>
                <a:latin typeface="Microsoft YaHei" pitchFamily="34" charset="-122"/>
                <a:ea typeface="Microsoft YaHei" pitchFamily="34" charset="-122"/>
              </a:rPr>
              <a:t>：</a:t>
            </a:r>
            <a:r>
              <a:rPr lang="en-US" altLang="ja-JP" sz="2000" dirty="0" smtClean="0">
                <a:solidFill>
                  <a:schemeClr val="tx1"/>
                </a:solidFill>
                <a:latin typeface="Microsoft YaHei" pitchFamily="34" charset="-122"/>
                <a:ea typeface="Microsoft YaHei" pitchFamily="34" charset="-122"/>
              </a:rPr>
              <a:t>2018</a:t>
            </a:r>
            <a:r>
              <a:rPr lang="en-US" altLang="zh-CN" sz="2000" dirty="0" smtClean="0">
                <a:solidFill>
                  <a:schemeClr val="tx1"/>
                </a:solidFill>
                <a:latin typeface="Microsoft YaHei" pitchFamily="34" charset="-122"/>
                <a:ea typeface="Microsoft YaHei" pitchFamily="34" charset="-122"/>
              </a:rPr>
              <a:t>/12/20</a:t>
            </a:r>
            <a:endParaRPr lang="en-US" altLang="zh-CN" sz="2000" dirty="0">
              <a:solidFill>
                <a:schemeClr val="tx1"/>
              </a:solidFill>
              <a:latin typeface="Microsoft YaHei" pitchFamily="34" charset="-122"/>
              <a:ea typeface="Microsoft YaHei" pitchFamily="34" charset="-122"/>
            </a:endParaRPr>
          </a:p>
          <a:p>
            <a:endParaRPr kumimoji="1" lang="ja-JP" altLang="en-US" sz="2000" dirty="0">
              <a:latin typeface="Meiryo UI" pitchFamily="50" charset="-128"/>
              <a:ea typeface="Meiryo UI" pitchFamily="50" charset="-128"/>
              <a:cs typeface="Meiryo UI" pitchFamily="50" charset="-128"/>
            </a:endParaRPr>
          </a:p>
        </p:txBody>
      </p:sp>
      <p:sp>
        <p:nvSpPr>
          <p:cNvPr id="4" name="矩形 3"/>
          <p:cNvSpPr/>
          <p:nvPr/>
        </p:nvSpPr>
        <p:spPr>
          <a:xfrm>
            <a:off x="251520" y="1988840"/>
            <a:ext cx="8564101" cy="923330"/>
          </a:xfrm>
          <a:prstGeom prst="rect">
            <a:avLst/>
          </a:prstGeom>
          <a:noFill/>
        </p:spPr>
        <p:txBody>
          <a:bodyPr wrap="square" lIns="91440" tIns="45720" rIns="91440" bIns="45720">
            <a:spAutoFit/>
          </a:bodyPr>
          <a:lstStyle/>
          <a:p>
            <a:pPr algn="ctr"/>
            <a:r>
              <a:rPr lang="zh-CN" alt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时尚中黑简体"/>
                <a:ea typeface="微软雅黑" panose="020B0503020204020204" pitchFamily="34" charset="-122"/>
              </a:rPr>
              <a:t>不驰于空想 不骛于虚声</a:t>
            </a:r>
            <a:endParaRPr lang="ja-JP" alt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时尚中黑简体"/>
              <a:ea typeface="微软雅黑" panose="020B0503020204020204" pitchFamily="34" charset="-122"/>
            </a:endParaRPr>
          </a:p>
        </p:txBody>
      </p:sp>
      <p:sp>
        <p:nvSpPr>
          <p:cNvPr id="5" name="TextBox 1"/>
          <p:cNvSpPr txBox="1">
            <a:spLocks noChangeArrowheads="1"/>
          </p:cNvSpPr>
          <p:nvPr/>
        </p:nvSpPr>
        <p:spPr bwMode="auto">
          <a:xfrm>
            <a:off x="323850" y="260648"/>
            <a:ext cx="22881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algn="ctr" eaLnBrk="1" fontAlgn="ctr" hangingPunct="1">
              <a:defRPr/>
            </a:pPr>
            <a:r>
              <a:rPr lang="en-US" altLang="ja-JP" dirty="0" smtClean="0">
                <a:solidFill>
                  <a:schemeClr val="bg1"/>
                </a:solidFill>
                <a:latin typeface="微软雅黑" panose="020B0503020204020204" pitchFamily="34" charset="-122"/>
                <a:ea typeface="微软雅黑" panose="020B0503020204020204" pitchFamily="34" charset="-122"/>
              </a:rPr>
              <a:t>2018</a:t>
            </a:r>
            <a:r>
              <a:rPr lang="ja-JP" altLang="en-US" dirty="0" smtClean="0">
                <a:solidFill>
                  <a:schemeClr val="bg1"/>
                </a:solidFill>
                <a:latin typeface="微软雅黑" panose="020B0503020204020204" pitchFamily="34" charset="-122"/>
                <a:ea typeface="微软雅黑" panose="020B0503020204020204" pitchFamily="34" charset="-122"/>
              </a:rPr>
              <a:t>年新人</a:t>
            </a:r>
            <a:r>
              <a:rPr lang="en-US" altLang="ja-JP" dirty="0" smtClean="0">
                <a:solidFill>
                  <a:schemeClr val="bg1"/>
                </a:solidFill>
                <a:latin typeface="微软雅黑" panose="020B0503020204020204" pitchFamily="34" charset="-122"/>
                <a:ea typeface="微软雅黑" panose="020B0503020204020204" pitchFamily="34" charset="-122"/>
              </a:rPr>
              <a:t>OJT</a:t>
            </a:r>
            <a:r>
              <a:rPr lang="zh-CN" altLang="en-US" dirty="0" smtClean="0">
                <a:solidFill>
                  <a:schemeClr val="bg1"/>
                </a:solidFill>
                <a:latin typeface="微软雅黑" panose="020B0503020204020204" pitchFamily="34" charset="-122"/>
                <a:ea typeface="微软雅黑" panose="020B0503020204020204" pitchFamily="34" charset="-122"/>
              </a:rPr>
              <a:t>发表</a:t>
            </a:r>
          </a:p>
        </p:txBody>
      </p:sp>
    </p:spTree>
    <p:extLst>
      <p:ext uri="{BB962C8B-B14F-4D97-AF65-F5344CB8AC3E}">
        <p14:creationId xmlns:p14="http://schemas.microsoft.com/office/powerpoint/2010/main" val="8619902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 name="组合 30"/>
          <p:cNvGrpSpPr/>
          <p:nvPr/>
        </p:nvGrpSpPr>
        <p:grpSpPr>
          <a:xfrm>
            <a:off x="3664028" y="4876052"/>
            <a:ext cx="787863" cy="718592"/>
            <a:chOff x="3208554" y="4807549"/>
            <a:chExt cx="1117158" cy="958123"/>
          </a:xfrm>
          <a:solidFill>
            <a:schemeClr val="accent3">
              <a:lumMod val="50000"/>
            </a:schemeClr>
          </a:solidFill>
        </p:grpSpPr>
        <p:grpSp>
          <p:nvGrpSpPr>
            <p:cNvPr id="95" name="组合 31"/>
            <p:cNvGrpSpPr/>
            <p:nvPr/>
          </p:nvGrpSpPr>
          <p:grpSpPr>
            <a:xfrm>
              <a:off x="3227162" y="4807549"/>
              <a:ext cx="1098550" cy="958123"/>
              <a:chOff x="2857499" y="1149477"/>
              <a:chExt cx="1098550" cy="958123"/>
            </a:xfrm>
            <a:grpFill/>
          </p:grpSpPr>
          <p:sp>
            <p:nvSpPr>
              <p:cNvPr id="97" name="圆角矩形 35"/>
              <p:cNvSpPr/>
              <p:nvPr/>
            </p:nvSpPr>
            <p:spPr>
              <a:xfrm>
                <a:off x="2857499" y="1149477"/>
                <a:ext cx="1076325" cy="958123"/>
              </a:xfrm>
              <a:prstGeom prst="roundRect">
                <a:avLst>
                  <a:gd name="adj" fmla="val 1388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98" name="圆角矩形 36"/>
              <p:cNvSpPr/>
              <p:nvPr/>
            </p:nvSpPr>
            <p:spPr>
              <a:xfrm>
                <a:off x="2892834" y="1178024"/>
                <a:ext cx="1063215" cy="901028"/>
              </a:xfrm>
              <a:prstGeom prst="roundRect">
                <a:avLst>
                  <a:gd name="adj" fmla="val 1388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grpSp>
        <p:sp>
          <p:nvSpPr>
            <p:cNvPr id="96" name="文本框 33"/>
            <p:cNvSpPr txBox="1"/>
            <p:nvPr/>
          </p:nvSpPr>
          <p:spPr>
            <a:xfrm>
              <a:off x="3208554" y="4908992"/>
              <a:ext cx="1012688" cy="738664"/>
            </a:xfrm>
            <a:prstGeom prst="rect">
              <a:avLst/>
            </a:prstGeom>
            <a:grpFill/>
          </p:spPr>
          <p:txBody>
            <a:bodyPr wrap="square" rtlCol="0">
              <a:spAutoFit/>
            </a:bodyPr>
            <a:lstStyle/>
            <a:p>
              <a:pPr algn="ctr"/>
              <a:r>
                <a:rPr lang="en-US" altLang="zh-CN" sz="3000" dirty="0" smtClean="0">
                  <a:solidFill>
                    <a:schemeClr val="bg1"/>
                  </a:solidFill>
                  <a:latin typeface="Impact" panose="020B0806030902050204" pitchFamily="34" charset="0"/>
                </a:rPr>
                <a:t>05</a:t>
              </a:r>
              <a:endParaRPr lang="zh-CN" altLang="en-US" sz="3000" dirty="0">
                <a:solidFill>
                  <a:schemeClr val="bg1"/>
                </a:solidFill>
                <a:latin typeface="Impact" panose="020B0806030902050204" pitchFamily="34" charset="0"/>
              </a:endParaRPr>
            </a:p>
          </p:txBody>
        </p:sp>
      </p:grpSp>
      <p:sp>
        <p:nvSpPr>
          <p:cNvPr id="4" name="灯片编号占位符 3"/>
          <p:cNvSpPr>
            <a:spLocks noGrp="1"/>
          </p:cNvSpPr>
          <p:nvPr>
            <p:ph type="sldNum" sz="quarter" idx="10"/>
          </p:nvPr>
        </p:nvSpPr>
        <p:spPr/>
        <p:txBody>
          <a:bodyPr/>
          <a:lstStyle/>
          <a:p>
            <a:fld id="{81BB7609-8E8F-4B57-9227-14DAD6151A60}" type="slidenum">
              <a:rPr lang="de-DE" altLang="ja-JP" smtClean="0"/>
              <a:pPr/>
              <a:t>1</a:t>
            </a:fld>
            <a:endParaRPr lang="de-DE" altLang="ja-JP"/>
          </a:p>
        </p:txBody>
      </p:sp>
      <p:sp>
        <p:nvSpPr>
          <p:cNvPr id="5" name="页脚占位符 4"/>
          <p:cNvSpPr>
            <a:spLocks noGrp="1"/>
          </p:cNvSpPr>
          <p:nvPr>
            <p:ph type="ftr" sz="quarter" idx="11"/>
          </p:nvPr>
        </p:nvSpPr>
        <p:spPr/>
        <p:txBody>
          <a:bodyPr/>
          <a:lstStyle/>
          <a:p>
            <a:r>
              <a:rPr lang="de-DE" altLang="ja-JP" dirty="0" smtClean="0"/>
              <a:t>Copyright 2018 FUJITSU LIMITED</a:t>
            </a:r>
            <a:endParaRPr lang="de-DE" altLang="ja-JP" dirty="0"/>
          </a:p>
        </p:txBody>
      </p:sp>
      <p:grpSp>
        <p:nvGrpSpPr>
          <p:cNvPr id="6" name="组合 5"/>
          <p:cNvGrpSpPr/>
          <p:nvPr/>
        </p:nvGrpSpPr>
        <p:grpSpPr>
          <a:xfrm>
            <a:off x="852203" y="2460464"/>
            <a:ext cx="2071166" cy="2070417"/>
            <a:chOff x="2734249" y="952902"/>
            <a:chExt cx="1866900" cy="1866900"/>
          </a:xfrm>
        </p:grpSpPr>
        <p:sp>
          <p:nvSpPr>
            <p:cNvPr id="7" name="椭圆 6"/>
            <p:cNvSpPr/>
            <p:nvPr/>
          </p:nvSpPr>
          <p:spPr>
            <a:xfrm>
              <a:off x="2734249" y="952902"/>
              <a:ext cx="1866900" cy="1866900"/>
            </a:xfrm>
            <a:prstGeom prst="ellipse">
              <a:avLst/>
            </a:prstGeom>
            <a:gradFill>
              <a:gsLst>
                <a:gs pos="0">
                  <a:srgbClr val="F5F5F5"/>
                </a:gs>
                <a:gs pos="100000">
                  <a:schemeClr val="bg1">
                    <a:lumMod val="85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endParaRPr>
            </a:p>
          </p:txBody>
        </p:sp>
        <p:sp>
          <p:nvSpPr>
            <p:cNvPr id="8" name="椭圆 7"/>
            <p:cNvSpPr/>
            <p:nvPr/>
          </p:nvSpPr>
          <p:spPr>
            <a:xfrm>
              <a:off x="2953026" y="1171679"/>
              <a:ext cx="1429346" cy="1429346"/>
            </a:xfrm>
            <a:prstGeom prst="ellipse">
              <a:avLst/>
            </a:prstGeom>
            <a:solidFill>
              <a:schemeClr val="bg1">
                <a:lumMod val="95000"/>
              </a:schemeClr>
            </a:solidFill>
            <a:ln w="22225">
              <a:gradFill flip="none" rotWithShape="1">
                <a:gsLst>
                  <a:gs pos="0">
                    <a:schemeClr val="bg1">
                      <a:lumMod val="75000"/>
                    </a:schemeClr>
                  </a:gs>
                  <a:gs pos="100000">
                    <a:schemeClr val="bg1"/>
                  </a:gs>
                </a:gsLst>
                <a:lin ang="2700000" scaled="1"/>
                <a:tileRect/>
              </a:gradFill>
            </a:ln>
            <a:effectLst>
              <a:innerShdw blurRad="101600" dist="254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endParaRPr>
            </a:p>
          </p:txBody>
        </p:sp>
        <p:sp>
          <p:nvSpPr>
            <p:cNvPr id="9" name="文本框 136"/>
            <p:cNvSpPr txBox="1"/>
            <p:nvPr/>
          </p:nvSpPr>
          <p:spPr>
            <a:xfrm>
              <a:off x="3289751" y="1176935"/>
              <a:ext cx="792086" cy="1415366"/>
            </a:xfrm>
            <a:prstGeom prst="rect">
              <a:avLst/>
            </a:prstGeom>
            <a:noFill/>
          </p:spPr>
          <p:txBody>
            <a:bodyPr wrap="square" rtlCol="0">
              <a:spAutoFit/>
            </a:bodyPr>
            <a:lstStyle/>
            <a:p>
              <a:pPr algn="ctr"/>
              <a:r>
                <a:rPr lang="zh-CN" altLang="en-US" sz="3200" b="1" dirty="0" smtClean="0">
                  <a:solidFill>
                    <a:srgbClr val="663A77"/>
                  </a:solidFill>
                  <a:latin typeface="微软雅黑" panose="020B0503020204020204" pitchFamily="34" charset="-122"/>
                  <a:ea typeface="微软雅黑" panose="020B0503020204020204" pitchFamily="34" charset="-122"/>
                </a:rPr>
                <a:t>目录页</a:t>
              </a:r>
              <a:endParaRPr lang="zh-CN" altLang="en-US" sz="3200" b="1" dirty="0">
                <a:solidFill>
                  <a:srgbClr val="663A77"/>
                </a:solidFill>
                <a:latin typeface="微软雅黑" panose="020B0503020204020204" pitchFamily="34" charset="-122"/>
                <a:ea typeface="微软雅黑" panose="020B0503020204020204" pitchFamily="34" charset="-122"/>
              </a:endParaRPr>
            </a:p>
          </p:txBody>
        </p:sp>
      </p:grpSp>
      <p:grpSp>
        <p:nvGrpSpPr>
          <p:cNvPr id="10" name="组合 9"/>
          <p:cNvGrpSpPr/>
          <p:nvPr/>
        </p:nvGrpSpPr>
        <p:grpSpPr>
          <a:xfrm>
            <a:off x="3625981" y="1319921"/>
            <a:ext cx="851396" cy="1321724"/>
            <a:chOff x="3190518" y="288151"/>
            <a:chExt cx="1135194" cy="1762299"/>
          </a:xfrm>
        </p:grpSpPr>
        <p:grpSp>
          <p:nvGrpSpPr>
            <p:cNvPr id="11" name="组合 10"/>
            <p:cNvGrpSpPr/>
            <p:nvPr/>
          </p:nvGrpSpPr>
          <p:grpSpPr>
            <a:xfrm>
              <a:off x="3227162" y="288151"/>
              <a:ext cx="1098550" cy="1762299"/>
              <a:chOff x="2857499" y="345301"/>
              <a:chExt cx="1098550" cy="1762299"/>
            </a:xfrm>
          </p:grpSpPr>
          <p:sp>
            <p:nvSpPr>
              <p:cNvPr id="15" name="圆角矩形 14"/>
              <p:cNvSpPr/>
              <p:nvPr/>
            </p:nvSpPr>
            <p:spPr>
              <a:xfrm>
                <a:off x="2857499" y="1149477"/>
                <a:ext cx="1076325" cy="958123"/>
              </a:xfrm>
              <a:prstGeom prst="roundRect">
                <a:avLst>
                  <a:gd name="adj" fmla="val 1388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6" name="圆角矩形 15"/>
              <p:cNvSpPr/>
              <p:nvPr/>
            </p:nvSpPr>
            <p:spPr>
              <a:xfrm>
                <a:off x="2892834" y="345301"/>
                <a:ext cx="1063215" cy="901028"/>
              </a:xfrm>
              <a:prstGeom prst="roundRect">
                <a:avLst>
                  <a:gd name="adj" fmla="val 13889"/>
                </a:avLst>
              </a:prstGeom>
              <a:solidFill>
                <a:srgbClr val="FFB8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grpSp>
        <p:sp>
          <p:nvSpPr>
            <p:cNvPr id="13" name="文本框 12"/>
            <p:cNvSpPr txBox="1"/>
            <p:nvPr/>
          </p:nvSpPr>
          <p:spPr>
            <a:xfrm>
              <a:off x="3190518" y="1203926"/>
              <a:ext cx="1030515" cy="738666"/>
            </a:xfrm>
            <a:prstGeom prst="rect">
              <a:avLst/>
            </a:prstGeom>
            <a:noFill/>
          </p:spPr>
          <p:txBody>
            <a:bodyPr wrap="square" rtlCol="0">
              <a:spAutoFit/>
            </a:bodyPr>
            <a:lstStyle/>
            <a:p>
              <a:pPr algn="ctr"/>
              <a:r>
                <a:rPr lang="en-US" altLang="zh-CN" sz="3000" dirty="0">
                  <a:solidFill>
                    <a:schemeClr val="bg1"/>
                  </a:solidFill>
                  <a:latin typeface="Impact" panose="020B0806030902050204" pitchFamily="34" charset="0"/>
                </a:rPr>
                <a:t>01</a:t>
              </a:r>
              <a:endParaRPr lang="zh-CN" altLang="en-US" sz="3000" dirty="0">
                <a:solidFill>
                  <a:schemeClr val="bg1"/>
                </a:solidFill>
                <a:latin typeface="Impact" panose="020B0806030902050204" pitchFamily="34" charset="0"/>
              </a:endParaRPr>
            </a:p>
          </p:txBody>
        </p:sp>
      </p:grpSp>
      <p:grpSp>
        <p:nvGrpSpPr>
          <p:cNvPr id="17" name="组合 16"/>
          <p:cNvGrpSpPr/>
          <p:nvPr/>
        </p:nvGrpSpPr>
        <p:grpSpPr>
          <a:xfrm>
            <a:off x="3607863" y="2168490"/>
            <a:ext cx="862526" cy="718592"/>
            <a:chOff x="3175679" y="2343653"/>
            <a:chExt cx="1150035" cy="958123"/>
          </a:xfrm>
        </p:grpSpPr>
        <p:grpSp>
          <p:nvGrpSpPr>
            <p:cNvPr id="18" name="组合 17"/>
            <p:cNvGrpSpPr/>
            <p:nvPr/>
          </p:nvGrpSpPr>
          <p:grpSpPr>
            <a:xfrm>
              <a:off x="3227162" y="2343653"/>
              <a:ext cx="1098552" cy="958123"/>
              <a:chOff x="2857499" y="1149477"/>
              <a:chExt cx="1098552" cy="958123"/>
            </a:xfrm>
          </p:grpSpPr>
          <p:sp>
            <p:nvSpPr>
              <p:cNvPr id="22" name="圆角矩形 21"/>
              <p:cNvSpPr/>
              <p:nvPr/>
            </p:nvSpPr>
            <p:spPr>
              <a:xfrm>
                <a:off x="2857499" y="1149477"/>
                <a:ext cx="1076325" cy="958123"/>
              </a:xfrm>
              <a:prstGeom prst="roundRect">
                <a:avLst>
                  <a:gd name="adj" fmla="val 1388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23" name="圆角矩形 22"/>
              <p:cNvSpPr/>
              <p:nvPr/>
            </p:nvSpPr>
            <p:spPr>
              <a:xfrm>
                <a:off x="2892835" y="1178024"/>
                <a:ext cx="1063216" cy="901028"/>
              </a:xfrm>
              <a:prstGeom prst="roundRect">
                <a:avLst>
                  <a:gd name="adj" fmla="val 13889"/>
                </a:avLst>
              </a:prstGeom>
              <a:solidFill>
                <a:srgbClr val="01AC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grpSp>
        <p:sp>
          <p:nvSpPr>
            <p:cNvPr id="20" name="文本框 19"/>
            <p:cNvSpPr txBox="1"/>
            <p:nvPr/>
          </p:nvSpPr>
          <p:spPr>
            <a:xfrm>
              <a:off x="3175679" y="2461478"/>
              <a:ext cx="1030515" cy="738666"/>
            </a:xfrm>
            <a:prstGeom prst="rect">
              <a:avLst/>
            </a:prstGeom>
            <a:noFill/>
          </p:spPr>
          <p:txBody>
            <a:bodyPr wrap="square" rtlCol="0">
              <a:spAutoFit/>
            </a:bodyPr>
            <a:lstStyle/>
            <a:p>
              <a:pPr algn="ctr"/>
              <a:r>
                <a:rPr lang="en-US" altLang="zh-CN" sz="3000" dirty="0">
                  <a:solidFill>
                    <a:schemeClr val="bg1"/>
                  </a:solidFill>
                  <a:latin typeface="Impact" panose="020B0806030902050204" pitchFamily="34" charset="0"/>
                </a:rPr>
                <a:t>02</a:t>
              </a:r>
              <a:endParaRPr lang="zh-CN" altLang="en-US" sz="3000" dirty="0">
                <a:solidFill>
                  <a:schemeClr val="bg1"/>
                </a:solidFill>
                <a:latin typeface="Impact" panose="020B0806030902050204" pitchFamily="34" charset="0"/>
              </a:endParaRPr>
            </a:p>
          </p:txBody>
        </p:sp>
      </p:grpSp>
      <p:grpSp>
        <p:nvGrpSpPr>
          <p:cNvPr id="24" name="组合 23"/>
          <p:cNvGrpSpPr/>
          <p:nvPr/>
        </p:nvGrpSpPr>
        <p:grpSpPr>
          <a:xfrm>
            <a:off x="3608248" y="3045937"/>
            <a:ext cx="869129" cy="718592"/>
            <a:chOff x="3166874" y="3591385"/>
            <a:chExt cx="1158838" cy="958123"/>
          </a:xfrm>
        </p:grpSpPr>
        <p:grpSp>
          <p:nvGrpSpPr>
            <p:cNvPr id="25" name="组合 24"/>
            <p:cNvGrpSpPr/>
            <p:nvPr/>
          </p:nvGrpSpPr>
          <p:grpSpPr>
            <a:xfrm>
              <a:off x="3227163" y="3591385"/>
              <a:ext cx="1098549" cy="958123"/>
              <a:chOff x="2857500" y="1149477"/>
              <a:chExt cx="1098549" cy="958123"/>
            </a:xfrm>
          </p:grpSpPr>
          <p:sp>
            <p:nvSpPr>
              <p:cNvPr id="29" name="圆角矩形 28"/>
              <p:cNvSpPr/>
              <p:nvPr/>
            </p:nvSpPr>
            <p:spPr>
              <a:xfrm>
                <a:off x="2857500" y="1149477"/>
                <a:ext cx="1076325" cy="958123"/>
              </a:xfrm>
              <a:prstGeom prst="roundRect">
                <a:avLst>
                  <a:gd name="adj" fmla="val 1388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30" name="圆角矩形 29"/>
              <p:cNvSpPr/>
              <p:nvPr/>
            </p:nvSpPr>
            <p:spPr>
              <a:xfrm>
                <a:off x="2892834" y="1178024"/>
                <a:ext cx="1063215" cy="901028"/>
              </a:xfrm>
              <a:prstGeom prst="roundRect">
                <a:avLst>
                  <a:gd name="adj" fmla="val 13889"/>
                </a:avLst>
              </a:prstGeom>
              <a:solidFill>
                <a:srgbClr val="E870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grpSp>
        <p:sp>
          <p:nvSpPr>
            <p:cNvPr id="27" name="文本框 26"/>
            <p:cNvSpPr txBox="1"/>
            <p:nvPr/>
          </p:nvSpPr>
          <p:spPr>
            <a:xfrm>
              <a:off x="3166874" y="3713054"/>
              <a:ext cx="1030514" cy="738666"/>
            </a:xfrm>
            <a:prstGeom prst="rect">
              <a:avLst/>
            </a:prstGeom>
            <a:noFill/>
          </p:spPr>
          <p:txBody>
            <a:bodyPr wrap="square" rtlCol="0">
              <a:spAutoFit/>
            </a:bodyPr>
            <a:lstStyle/>
            <a:p>
              <a:pPr algn="ctr"/>
              <a:r>
                <a:rPr lang="en-US" altLang="zh-CN" sz="3000" dirty="0">
                  <a:solidFill>
                    <a:schemeClr val="bg1"/>
                  </a:solidFill>
                  <a:latin typeface="Impact" panose="020B0806030902050204" pitchFamily="34" charset="0"/>
                </a:rPr>
                <a:t>03</a:t>
              </a:r>
              <a:endParaRPr lang="zh-CN" altLang="en-US" sz="3000" dirty="0">
                <a:solidFill>
                  <a:schemeClr val="bg1"/>
                </a:solidFill>
                <a:latin typeface="Impact" panose="020B0806030902050204" pitchFamily="34" charset="0"/>
              </a:endParaRPr>
            </a:p>
          </p:txBody>
        </p:sp>
      </p:grpSp>
      <p:grpSp>
        <p:nvGrpSpPr>
          <p:cNvPr id="31" name="组合 30"/>
          <p:cNvGrpSpPr/>
          <p:nvPr/>
        </p:nvGrpSpPr>
        <p:grpSpPr>
          <a:xfrm>
            <a:off x="3625981" y="3955456"/>
            <a:ext cx="851396" cy="718592"/>
            <a:chOff x="3190518" y="4807549"/>
            <a:chExt cx="1135194" cy="958123"/>
          </a:xfrm>
        </p:grpSpPr>
        <p:grpSp>
          <p:nvGrpSpPr>
            <p:cNvPr id="32" name="组合 31"/>
            <p:cNvGrpSpPr/>
            <p:nvPr/>
          </p:nvGrpSpPr>
          <p:grpSpPr>
            <a:xfrm>
              <a:off x="3227162" y="4807549"/>
              <a:ext cx="1098550" cy="958123"/>
              <a:chOff x="2857499" y="1149477"/>
              <a:chExt cx="1098550" cy="958123"/>
            </a:xfrm>
          </p:grpSpPr>
          <p:sp>
            <p:nvSpPr>
              <p:cNvPr id="36" name="圆角矩形 35"/>
              <p:cNvSpPr/>
              <p:nvPr/>
            </p:nvSpPr>
            <p:spPr>
              <a:xfrm>
                <a:off x="2857499" y="1149477"/>
                <a:ext cx="1076325" cy="958123"/>
              </a:xfrm>
              <a:prstGeom prst="roundRect">
                <a:avLst>
                  <a:gd name="adj" fmla="val 1388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37" name="圆角矩形 36"/>
              <p:cNvSpPr/>
              <p:nvPr/>
            </p:nvSpPr>
            <p:spPr>
              <a:xfrm>
                <a:off x="2892834" y="1178024"/>
                <a:ext cx="1063215" cy="901028"/>
              </a:xfrm>
              <a:prstGeom prst="roundRect">
                <a:avLst>
                  <a:gd name="adj" fmla="val 13889"/>
                </a:avLst>
              </a:prstGeom>
              <a:solidFill>
                <a:srgbClr val="663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grpSp>
        <p:sp>
          <p:nvSpPr>
            <p:cNvPr id="34" name="文本框 33"/>
            <p:cNvSpPr txBox="1"/>
            <p:nvPr/>
          </p:nvSpPr>
          <p:spPr>
            <a:xfrm>
              <a:off x="3190518" y="4932314"/>
              <a:ext cx="1030515" cy="738666"/>
            </a:xfrm>
            <a:prstGeom prst="rect">
              <a:avLst/>
            </a:prstGeom>
            <a:noFill/>
          </p:spPr>
          <p:txBody>
            <a:bodyPr wrap="square" rtlCol="0">
              <a:spAutoFit/>
            </a:bodyPr>
            <a:lstStyle/>
            <a:p>
              <a:pPr algn="ctr"/>
              <a:r>
                <a:rPr lang="en-US" altLang="zh-CN" sz="3000" dirty="0">
                  <a:solidFill>
                    <a:schemeClr val="bg1"/>
                  </a:solidFill>
                  <a:latin typeface="Impact" panose="020B0806030902050204" pitchFamily="34" charset="0"/>
                </a:rPr>
                <a:t>04</a:t>
              </a:r>
              <a:endParaRPr lang="zh-CN" altLang="en-US" sz="3000" dirty="0">
                <a:solidFill>
                  <a:schemeClr val="bg1"/>
                </a:solidFill>
                <a:latin typeface="Impact" panose="020B0806030902050204" pitchFamily="34" charset="0"/>
              </a:endParaRPr>
            </a:p>
          </p:txBody>
        </p:sp>
      </p:grpSp>
      <p:grpSp>
        <p:nvGrpSpPr>
          <p:cNvPr id="38" name="组合 37"/>
          <p:cNvGrpSpPr/>
          <p:nvPr/>
        </p:nvGrpSpPr>
        <p:grpSpPr>
          <a:xfrm>
            <a:off x="4706775" y="1254087"/>
            <a:ext cx="3522992" cy="863107"/>
            <a:chOff x="4555084" y="1092328"/>
            <a:chExt cx="4697323" cy="1150809"/>
          </a:xfrm>
        </p:grpSpPr>
        <p:pic>
          <p:nvPicPr>
            <p:cNvPr id="39" name="图片 38"/>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p:blipFill>
          <p:spPr>
            <a:xfrm>
              <a:off x="4926460" y="2041830"/>
              <a:ext cx="3646270" cy="201307"/>
            </a:xfrm>
            <a:prstGeom prst="rect">
              <a:avLst/>
            </a:prstGeom>
          </p:spPr>
        </p:pic>
        <p:grpSp>
          <p:nvGrpSpPr>
            <p:cNvPr id="40" name="组合 39"/>
            <p:cNvGrpSpPr/>
            <p:nvPr/>
          </p:nvGrpSpPr>
          <p:grpSpPr>
            <a:xfrm>
              <a:off x="4555084" y="1092328"/>
              <a:ext cx="4697323" cy="974451"/>
              <a:chOff x="4555084" y="1092328"/>
              <a:chExt cx="4697323" cy="974451"/>
            </a:xfrm>
          </p:grpSpPr>
          <p:pic>
            <p:nvPicPr>
              <p:cNvPr id="41" name="图片 40"/>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p:blipFill>
            <p:spPr>
              <a:xfrm rot="16200000">
                <a:off x="8600149" y="1414521"/>
                <a:ext cx="958122" cy="346394"/>
              </a:xfrm>
              <a:prstGeom prst="rect">
                <a:avLst/>
              </a:prstGeom>
            </p:spPr>
          </p:pic>
          <p:sp>
            <p:nvSpPr>
              <p:cNvPr id="42" name="圆角矩形 41"/>
              <p:cNvSpPr/>
              <p:nvPr/>
            </p:nvSpPr>
            <p:spPr>
              <a:xfrm>
                <a:off x="4555084" y="1092328"/>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dirty="0"/>
              </a:p>
            </p:txBody>
          </p:sp>
        </p:grpSp>
      </p:grpSp>
      <p:grpSp>
        <p:nvGrpSpPr>
          <p:cNvPr id="43" name="组合 42"/>
          <p:cNvGrpSpPr/>
          <p:nvPr/>
        </p:nvGrpSpPr>
        <p:grpSpPr>
          <a:xfrm>
            <a:off x="4549700" y="2177441"/>
            <a:ext cx="3680067" cy="859061"/>
            <a:chOff x="4555084" y="2343654"/>
            <a:chExt cx="4697324" cy="1145415"/>
          </a:xfrm>
        </p:grpSpPr>
        <p:pic>
          <p:nvPicPr>
            <p:cNvPr id="44" name="图片 43"/>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p:blipFill>
          <p:spPr>
            <a:xfrm>
              <a:off x="4926460" y="3287762"/>
              <a:ext cx="3646270" cy="201307"/>
            </a:xfrm>
            <a:prstGeom prst="rect">
              <a:avLst/>
            </a:prstGeom>
          </p:spPr>
        </p:pic>
        <p:grpSp>
          <p:nvGrpSpPr>
            <p:cNvPr id="45" name="组合 44"/>
            <p:cNvGrpSpPr/>
            <p:nvPr/>
          </p:nvGrpSpPr>
          <p:grpSpPr>
            <a:xfrm>
              <a:off x="4555084" y="2343654"/>
              <a:ext cx="4697324" cy="974451"/>
              <a:chOff x="4555084" y="2343654"/>
              <a:chExt cx="4697324" cy="974451"/>
            </a:xfrm>
          </p:grpSpPr>
          <p:pic>
            <p:nvPicPr>
              <p:cNvPr id="46" name="图片 45"/>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p:blipFill>
            <p:spPr>
              <a:xfrm rot="16200000">
                <a:off x="8600150" y="2665847"/>
                <a:ext cx="958122" cy="346394"/>
              </a:xfrm>
              <a:prstGeom prst="rect">
                <a:avLst/>
              </a:prstGeom>
            </p:spPr>
          </p:pic>
          <p:sp>
            <p:nvSpPr>
              <p:cNvPr id="47" name="圆角矩形 46"/>
              <p:cNvSpPr/>
              <p:nvPr/>
            </p:nvSpPr>
            <p:spPr>
              <a:xfrm>
                <a:off x="4555084" y="2343654"/>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dirty="0"/>
              </a:p>
            </p:txBody>
          </p:sp>
        </p:grpSp>
      </p:grpSp>
      <p:grpSp>
        <p:nvGrpSpPr>
          <p:cNvPr id="48" name="组合 47"/>
          <p:cNvGrpSpPr/>
          <p:nvPr/>
        </p:nvGrpSpPr>
        <p:grpSpPr>
          <a:xfrm>
            <a:off x="4706775" y="3091230"/>
            <a:ext cx="3522994" cy="863027"/>
            <a:chOff x="4555084" y="3594980"/>
            <a:chExt cx="4697325" cy="1150703"/>
          </a:xfrm>
        </p:grpSpPr>
        <p:pic>
          <p:nvPicPr>
            <p:cNvPr id="49" name="图片 48"/>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p:blipFill>
          <p:spPr>
            <a:xfrm>
              <a:off x="4926460" y="4544376"/>
              <a:ext cx="3646270" cy="201307"/>
            </a:xfrm>
            <a:prstGeom prst="rect">
              <a:avLst/>
            </a:prstGeom>
          </p:spPr>
        </p:pic>
        <p:grpSp>
          <p:nvGrpSpPr>
            <p:cNvPr id="50" name="组合 49"/>
            <p:cNvGrpSpPr/>
            <p:nvPr/>
          </p:nvGrpSpPr>
          <p:grpSpPr>
            <a:xfrm>
              <a:off x="4555084" y="3594980"/>
              <a:ext cx="4697325" cy="974450"/>
              <a:chOff x="4555084" y="3594980"/>
              <a:chExt cx="4697325" cy="974450"/>
            </a:xfrm>
          </p:grpSpPr>
          <p:pic>
            <p:nvPicPr>
              <p:cNvPr id="51" name="图片 50"/>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p:blipFill>
            <p:spPr>
              <a:xfrm rot="16200000">
                <a:off x="8600151" y="3917172"/>
                <a:ext cx="958122" cy="346394"/>
              </a:xfrm>
              <a:prstGeom prst="rect">
                <a:avLst/>
              </a:prstGeom>
            </p:spPr>
          </p:pic>
          <p:sp>
            <p:nvSpPr>
              <p:cNvPr id="52" name="圆角矩形 51"/>
              <p:cNvSpPr/>
              <p:nvPr/>
            </p:nvSpPr>
            <p:spPr>
              <a:xfrm>
                <a:off x="4555084" y="3594980"/>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dirty="0"/>
              </a:p>
            </p:txBody>
          </p:sp>
        </p:grpSp>
      </p:grpSp>
      <p:grpSp>
        <p:nvGrpSpPr>
          <p:cNvPr id="53" name="组合 52"/>
          <p:cNvGrpSpPr/>
          <p:nvPr/>
        </p:nvGrpSpPr>
        <p:grpSpPr>
          <a:xfrm>
            <a:off x="4698654" y="4938671"/>
            <a:ext cx="3522992" cy="857105"/>
            <a:chOff x="4555084" y="4807551"/>
            <a:chExt cx="4697323" cy="1142806"/>
          </a:xfrm>
        </p:grpSpPr>
        <p:pic>
          <p:nvPicPr>
            <p:cNvPr id="54" name="图片 53"/>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p:blipFill>
          <p:spPr>
            <a:xfrm>
              <a:off x="4926460" y="5749050"/>
              <a:ext cx="3646270" cy="201307"/>
            </a:xfrm>
            <a:prstGeom prst="rect">
              <a:avLst/>
            </a:prstGeom>
          </p:spPr>
        </p:pic>
        <p:grpSp>
          <p:nvGrpSpPr>
            <p:cNvPr id="55" name="组合 54"/>
            <p:cNvGrpSpPr/>
            <p:nvPr/>
          </p:nvGrpSpPr>
          <p:grpSpPr>
            <a:xfrm>
              <a:off x="4555084" y="4807551"/>
              <a:ext cx="4697323" cy="974450"/>
              <a:chOff x="4555084" y="4807551"/>
              <a:chExt cx="4697323" cy="974450"/>
            </a:xfrm>
          </p:grpSpPr>
          <p:pic>
            <p:nvPicPr>
              <p:cNvPr id="56" name="图片 55"/>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p:blipFill>
            <p:spPr>
              <a:xfrm rot="16200000">
                <a:off x="8600150" y="5129743"/>
                <a:ext cx="958122" cy="346393"/>
              </a:xfrm>
              <a:prstGeom prst="rect">
                <a:avLst/>
              </a:prstGeom>
            </p:spPr>
          </p:pic>
          <p:sp>
            <p:nvSpPr>
              <p:cNvPr id="57" name="圆角矩形 56"/>
              <p:cNvSpPr/>
              <p:nvPr/>
            </p:nvSpPr>
            <p:spPr>
              <a:xfrm>
                <a:off x="4555084" y="4807551"/>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dirty="0"/>
              </a:p>
            </p:txBody>
          </p:sp>
        </p:grpSp>
      </p:grpSp>
      <p:grpSp>
        <p:nvGrpSpPr>
          <p:cNvPr id="58" name="组合 57"/>
          <p:cNvGrpSpPr/>
          <p:nvPr/>
        </p:nvGrpSpPr>
        <p:grpSpPr>
          <a:xfrm>
            <a:off x="4203462" y="1158144"/>
            <a:ext cx="742053" cy="4647119"/>
            <a:chOff x="3971019" y="796001"/>
            <a:chExt cx="989404" cy="5338506"/>
          </a:xfrm>
        </p:grpSpPr>
        <p:sp>
          <p:nvSpPr>
            <p:cNvPr id="59" name="矩形 58"/>
            <p:cNvSpPr/>
            <p:nvPr/>
          </p:nvSpPr>
          <p:spPr>
            <a:xfrm>
              <a:off x="4614031" y="796001"/>
              <a:ext cx="346392" cy="5287413"/>
            </a:xfrm>
            <a:prstGeom prst="rect">
              <a:avLst/>
            </a:prstGeom>
            <a:gradFill>
              <a:gsLst>
                <a:gs pos="0">
                  <a:schemeClr val="tx1">
                    <a:alpha val="8000"/>
                  </a:schemeClr>
                </a:gs>
                <a:gs pos="100000">
                  <a:srgbClr val="F2F2F2">
                    <a:alpha val="0"/>
                  </a:srgbClr>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60" name="矩形 59"/>
            <p:cNvSpPr/>
            <p:nvPr/>
          </p:nvSpPr>
          <p:spPr>
            <a:xfrm>
              <a:off x="4178614" y="796001"/>
              <a:ext cx="452661" cy="5287413"/>
            </a:xfrm>
            <a:prstGeom prst="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pic>
          <p:nvPicPr>
            <p:cNvPr id="61" name="图片 60"/>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p:blipFill>
          <p:spPr>
            <a:xfrm rot="5400000">
              <a:off x="1404452" y="3362569"/>
              <a:ext cx="5338505" cy="205371"/>
            </a:xfrm>
            <a:prstGeom prst="rect">
              <a:avLst/>
            </a:prstGeom>
          </p:spPr>
        </p:pic>
        <p:sp>
          <p:nvSpPr>
            <p:cNvPr id="62" name="流程图: 手动输入 32"/>
            <p:cNvSpPr/>
            <p:nvPr/>
          </p:nvSpPr>
          <p:spPr>
            <a:xfrm flipH="1" flipV="1">
              <a:off x="4614203" y="796001"/>
              <a:ext cx="345594" cy="92079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667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6677 h 10000"/>
                <a:gd name="connsiteX0" fmla="*/ 0 w 10000"/>
                <a:gd name="connsiteY0" fmla="*/ 6875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6875 h 10000"/>
                <a:gd name="connsiteX0" fmla="*/ 0 w 10185"/>
                <a:gd name="connsiteY0" fmla="*/ 6624 h 10000"/>
                <a:gd name="connsiteX1" fmla="*/ 10185 w 10185"/>
                <a:gd name="connsiteY1" fmla="*/ 0 h 10000"/>
                <a:gd name="connsiteX2" fmla="*/ 10185 w 10185"/>
                <a:gd name="connsiteY2" fmla="*/ 10000 h 10000"/>
                <a:gd name="connsiteX3" fmla="*/ 185 w 10185"/>
                <a:gd name="connsiteY3" fmla="*/ 10000 h 10000"/>
                <a:gd name="connsiteX4" fmla="*/ 0 w 10185"/>
                <a:gd name="connsiteY4" fmla="*/ 6624 h 10000"/>
                <a:gd name="connsiteX0" fmla="*/ 0 w 10092"/>
                <a:gd name="connsiteY0" fmla="*/ 8092 h 10000"/>
                <a:gd name="connsiteX1" fmla="*/ 10092 w 10092"/>
                <a:gd name="connsiteY1" fmla="*/ 0 h 10000"/>
                <a:gd name="connsiteX2" fmla="*/ 10092 w 10092"/>
                <a:gd name="connsiteY2" fmla="*/ 10000 h 10000"/>
                <a:gd name="connsiteX3" fmla="*/ 92 w 10092"/>
                <a:gd name="connsiteY3" fmla="*/ 10000 h 10000"/>
                <a:gd name="connsiteX4" fmla="*/ 0 w 10092"/>
                <a:gd name="connsiteY4" fmla="*/ 8092 h 10000"/>
                <a:gd name="connsiteX0" fmla="*/ 0 w 10092"/>
                <a:gd name="connsiteY0" fmla="*/ 8736 h 10000"/>
                <a:gd name="connsiteX1" fmla="*/ 10092 w 10092"/>
                <a:gd name="connsiteY1" fmla="*/ 0 h 10000"/>
                <a:gd name="connsiteX2" fmla="*/ 10092 w 10092"/>
                <a:gd name="connsiteY2" fmla="*/ 10000 h 10000"/>
                <a:gd name="connsiteX3" fmla="*/ 92 w 10092"/>
                <a:gd name="connsiteY3" fmla="*/ 10000 h 10000"/>
                <a:gd name="connsiteX4" fmla="*/ 0 w 10092"/>
                <a:gd name="connsiteY4" fmla="*/ 8736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92" h="10000">
                  <a:moveTo>
                    <a:pt x="0" y="8736"/>
                  </a:moveTo>
                  <a:lnTo>
                    <a:pt x="10092" y="0"/>
                  </a:lnTo>
                  <a:lnTo>
                    <a:pt x="10092" y="10000"/>
                  </a:lnTo>
                  <a:lnTo>
                    <a:pt x="92" y="10000"/>
                  </a:lnTo>
                  <a:cubicBezTo>
                    <a:pt x="30" y="8875"/>
                    <a:pt x="62" y="9861"/>
                    <a:pt x="0" y="8736"/>
                  </a:cubicBezTo>
                  <a:close/>
                </a:path>
              </a:pathLst>
            </a:custGeom>
            <a:gradFill>
              <a:gsLst>
                <a:gs pos="0">
                  <a:schemeClr val="tx1">
                    <a:alpha val="21000"/>
                  </a:schemeClr>
                </a:gs>
                <a:gs pos="100000">
                  <a:srgbClr val="F2F2F2">
                    <a:alpha val="0"/>
                  </a:srgbClr>
                </a:gs>
              </a:gsLst>
              <a:lin ang="108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63" name="梯形 62"/>
            <p:cNvSpPr/>
            <p:nvPr/>
          </p:nvSpPr>
          <p:spPr>
            <a:xfrm rot="5400000">
              <a:off x="4085362" y="2026910"/>
              <a:ext cx="1396262" cy="345868"/>
            </a:xfrm>
            <a:prstGeom prst="trapezoid">
              <a:avLst>
                <a:gd name="adj" fmla="val 173951"/>
              </a:avLst>
            </a:prstGeom>
            <a:gradFill>
              <a:gsLst>
                <a:gs pos="100000">
                  <a:schemeClr val="tx1">
                    <a:alpha val="21000"/>
                  </a:schemeClr>
                </a:gs>
                <a:gs pos="0">
                  <a:srgbClr val="F2F2F2">
                    <a:alpha val="0"/>
                  </a:srgb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64" name="梯形 63"/>
            <p:cNvSpPr/>
            <p:nvPr/>
          </p:nvSpPr>
          <p:spPr>
            <a:xfrm rot="5400000">
              <a:off x="4085362" y="3275907"/>
              <a:ext cx="1396262" cy="345868"/>
            </a:xfrm>
            <a:prstGeom prst="trapezoid">
              <a:avLst>
                <a:gd name="adj" fmla="val 173951"/>
              </a:avLst>
            </a:prstGeom>
            <a:gradFill>
              <a:gsLst>
                <a:gs pos="100000">
                  <a:schemeClr val="tx1">
                    <a:alpha val="21000"/>
                  </a:schemeClr>
                </a:gs>
                <a:gs pos="0">
                  <a:srgbClr val="F2F2F2">
                    <a:alpha val="0"/>
                  </a:srgb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65" name="梯形 64"/>
            <p:cNvSpPr/>
            <p:nvPr/>
          </p:nvSpPr>
          <p:spPr>
            <a:xfrm rot="5400000">
              <a:off x="4085362" y="4502881"/>
              <a:ext cx="1396262" cy="345868"/>
            </a:xfrm>
            <a:prstGeom prst="trapezoid">
              <a:avLst>
                <a:gd name="adj" fmla="val 173951"/>
              </a:avLst>
            </a:prstGeom>
            <a:gradFill>
              <a:gsLst>
                <a:gs pos="100000">
                  <a:schemeClr val="tx1">
                    <a:alpha val="21000"/>
                  </a:schemeClr>
                </a:gs>
                <a:gs pos="0">
                  <a:srgbClr val="F2F2F2">
                    <a:alpha val="0"/>
                  </a:srgb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66" name="流程图: 手动输入 32"/>
            <p:cNvSpPr/>
            <p:nvPr/>
          </p:nvSpPr>
          <p:spPr>
            <a:xfrm flipH="1">
              <a:off x="4614203" y="5187950"/>
              <a:ext cx="345594" cy="89546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667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6677 h 10000"/>
                <a:gd name="connsiteX0" fmla="*/ 0 w 10000"/>
                <a:gd name="connsiteY0" fmla="*/ 6875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6875 h 10000"/>
                <a:gd name="connsiteX0" fmla="*/ 0 w 10185"/>
                <a:gd name="connsiteY0" fmla="*/ 6624 h 10000"/>
                <a:gd name="connsiteX1" fmla="*/ 10185 w 10185"/>
                <a:gd name="connsiteY1" fmla="*/ 0 h 10000"/>
                <a:gd name="connsiteX2" fmla="*/ 10185 w 10185"/>
                <a:gd name="connsiteY2" fmla="*/ 10000 h 10000"/>
                <a:gd name="connsiteX3" fmla="*/ 185 w 10185"/>
                <a:gd name="connsiteY3" fmla="*/ 10000 h 10000"/>
                <a:gd name="connsiteX4" fmla="*/ 0 w 10185"/>
                <a:gd name="connsiteY4" fmla="*/ 6624 h 10000"/>
                <a:gd name="connsiteX0" fmla="*/ 0 w 10092"/>
                <a:gd name="connsiteY0" fmla="*/ 8092 h 10000"/>
                <a:gd name="connsiteX1" fmla="*/ 10092 w 10092"/>
                <a:gd name="connsiteY1" fmla="*/ 0 h 10000"/>
                <a:gd name="connsiteX2" fmla="*/ 10092 w 10092"/>
                <a:gd name="connsiteY2" fmla="*/ 10000 h 10000"/>
                <a:gd name="connsiteX3" fmla="*/ 92 w 10092"/>
                <a:gd name="connsiteY3" fmla="*/ 10000 h 10000"/>
                <a:gd name="connsiteX4" fmla="*/ 0 w 10092"/>
                <a:gd name="connsiteY4" fmla="*/ 8092 h 10000"/>
                <a:gd name="connsiteX0" fmla="*/ 0 w 10092"/>
                <a:gd name="connsiteY0" fmla="*/ 8736 h 10000"/>
                <a:gd name="connsiteX1" fmla="*/ 10092 w 10092"/>
                <a:gd name="connsiteY1" fmla="*/ 0 h 10000"/>
                <a:gd name="connsiteX2" fmla="*/ 10092 w 10092"/>
                <a:gd name="connsiteY2" fmla="*/ 10000 h 10000"/>
                <a:gd name="connsiteX3" fmla="*/ 92 w 10092"/>
                <a:gd name="connsiteY3" fmla="*/ 10000 h 10000"/>
                <a:gd name="connsiteX4" fmla="*/ 0 w 10092"/>
                <a:gd name="connsiteY4" fmla="*/ 8736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92" h="10000">
                  <a:moveTo>
                    <a:pt x="0" y="8736"/>
                  </a:moveTo>
                  <a:lnTo>
                    <a:pt x="10092" y="0"/>
                  </a:lnTo>
                  <a:lnTo>
                    <a:pt x="10092" y="10000"/>
                  </a:lnTo>
                  <a:lnTo>
                    <a:pt x="92" y="10000"/>
                  </a:lnTo>
                  <a:cubicBezTo>
                    <a:pt x="30" y="8875"/>
                    <a:pt x="62" y="9861"/>
                    <a:pt x="0" y="8736"/>
                  </a:cubicBezTo>
                  <a:close/>
                </a:path>
              </a:pathLst>
            </a:custGeom>
            <a:gradFill>
              <a:gsLst>
                <a:gs pos="0">
                  <a:schemeClr val="tx1">
                    <a:alpha val="21000"/>
                  </a:schemeClr>
                </a:gs>
                <a:gs pos="100000">
                  <a:srgbClr val="F2F2F2">
                    <a:alpha val="0"/>
                  </a:srgbClr>
                </a:gs>
              </a:gsLst>
              <a:lin ang="108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grpSp>
      <p:grpSp>
        <p:nvGrpSpPr>
          <p:cNvPr id="67" name="组合 66"/>
          <p:cNvGrpSpPr/>
          <p:nvPr/>
        </p:nvGrpSpPr>
        <p:grpSpPr>
          <a:xfrm>
            <a:off x="5220433" y="1303990"/>
            <a:ext cx="2326087" cy="523220"/>
            <a:chOff x="5788132" y="1155639"/>
            <a:chExt cx="2201748" cy="697628"/>
          </a:xfrm>
        </p:grpSpPr>
        <p:sp>
          <p:nvSpPr>
            <p:cNvPr id="68" name="文本框 67"/>
            <p:cNvSpPr txBox="1"/>
            <p:nvPr/>
          </p:nvSpPr>
          <p:spPr>
            <a:xfrm>
              <a:off x="6299025" y="1155639"/>
              <a:ext cx="1690855" cy="697628"/>
            </a:xfrm>
            <a:prstGeom prst="rect">
              <a:avLst/>
            </a:prstGeom>
            <a:noFill/>
          </p:spPr>
          <p:txBody>
            <a:bodyPr wrap="square" rtlCol="0">
              <a:spAutoFit/>
            </a:bodyPr>
            <a:lstStyle/>
            <a:p>
              <a:r>
                <a:rPr lang="zh-CN" altLang="en-US" sz="1400" b="1" dirty="0">
                  <a:solidFill>
                    <a:srgbClr val="FFC000"/>
                  </a:solidFill>
                  <a:latin typeface="微软雅黑" panose="020B0503020204020204" pitchFamily="34" charset="-122"/>
                  <a:ea typeface="微软雅黑" panose="020B0503020204020204" pitchFamily="34" charset="-122"/>
                </a:rPr>
                <a:t>初来乍</a:t>
              </a:r>
              <a:r>
                <a:rPr lang="zh-CN" altLang="en-US" sz="1400" b="1" dirty="0" smtClean="0">
                  <a:solidFill>
                    <a:srgbClr val="FFC000"/>
                  </a:solidFill>
                  <a:latin typeface="微软雅黑" panose="020B0503020204020204" pitchFamily="34" charset="-122"/>
                  <a:ea typeface="微软雅黑" panose="020B0503020204020204" pitchFamily="34" charset="-122"/>
                </a:rPr>
                <a:t>到，踌躇满志</a:t>
              </a:r>
              <a:endParaRPr lang="zh-CN" altLang="en-US" sz="1400" b="1" dirty="0">
                <a:solidFill>
                  <a:srgbClr val="FFC000"/>
                </a:solidFill>
                <a:latin typeface="微软雅黑" panose="020B0503020204020204" pitchFamily="34" charset="-122"/>
                <a:ea typeface="微软雅黑" panose="020B0503020204020204" pitchFamily="34" charset="-122"/>
              </a:endParaRPr>
            </a:p>
          </p:txBody>
        </p:sp>
        <p:grpSp>
          <p:nvGrpSpPr>
            <p:cNvPr id="69" name="Group 4"/>
            <p:cNvGrpSpPr>
              <a:grpSpLocks noChangeAspect="1"/>
            </p:cNvGrpSpPr>
            <p:nvPr/>
          </p:nvGrpSpPr>
          <p:grpSpPr bwMode="auto">
            <a:xfrm>
              <a:off x="5788132" y="1164569"/>
              <a:ext cx="299144" cy="350562"/>
              <a:chOff x="1776" y="1776"/>
              <a:chExt cx="64" cy="75"/>
            </a:xfrm>
            <a:solidFill>
              <a:srgbClr val="FFB850"/>
            </a:solidFill>
            <a:effectLst/>
          </p:grpSpPr>
          <p:sp>
            <p:nvSpPr>
              <p:cNvPr id="70" name="Freeform 5"/>
              <p:cNvSpPr>
                <a:spLocks/>
              </p:cNvSpPr>
              <p:nvPr/>
            </p:nvSpPr>
            <p:spPr bwMode="auto">
              <a:xfrm>
                <a:off x="1795" y="1779"/>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71" name="Freeform 6"/>
              <p:cNvSpPr>
                <a:spLocks/>
              </p:cNvSpPr>
              <p:nvPr/>
            </p:nvSpPr>
            <p:spPr bwMode="auto">
              <a:xfrm>
                <a:off x="1776" y="1810"/>
                <a:ext cx="64" cy="41"/>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72" name="Freeform 7"/>
              <p:cNvSpPr>
                <a:spLocks/>
              </p:cNvSpPr>
              <p:nvPr/>
            </p:nvSpPr>
            <p:spPr bwMode="auto">
              <a:xfrm>
                <a:off x="1795" y="1776"/>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73" name="Freeform 8"/>
              <p:cNvSpPr>
                <a:spLocks/>
              </p:cNvSpPr>
              <p:nvPr/>
            </p:nvSpPr>
            <p:spPr bwMode="auto">
              <a:xfrm>
                <a:off x="1776" y="1801"/>
                <a:ext cx="62" cy="48"/>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grpSp>
        <p:nvGrpSpPr>
          <p:cNvPr id="74" name="组合 73"/>
          <p:cNvGrpSpPr/>
          <p:nvPr/>
        </p:nvGrpSpPr>
        <p:grpSpPr>
          <a:xfrm>
            <a:off x="5243642" y="2222845"/>
            <a:ext cx="2356708" cy="307777"/>
            <a:chOff x="4327967" y="2080353"/>
            <a:chExt cx="2102332" cy="307777"/>
          </a:xfrm>
        </p:grpSpPr>
        <p:grpSp>
          <p:nvGrpSpPr>
            <p:cNvPr id="75" name="Group 18"/>
            <p:cNvGrpSpPr>
              <a:grpSpLocks noChangeAspect="1"/>
            </p:cNvGrpSpPr>
            <p:nvPr/>
          </p:nvGrpSpPr>
          <p:grpSpPr bwMode="auto">
            <a:xfrm>
              <a:off x="4327967" y="2093818"/>
              <a:ext cx="250640" cy="233550"/>
              <a:chOff x="3802" y="2858"/>
              <a:chExt cx="616" cy="574"/>
            </a:xfrm>
            <a:solidFill>
              <a:srgbClr val="01ACBE"/>
            </a:solidFill>
            <a:effectLst/>
          </p:grpSpPr>
          <p:sp>
            <p:nvSpPr>
              <p:cNvPr id="77" name="Rectangle 19"/>
              <p:cNvSpPr>
                <a:spLocks noChangeArrowheads="1"/>
              </p:cNvSpPr>
              <p:nvPr/>
            </p:nvSpPr>
            <p:spPr bwMode="auto">
              <a:xfrm>
                <a:off x="3802" y="3205"/>
                <a:ext cx="129" cy="2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78" name="Rectangle 20"/>
              <p:cNvSpPr>
                <a:spLocks noChangeArrowheads="1"/>
              </p:cNvSpPr>
              <p:nvPr/>
            </p:nvSpPr>
            <p:spPr bwMode="auto">
              <a:xfrm>
                <a:off x="3964" y="3174"/>
                <a:ext cx="129" cy="2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79" name="Rectangle 21"/>
              <p:cNvSpPr>
                <a:spLocks noChangeArrowheads="1"/>
              </p:cNvSpPr>
              <p:nvPr/>
            </p:nvSpPr>
            <p:spPr bwMode="auto">
              <a:xfrm>
                <a:off x="4129" y="3131"/>
                <a:ext cx="129" cy="30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80" name="Rectangle 22"/>
              <p:cNvSpPr>
                <a:spLocks noChangeArrowheads="1"/>
              </p:cNvSpPr>
              <p:nvPr/>
            </p:nvSpPr>
            <p:spPr bwMode="auto">
              <a:xfrm>
                <a:off x="4289" y="3078"/>
                <a:ext cx="129"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81" name="Freeform 23"/>
              <p:cNvSpPr>
                <a:spLocks/>
              </p:cNvSpPr>
              <p:nvPr/>
            </p:nvSpPr>
            <p:spPr bwMode="auto">
              <a:xfrm>
                <a:off x="3888" y="2858"/>
                <a:ext cx="370" cy="270"/>
              </a:xfrm>
              <a:custGeom>
                <a:avLst/>
                <a:gdLst>
                  <a:gd name="T0" fmla="*/ 94 w 155"/>
                  <a:gd name="T1" fmla="*/ 21 h 113"/>
                  <a:gd name="T2" fmla="*/ 0 w 155"/>
                  <a:gd name="T3" fmla="*/ 72 h 113"/>
                  <a:gd name="T4" fmla="*/ 114 w 155"/>
                  <a:gd name="T5" fmla="*/ 63 h 113"/>
                  <a:gd name="T6" fmla="*/ 122 w 155"/>
                  <a:gd name="T7" fmla="*/ 82 h 113"/>
                  <a:gd name="T8" fmla="*/ 155 w 155"/>
                  <a:gd name="T9" fmla="*/ 0 h 113"/>
                  <a:gd name="T10" fmla="*/ 85 w 155"/>
                  <a:gd name="T11" fmla="*/ 2 h 113"/>
                  <a:gd name="T12" fmla="*/ 94 w 155"/>
                  <a:gd name="T13" fmla="*/ 21 h 113"/>
                </a:gdLst>
                <a:ahLst/>
                <a:cxnLst>
                  <a:cxn ang="0">
                    <a:pos x="T0" y="T1"/>
                  </a:cxn>
                  <a:cxn ang="0">
                    <a:pos x="T2" y="T3"/>
                  </a:cxn>
                  <a:cxn ang="0">
                    <a:pos x="T4" y="T5"/>
                  </a:cxn>
                  <a:cxn ang="0">
                    <a:pos x="T6" y="T7"/>
                  </a:cxn>
                  <a:cxn ang="0">
                    <a:pos x="T8" y="T9"/>
                  </a:cxn>
                  <a:cxn ang="0">
                    <a:pos x="T10" y="T11"/>
                  </a:cxn>
                  <a:cxn ang="0">
                    <a:pos x="T12" y="T13"/>
                  </a:cxn>
                </a:cxnLst>
                <a:rect l="0" t="0" r="r" b="b"/>
                <a:pathLst>
                  <a:path w="155" h="113">
                    <a:moveTo>
                      <a:pt x="94" y="21"/>
                    </a:moveTo>
                    <a:cubicBezTo>
                      <a:pt x="85" y="33"/>
                      <a:pt x="53" y="68"/>
                      <a:pt x="0" y="72"/>
                    </a:cubicBezTo>
                    <a:cubicBezTo>
                      <a:pt x="0" y="72"/>
                      <a:pt x="31" y="113"/>
                      <a:pt x="114" y="63"/>
                    </a:cubicBezTo>
                    <a:cubicBezTo>
                      <a:pt x="122" y="82"/>
                      <a:pt x="122" y="82"/>
                      <a:pt x="122" y="82"/>
                    </a:cubicBezTo>
                    <a:cubicBezTo>
                      <a:pt x="155" y="0"/>
                      <a:pt x="155" y="0"/>
                      <a:pt x="155" y="0"/>
                    </a:cubicBezTo>
                    <a:cubicBezTo>
                      <a:pt x="85" y="2"/>
                      <a:pt x="85" y="2"/>
                      <a:pt x="85" y="2"/>
                    </a:cubicBezTo>
                    <a:lnTo>
                      <a:pt x="94"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sp>
          <p:nvSpPr>
            <p:cNvPr id="76" name="矩形 75"/>
            <p:cNvSpPr/>
            <p:nvPr/>
          </p:nvSpPr>
          <p:spPr>
            <a:xfrm>
              <a:off x="4771464" y="2080353"/>
              <a:ext cx="1658835" cy="307777"/>
            </a:xfrm>
            <a:prstGeom prst="rect">
              <a:avLst/>
            </a:prstGeom>
          </p:spPr>
          <p:txBody>
            <a:bodyPr wrap="square">
              <a:spAutoFit/>
            </a:bodyPr>
            <a:lstStyle/>
            <a:p>
              <a:r>
                <a:rPr lang="zh-CN" altLang="en-US" sz="1400" b="1" dirty="0" smtClean="0">
                  <a:solidFill>
                    <a:srgbClr val="01ACBE"/>
                  </a:solidFill>
                  <a:latin typeface="微软雅黑" panose="020B0503020204020204" pitchFamily="34" charset="-122"/>
                  <a:ea typeface="微软雅黑" panose="020B0503020204020204" pitchFamily="34" charset="-122"/>
                </a:rPr>
                <a:t> 九层之台，始于累土</a:t>
              </a:r>
              <a:endParaRPr lang="zh-CN" altLang="en-US" sz="1400" b="1" dirty="0">
                <a:solidFill>
                  <a:srgbClr val="01ACBE"/>
                </a:solidFill>
                <a:latin typeface="微软雅黑" panose="020B0503020204020204" pitchFamily="34" charset="-122"/>
                <a:ea typeface="微软雅黑" panose="020B0503020204020204" pitchFamily="34" charset="-122"/>
              </a:endParaRPr>
            </a:p>
          </p:txBody>
        </p:sp>
      </p:grpSp>
      <p:grpSp>
        <p:nvGrpSpPr>
          <p:cNvPr id="82" name="组合 81"/>
          <p:cNvGrpSpPr/>
          <p:nvPr/>
        </p:nvGrpSpPr>
        <p:grpSpPr>
          <a:xfrm>
            <a:off x="5218127" y="3123586"/>
            <a:ext cx="2368115" cy="309218"/>
            <a:chOff x="4316480" y="2999280"/>
            <a:chExt cx="2102811" cy="309218"/>
          </a:xfrm>
        </p:grpSpPr>
        <p:grpSp>
          <p:nvGrpSpPr>
            <p:cNvPr id="83" name="Group 13"/>
            <p:cNvGrpSpPr>
              <a:grpSpLocks noChangeAspect="1"/>
            </p:cNvGrpSpPr>
            <p:nvPr/>
          </p:nvGrpSpPr>
          <p:grpSpPr bwMode="auto">
            <a:xfrm>
              <a:off x="4316480" y="2999280"/>
              <a:ext cx="278211" cy="276367"/>
              <a:chOff x="2426" y="2781"/>
              <a:chExt cx="603" cy="599"/>
            </a:xfrm>
            <a:solidFill>
              <a:srgbClr val="E87071"/>
            </a:solidFill>
            <a:effectLst/>
          </p:grpSpPr>
          <p:sp>
            <p:nvSpPr>
              <p:cNvPr id="85" name="Freeform 14"/>
              <p:cNvSpPr>
                <a:spLocks/>
              </p:cNvSpPr>
              <p:nvPr/>
            </p:nvSpPr>
            <p:spPr bwMode="auto">
              <a:xfrm>
                <a:off x="2474" y="2804"/>
                <a:ext cx="555"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86"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sp>
          <p:nvSpPr>
            <p:cNvPr id="84" name="矩形 83"/>
            <p:cNvSpPr/>
            <p:nvPr/>
          </p:nvSpPr>
          <p:spPr>
            <a:xfrm>
              <a:off x="4726565" y="3000721"/>
              <a:ext cx="1692726" cy="307777"/>
            </a:xfrm>
            <a:prstGeom prst="rect">
              <a:avLst/>
            </a:prstGeom>
          </p:spPr>
          <p:txBody>
            <a:bodyPr wrap="none">
              <a:spAutoFit/>
            </a:bodyPr>
            <a:lstStyle/>
            <a:p>
              <a:r>
                <a:rPr lang="zh-CN" altLang="en-US" sz="1400" b="1" dirty="0" smtClean="0">
                  <a:solidFill>
                    <a:srgbClr val="E87071"/>
                  </a:solidFill>
                  <a:latin typeface="微软雅黑" panose="020B0503020204020204" pitchFamily="34" charset="-122"/>
                  <a:ea typeface="微软雅黑" panose="020B0503020204020204" pitchFamily="34" charset="-122"/>
                </a:rPr>
                <a:t>  仰望星空，脚踏实地</a:t>
              </a:r>
              <a:endParaRPr lang="zh-CN" altLang="en-US" sz="1400" b="1" dirty="0">
                <a:solidFill>
                  <a:srgbClr val="E87071"/>
                </a:solidFill>
                <a:latin typeface="微软雅黑" panose="020B0503020204020204" pitchFamily="34" charset="-122"/>
                <a:ea typeface="微软雅黑" panose="020B0503020204020204" pitchFamily="34" charset="-122"/>
              </a:endParaRPr>
            </a:p>
          </p:txBody>
        </p:sp>
      </p:grpSp>
      <p:grpSp>
        <p:nvGrpSpPr>
          <p:cNvPr id="87" name="组合 86"/>
          <p:cNvGrpSpPr/>
          <p:nvPr/>
        </p:nvGrpSpPr>
        <p:grpSpPr>
          <a:xfrm>
            <a:off x="5282868" y="4950207"/>
            <a:ext cx="2369829" cy="314081"/>
            <a:chOff x="4323961" y="3924071"/>
            <a:chExt cx="2369829" cy="314081"/>
          </a:xfrm>
        </p:grpSpPr>
        <p:grpSp>
          <p:nvGrpSpPr>
            <p:cNvPr id="88" name="组合 87"/>
            <p:cNvGrpSpPr/>
            <p:nvPr/>
          </p:nvGrpSpPr>
          <p:grpSpPr>
            <a:xfrm>
              <a:off x="4323961" y="3924071"/>
              <a:ext cx="258633" cy="281445"/>
              <a:chOff x="4873620" y="1965325"/>
              <a:chExt cx="269882" cy="293688"/>
            </a:xfrm>
            <a:solidFill>
              <a:srgbClr val="663A77"/>
            </a:solidFill>
            <a:effectLst/>
          </p:grpSpPr>
          <p:sp>
            <p:nvSpPr>
              <p:cNvPr id="90" name="Freeform 502"/>
              <p:cNvSpPr>
                <a:spLocks/>
              </p:cNvSpPr>
              <p:nvPr/>
            </p:nvSpPr>
            <p:spPr bwMode="auto">
              <a:xfrm>
                <a:off x="4873620" y="2127250"/>
                <a:ext cx="112713" cy="131763"/>
              </a:xfrm>
              <a:custGeom>
                <a:avLst/>
                <a:gdLst>
                  <a:gd name="T0" fmla="*/ 2 w 30"/>
                  <a:gd name="T1" fmla="*/ 0 h 35"/>
                  <a:gd name="T2" fmla="*/ 28 w 30"/>
                  <a:gd name="T3" fmla="*/ 0 h 35"/>
                  <a:gd name="T4" fmla="*/ 30 w 30"/>
                  <a:gd name="T5" fmla="*/ 1 h 35"/>
                  <a:gd name="T6" fmla="*/ 28 w 30"/>
                  <a:gd name="T7" fmla="*/ 3 h 35"/>
                  <a:gd name="T8" fmla="*/ 3 w 30"/>
                  <a:gd name="T9" fmla="*/ 3 h 35"/>
                  <a:gd name="T10" fmla="*/ 3 w 30"/>
                  <a:gd name="T11" fmla="*/ 33 h 35"/>
                  <a:gd name="T12" fmla="*/ 2 w 30"/>
                  <a:gd name="T13" fmla="*/ 35 h 35"/>
                  <a:gd name="T14" fmla="*/ 0 w 30"/>
                  <a:gd name="T15" fmla="*/ 33 h 35"/>
                  <a:gd name="T16" fmla="*/ 0 w 30"/>
                  <a:gd name="T17" fmla="*/ 1 h 35"/>
                  <a:gd name="T18" fmla="*/ 2 w 30"/>
                  <a:gd name="T19"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35">
                    <a:moveTo>
                      <a:pt x="2" y="0"/>
                    </a:moveTo>
                    <a:cubicBezTo>
                      <a:pt x="28" y="0"/>
                      <a:pt x="28" y="0"/>
                      <a:pt x="28" y="0"/>
                    </a:cubicBezTo>
                    <a:cubicBezTo>
                      <a:pt x="29" y="0"/>
                      <a:pt x="30" y="1"/>
                      <a:pt x="30" y="1"/>
                    </a:cubicBezTo>
                    <a:cubicBezTo>
                      <a:pt x="30" y="2"/>
                      <a:pt x="29" y="3"/>
                      <a:pt x="28" y="3"/>
                    </a:cubicBezTo>
                    <a:cubicBezTo>
                      <a:pt x="3" y="3"/>
                      <a:pt x="3" y="3"/>
                      <a:pt x="3" y="3"/>
                    </a:cubicBezTo>
                    <a:cubicBezTo>
                      <a:pt x="3" y="33"/>
                      <a:pt x="3" y="33"/>
                      <a:pt x="3" y="33"/>
                    </a:cubicBezTo>
                    <a:cubicBezTo>
                      <a:pt x="3" y="34"/>
                      <a:pt x="3" y="35"/>
                      <a:pt x="2" y="35"/>
                    </a:cubicBezTo>
                    <a:cubicBezTo>
                      <a:pt x="1" y="35"/>
                      <a:pt x="0" y="34"/>
                      <a:pt x="0" y="33"/>
                    </a:cubicBezTo>
                    <a:cubicBezTo>
                      <a:pt x="0" y="1"/>
                      <a:pt x="0" y="1"/>
                      <a:pt x="0" y="1"/>
                    </a:cubicBezTo>
                    <a:cubicBezTo>
                      <a:pt x="0" y="1"/>
                      <a:pt x="1" y="0"/>
                      <a:pt x="2" y="0"/>
                    </a:cubicBezTo>
                    <a:close/>
                  </a:path>
                </a:pathLst>
              </a:custGeom>
              <a:solidFill>
                <a:schemeClr val="accent3">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91" name="Freeform 503"/>
              <p:cNvSpPr>
                <a:spLocks/>
              </p:cNvSpPr>
              <p:nvPr/>
            </p:nvSpPr>
            <p:spPr bwMode="auto">
              <a:xfrm>
                <a:off x="4884737" y="1973263"/>
                <a:ext cx="41275" cy="146050"/>
              </a:xfrm>
              <a:custGeom>
                <a:avLst/>
                <a:gdLst>
                  <a:gd name="T0" fmla="*/ 11 w 11"/>
                  <a:gd name="T1" fmla="*/ 34 h 39"/>
                  <a:gd name="T2" fmla="*/ 11 w 11"/>
                  <a:gd name="T3" fmla="*/ 6 h 39"/>
                  <a:gd name="T4" fmla="*/ 5 w 11"/>
                  <a:gd name="T5" fmla="*/ 0 h 39"/>
                  <a:gd name="T6" fmla="*/ 0 w 11"/>
                  <a:gd name="T7" fmla="*/ 6 h 39"/>
                  <a:gd name="T8" fmla="*/ 0 w 11"/>
                  <a:gd name="T9" fmla="*/ 34 h 39"/>
                  <a:gd name="T10" fmla="*/ 5 w 11"/>
                  <a:gd name="T11" fmla="*/ 39 h 39"/>
                  <a:gd name="T12" fmla="*/ 11 w 11"/>
                  <a:gd name="T13" fmla="*/ 34 h 39"/>
                </a:gdLst>
                <a:ahLst/>
                <a:cxnLst>
                  <a:cxn ang="0">
                    <a:pos x="T0" y="T1"/>
                  </a:cxn>
                  <a:cxn ang="0">
                    <a:pos x="T2" y="T3"/>
                  </a:cxn>
                  <a:cxn ang="0">
                    <a:pos x="T4" y="T5"/>
                  </a:cxn>
                  <a:cxn ang="0">
                    <a:pos x="T6" y="T7"/>
                  </a:cxn>
                  <a:cxn ang="0">
                    <a:pos x="T8" y="T9"/>
                  </a:cxn>
                  <a:cxn ang="0">
                    <a:pos x="T10" y="T11"/>
                  </a:cxn>
                  <a:cxn ang="0">
                    <a:pos x="T12" y="T13"/>
                  </a:cxn>
                </a:cxnLst>
                <a:rect l="0" t="0" r="r" b="b"/>
                <a:pathLst>
                  <a:path w="11" h="39">
                    <a:moveTo>
                      <a:pt x="11" y="34"/>
                    </a:moveTo>
                    <a:cubicBezTo>
                      <a:pt x="11" y="6"/>
                      <a:pt x="11" y="6"/>
                      <a:pt x="11" y="6"/>
                    </a:cubicBezTo>
                    <a:cubicBezTo>
                      <a:pt x="11" y="3"/>
                      <a:pt x="9" y="0"/>
                      <a:pt x="5" y="0"/>
                    </a:cubicBezTo>
                    <a:cubicBezTo>
                      <a:pt x="2" y="0"/>
                      <a:pt x="0" y="3"/>
                      <a:pt x="0" y="6"/>
                    </a:cubicBezTo>
                    <a:cubicBezTo>
                      <a:pt x="0" y="34"/>
                      <a:pt x="0" y="34"/>
                      <a:pt x="0" y="34"/>
                    </a:cubicBezTo>
                    <a:cubicBezTo>
                      <a:pt x="0" y="37"/>
                      <a:pt x="2" y="39"/>
                      <a:pt x="5" y="39"/>
                    </a:cubicBezTo>
                    <a:cubicBezTo>
                      <a:pt x="9" y="39"/>
                      <a:pt x="11" y="37"/>
                      <a:pt x="11" y="34"/>
                    </a:cubicBezTo>
                    <a:close/>
                  </a:path>
                </a:pathLst>
              </a:custGeom>
              <a:solidFill>
                <a:schemeClr val="accent3">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92" name="Freeform 504"/>
              <p:cNvSpPr>
                <a:spLocks/>
              </p:cNvSpPr>
              <p:nvPr/>
            </p:nvSpPr>
            <p:spPr bwMode="auto">
              <a:xfrm>
                <a:off x="4940303" y="1965325"/>
                <a:ext cx="177800" cy="293688"/>
              </a:xfrm>
              <a:custGeom>
                <a:avLst/>
                <a:gdLst>
                  <a:gd name="T0" fmla="*/ 5 w 47"/>
                  <a:gd name="T1" fmla="*/ 69 h 78"/>
                  <a:gd name="T2" fmla="*/ 6 w 47"/>
                  <a:gd name="T3" fmla="*/ 77 h 78"/>
                  <a:gd name="T4" fmla="*/ 9 w 47"/>
                  <a:gd name="T5" fmla="*/ 78 h 78"/>
                  <a:gd name="T6" fmla="*/ 14 w 47"/>
                  <a:gd name="T7" fmla="*/ 76 h 78"/>
                  <a:gd name="T8" fmla="*/ 26 w 47"/>
                  <a:gd name="T9" fmla="*/ 57 h 78"/>
                  <a:gd name="T10" fmla="*/ 46 w 47"/>
                  <a:gd name="T11" fmla="*/ 57 h 78"/>
                  <a:gd name="T12" fmla="*/ 47 w 47"/>
                  <a:gd name="T13" fmla="*/ 56 h 78"/>
                  <a:gd name="T14" fmla="*/ 47 w 47"/>
                  <a:gd name="T15" fmla="*/ 42 h 78"/>
                  <a:gd name="T16" fmla="*/ 32 w 47"/>
                  <a:gd name="T17" fmla="*/ 19 h 78"/>
                  <a:gd name="T18" fmla="*/ 30 w 47"/>
                  <a:gd name="T19" fmla="*/ 20 h 78"/>
                  <a:gd name="T20" fmla="*/ 35 w 47"/>
                  <a:gd name="T21" fmla="*/ 10 h 78"/>
                  <a:gd name="T22" fmla="*/ 24 w 47"/>
                  <a:gd name="T23" fmla="*/ 0 h 78"/>
                  <a:gd name="T24" fmla="*/ 14 w 47"/>
                  <a:gd name="T25" fmla="*/ 10 h 78"/>
                  <a:gd name="T26" fmla="*/ 24 w 47"/>
                  <a:gd name="T27" fmla="*/ 21 h 78"/>
                  <a:gd name="T28" fmla="*/ 27 w 47"/>
                  <a:gd name="T29" fmla="*/ 20 h 78"/>
                  <a:gd name="T30" fmla="*/ 21 w 47"/>
                  <a:gd name="T31" fmla="*/ 27 h 78"/>
                  <a:gd name="T32" fmla="*/ 5 w 47"/>
                  <a:gd name="T33" fmla="*/ 31 h 78"/>
                  <a:gd name="T34" fmla="*/ 1 w 47"/>
                  <a:gd name="T35" fmla="*/ 34 h 78"/>
                  <a:gd name="T36" fmla="*/ 1 w 47"/>
                  <a:gd name="T37" fmla="*/ 38 h 78"/>
                  <a:gd name="T38" fmla="*/ 6 w 47"/>
                  <a:gd name="T39" fmla="*/ 42 h 78"/>
                  <a:gd name="T40" fmla="*/ 8 w 47"/>
                  <a:gd name="T41" fmla="*/ 42 h 78"/>
                  <a:gd name="T42" fmla="*/ 17 w 47"/>
                  <a:gd name="T43" fmla="*/ 40 h 78"/>
                  <a:gd name="T44" fmla="*/ 17 w 47"/>
                  <a:gd name="T45" fmla="*/ 43 h 78"/>
                  <a:gd name="T46" fmla="*/ 17 w 47"/>
                  <a:gd name="T47" fmla="*/ 47 h 78"/>
                  <a:gd name="T48" fmla="*/ 5 w 47"/>
                  <a:gd name="T49" fmla="*/ 6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7" h="78">
                    <a:moveTo>
                      <a:pt x="5" y="69"/>
                    </a:moveTo>
                    <a:cubicBezTo>
                      <a:pt x="3" y="72"/>
                      <a:pt x="3" y="76"/>
                      <a:pt x="6" y="77"/>
                    </a:cubicBezTo>
                    <a:cubicBezTo>
                      <a:pt x="7" y="78"/>
                      <a:pt x="8" y="78"/>
                      <a:pt x="9" y="78"/>
                    </a:cubicBezTo>
                    <a:cubicBezTo>
                      <a:pt x="11" y="78"/>
                      <a:pt x="13" y="77"/>
                      <a:pt x="14" y="76"/>
                    </a:cubicBezTo>
                    <a:cubicBezTo>
                      <a:pt x="26" y="57"/>
                      <a:pt x="26" y="57"/>
                      <a:pt x="26" y="57"/>
                    </a:cubicBezTo>
                    <a:cubicBezTo>
                      <a:pt x="46" y="57"/>
                      <a:pt x="46" y="57"/>
                      <a:pt x="46" y="57"/>
                    </a:cubicBezTo>
                    <a:cubicBezTo>
                      <a:pt x="47" y="57"/>
                      <a:pt x="47" y="57"/>
                      <a:pt x="47" y="56"/>
                    </a:cubicBezTo>
                    <a:cubicBezTo>
                      <a:pt x="47" y="42"/>
                      <a:pt x="47" y="42"/>
                      <a:pt x="47" y="42"/>
                    </a:cubicBezTo>
                    <a:cubicBezTo>
                      <a:pt x="47" y="29"/>
                      <a:pt x="41" y="19"/>
                      <a:pt x="32" y="19"/>
                    </a:cubicBezTo>
                    <a:cubicBezTo>
                      <a:pt x="31" y="19"/>
                      <a:pt x="30" y="19"/>
                      <a:pt x="30" y="20"/>
                    </a:cubicBezTo>
                    <a:cubicBezTo>
                      <a:pt x="33" y="18"/>
                      <a:pt x="35" y="14"/>
                      <a:pt x="35" y="10"/>
                    </a:cubicBezTo>
                    <a:cubicBezTo>
                      <a:pt x="35" y="5"/>
                      <a:pt x="30" y="0"/>
                      <a:pt x="24" y="0"/>
                    </a:cubicBezTo>
                    <a:cubicBezTo>
                      <a:pt x="19" y="0"/>
                      <a:pt x="14" y="5"/>
                      <a:pt x="14" y="10"/>
                    </a:cubicBezTo>
                    <a:cubicBezTo>
                      <a:pt x="14" y="16"/>
                      <a:pt x="19" y="21"/>
                      <a:pt x="24" y="21"/>
                    </a:cubicBezTo>
                    <a:cubicBezTo>
                      <a:pt x="25" y="21"/>
                      <a:pt x="26" y="21"/>
                      <a:pt x="27" y="20"/>
                    </a:cubicBezTo>
                    <a:cubicBezTo>
                      <a:pt x="25" y="22"/>
                      <a:pt x="23" y="24"/>
                      <a:pt x="21" y="27"/>
                    </a:cubicBezTo>
                    <a:cubicBezTo>
                      <a:pt x="5" y="31"/>
                      <a:pt x="5" y="31"/>
                      <a:pt x="5" y="31"/>
                    </a:cubicBezTo>
                    <a:cubicBezTo>
                      <a:pt x="3" y="32"/>
                      <a:pt x="2" y="32"/>
                      <a:pt x="1" y="34"/>
                    </a:cubicBezTo>
                    <a:cubicBezTo>
                      <a:pt x="1" y="35"/>
                      <a:pt x="0" y="37"/>
                      <a:pt x="1" y="38"/>
                    </a:cubicBezTo>
                    <a:cubicBezTo>
                      <a:pt x="1" y="41"/>
                      <a:pt x="4" y="42"/>
                      <a:pt x="6" y="42"/>
                    </a:cubicBezTo>
                    <a:cubicBezTo>
                      <a:pt x="7" y="42"/>
                      <a:pt x="7" y="42"/>
                      <a:pt x="8" y="42"/>
                    </a:cubicBezTo>
                    <a:cubicBezTo>
                      <a:pt x="17" y="40"/>
                      <a:pt x="17" y="40"/>
                      <a:pt x="17" y="40"/>
                    </a:cubicBezTo>
                    <a:cubicBezTo>
                      <a:pt x="17" y="41"/>
                      <a:pt x="17" y="42"/>
                      <a:pt x="17" y="43"/>
                    </a:cubicBezTo>
                    <a:cubicBezTo>
                      <a:pt x="17" y="47"/>
                      <a:pt x="17" y="47"/>
                      <a:pt x="17" y="47"/>
                    </a:cubicBezTo>
                    <a:lnTo>
                      <a:pt x="5" y="69"/>
                    </a:lnTo>
                    <a:close/>
                  </a:path>
                </a:pathLst>
              </a:custGeom>
              <a:solidFill>
                <a:schemeClr val="accent3">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93" name="Freeform 505"/>
              <p:cNvSpPr>
                <a:spLocks/>
              </p:cNvSpPr>
              <p:nvPr/>
            </p:nvSpPr>
            <p:spPr bwMode="auto">
              <a:xfrm>
                <a:off x="5046664" y="2093913"/>
                <a:ext cx="96838" cy="112713"/>
              </a:xfrm>
              <a:custGeom>
                <a:avLst/>
                <a:gdLst>
                  <a:gd name="T0" fmla="*/ 1 w 26"/>
                  <a:gd name="T1" fmla="*/ 27 h 30"/>
                  <a:gd name="T2" fmla="*/ 23 w 26"/>
                  <a:gd name="T3" fmla="*/ 27 h 30"/>
                  <a:gd name="T4" fmla="*/ 23 w 26"/>
                  <a:gd name="T5" fmla="*/ 2 h 30"/>
                  <a:gd name="T6" fmla="*/ 24 w 26"/>
                  <a:gd name="T7" fmla="*/ 0 h 30"/>
                  <a:gd name="T8" fmla="*/ 26 w 26"/>
                  <a:gd name="T9" fmla="*/ 2 h 30"/>
                  <a:gd name="T10" fmla="*/ 26 w 26"/>
                  <a:gd name="T11" fmla="*/ 28 h 30"/>
                  <a:gd name="T12" fmla="*/ 24 w 26"/>
                  <a:gd name="T13" fmla="*/ 30 h 30"/>
                  <a:gd name="T14" fmla="*/ 1 w 26"/>
                  <a:gd name="T15" fmla="*/ 30 h 30"/>
                  <a:gd name="T16" fmla="*/ 0 w 26"/>
                  <a:gd name="T17" fmla="*/ 28 h 30"/>
                  <a:gd name="T18" fmla="*/ 1 w 26"/>
                  <a:gd name="T19" fmla="*/ 27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0">
                    <a:moveTo>
                      <a:pt x="1" y="27"/>
                    </a:moveTo>
                    <a:cubicBezTo>
                      <a:pt x="23" y="27"/>
                      <a:pt x="23" y="27"/>
                      <a:pt x="23" y="27"/>
                    </a:cubicBezTo>
                    <a:cubicBezTo>
                      <a:pt x="23" y="2"/>
                      <a:pt x="23" y="2"/>
                      <a:pt x="23" y="2"/>
                    </a:cubicBezTo>
                    <a:cubicBezTo>
                      <a:pt x="23" y="1"/>
                      <a:pt x="23" y="0"/>
                      <a:pt x="24" y="0"/>
                    </a:cubicBezTo>
                    <a:cubicBezTo>
                      <a:pt x="25" y="0"/>
                      <a:pt x="26" y="1"/>
                      <a:pt x="26" y="2"/>
                    </a:cubicBezTo>
                    <a:cubicBezTo>
                      <a:pt x="26" y="28"/>
                      <a:pt x="26" y="28"/>
                      <a:pt x="26" y="28"/>
                    </a:cubicBezTo>
                    <a:cubicBezTo>
                      <a:pt x="26" y="29"/>
                      <a:pt x="25" y="30"/>
                      <a:pt x="24" y="30"/>
                    </a:cubicBezTo>
                    <a:cubicBezTo>
                      <a:pt x="1" y="30"/>
                      <a:pt x="1" y="30"/>
                      <a:pt x="1" y="30"/>
                    </a:cubicBezTo>
                    <a:cubicBezTo>
                      <a:pt x="0" y="30"/>
                      <a:pt x="0" y="29"/>
                      <a:pt x="0" y="28"/>
                    </a:cubicBezTo>
                    <a:cubicBezTo>
                      <a:pt x="0" y="27"/>
                      <a:pt x="0" y="27"/>
                      <a:pt x="1" y="27"/>
                    </a:cubicBezTo>
                    <a:close/>
                  </a:path>
                </a:pathLst>
              </a:custGeom>
              <a:solidFill>
                <a:schemeClr val="accent3">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sp>
          <p:nvSpPr>
            <p:cNvPr id="89" name="矩形 88"/>
            <p:cNvSpPr/>
            <p:nvPr/>
          </p:nvSpPr>
          <p:spPr>
            <a:xfrm>
              <a:off x="4734599" y="3930375"/>
              <a:ext cx="1959191" cy="307777"/>
            </a:xfrm>
            <a:prstGeom prst="rect">
              <a:avLst/>
            </a:prstGeom>
          </p:spPr>
          <p:txBody>
            <a:bodyPr wrap="none">
              <a:spAutoFit/>
            </a:bodyPr>
            <a:lstStyle/>
            <a:p>
              <a:r>
                <a:rPr lang="zh-CN" altLang="en-US" sz="1400" b="1" dirty="0" smtClean="0">
                  <a:solidFill>
                    <a:schemeClr val="accent3">
                      <a:lumMod val="50000"/>
                    </a:schemeClr>
                  </a:solidFill>
                  <a:latin typeface="微软雅黑" panose="020B0503020204020204" pitchFamily="34" charset="-122"/>
                  <a:ea typeface="微软雅黑" panose="020B0503020204020204" pitchFamily="34" charset="-122"/>
                </a:rPr>
                <a:t>  生命不息，奋斗不止</a:t>
              </a:r>
              <a:endParaRPr lang="zh-CN" altLang="en-US" sz="1400" b="1" dirty="0">
                <a:solidFill>
                  <a:schemeClr val="accent3">
                    <a:lumMod val="50000"/>
                  </a:schemeClr>
                </a:solidFill>
                <a:latin typeface="微软雅黑" panose="020B0503020204020204" pitchFamily="34" charset="-122"/>
                <a:ea typeface="微软雅黑" panose="020B0503020204020204" pitchFamily="34" charset="-122"/>
              </a:endParaRPr>
            </a:p>
          </p:txBody>
        </p:sp>
      </p:grpSp>
      <p:sp>
        <p:nvSpPr>
          <p:cNvPr id="2" name="正方形/長方形 1"/>
          <p:cNvSpPr/>
          <p:nvPr/>
        </p:nvSpPr>
        <p:spPr>
          <a:xfrm>
            <a:off x="3677780" y="1383789"/>
            <a:ext cx="590885" cy="553998"/>
          </a:xfrm>
          <a:prstGeom prst="rect">
            <a:avLst/>
          </a:prstGeom>
        </p:spPr>
        <p:txBody>
          <a:bodyPr wrap="square">
            <a:spAutoFit/>
          </a:bodyPr>
          <a:lstStyle/>
          <a:p>
            <a:pPr algn="ctr"/>
            <a:r>
              <a:rPr lang="en-US" altLang="zh-CN" sz="3000" dirty="0" smtClean="0">
                <a:solidFill>
                  <a:schemeClr val="bg1"/>
                </a:solidFill>
                <a:latin typeface="Impact" panose="020B0806030902050204" pitchFamily="34" charset="0"/>
              </a:rPr>
              <a:t>01</a:t>
            </a:r>
            <a:endParaRPr lang="zh-CN" altLang="en-US" sz="3000" dirty="0">
              <a:solidFill>
                <a:schemeClr val="bg1"/>
              </a:solidFill>
              <a:latin typeface="Impact" panose="020B0806030902050204" pitchFamily="34" charset="0"/>
            </a:endParaRPr>
          </a:p>
        </p:txBody>
      </p:sp>
      <p:grpSp>
        <p:nvGrpSpPr>
          <p:cNvPr id="99" name="组合 52"/>
          <p:cNvGrpSpPr/>
          <p:nvPr/>
        </p:nvGrpSpPr>
        <p:grpSpPr>
          <a:xfrm>
            <a:off x="4722827" y="4021649"/>
            <a:ext cx="3522992" cy="857105"/>
            <a:chOff x="4555084" y="4807551"/>
            <a:chExt cx="4697323" cy="1142806"/>
          </a:xfrm>
        </p:grpSpPr>
        <p:pic>
          <p:nvPicPr>
            <p:cNvPr id="100" name="图片 53"/>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p:blipFill>
          <p:spPr>
            <a:xfrm>
              <a:off x="4926460" y="5749050"/>
              <a:ext cx="3646270" cy="201307"/>
            </a:xfrm>
            <a:prstGeom prst="rect">
              <a:avLst/>
            </a:prstGeom>
          </p:spPr>
        </p:pic>
        <p:grpSp>
          <p:nvGrpSpPr>
            <p:cNvPr id="101" name="组合 54"/>
            <p:cNvGrpSpPr/>
            <p:nvPr/>
          </p:nvGrpSpPr>
          <p:grpSpPr>
            <a:xfrm>
              <a:off x="4555084" y="4807551"/>
              <a:ext cx="4697323" cy="974450"/>
              <a:chOff x="4555084" y="4807551"/>
              <a:chExt cx="4697323" cy="974450"/>
            </a:xfrm>
          </p:grpSpPr>
          <p:pic>
            <p:nvPicPr>
              <p:cNvPr id="102" name="图片 55"/>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p:blipFill>
            <p:spPr>
              <a:xfrm rot="16200000">
                <a:off x="8600150" y="5129743"/>
                <a:ext cx="958122" cy="346393"/>
              </a:xfrm>
              <a:prstGeom prst="rect">
                <a:avLst/>
              </a:prstGeom>
            </p:spPr>
          </p:pic>
          <p:sp>
            <p:nvSpPr>
              <p:cNvPr id="103" name="圆角矩形 56"/>
              <p:cNvSpPr/>
              <p:nvPr/>
            </p:nvSpPr>
            <p:spPr>
              <a:xfrm>
                <a:off x="4555084" y="4807551"/>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dirty="0"/>
              </a:p>
            </p:txBody>
          </p:sp>
        </p:grpSp>
      </p:grpSp>
      <p:sp>
        <p:nvSpPr>
          <p:cNvPr id="104" name="太陽 103"/>
          <p:cNvSpPr/>
          <p:nvPr/>
        </p:nvSpPr>
        <p:spPr bwMode="auto">
          <a:xfrm>
            <a:off x="5220524" y="3983814"/>
            <a:ext cx="344535" cy="321432"/>
          </a:xfrm>
          <a:prstGeom prst="sun">
            <a:avLst/>
          </a:prstGeom>
          <a:solidFill>
            <a:srgbClr val="7030A0"/>
          </a:solidFill>
          <a:ln w="9525" cap="flat" cmpd="sng" algn="ctr">
            <a:solidFill>
              <a:srgbClr val="57564F"/>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105" name="正方形/長方形 104"/>
          <p:cNvSpPr/>
          <p:nvPr/>
        </p:nvSpPr>
        <p:spPr>
          <a:xfrm>
            <a:off x="5799857" y="4000140"/>
            <a:ext cx="1813317" cy="323165"/>
          </a:xfrm>
          <a:prstGeom prst="rect">
            <a:avLst/>
          </a:prstGeom>
        </p:spPr>
        <p:txBody>
          <a:bodyPr wrap="none">
            <a:spAutoFit/>
          </a:bodyPr>
          <a:lstStyle/>
          <a:p>
            <a:r>
              <a:rPr lang="zh-CN" altLang="en-US" sz="1500" b="1" dirty="0" smtClean="0">
                <a:solidFill>
                  <a:srgbClr val="7030A0"/>
                </a:solidFill>
                <a:latin typeface="微软雅黑" panose="020B0503020204020204" pitchFamily="34" charset="-122"/>
                <a:ea typeface="微软雅黑" panose="020B0503020204020204" pitchFamily="34" charset="-122"/>
              </a:rPr>
              <a:t>吾</a:t>
            </a:r>
            <a:r>
              <a:rPr lang="zh-CN" altLang="en-US" sz="1400" b="1" dirty="0" smtClean="0">
                <a:solidFill>
                  <a:srgbClr val="7030A0"/>
                </a:solidFill>
                <a:latin typeface="微软雅黑" panose="020B0503020204020204" pitchFamily="34" charset="-122"/>
                <a:ea typeface="微软雅黑" panose="020B0503020204020204" pitchFamily="34" charset="-122"/>
              </a:rPr>
              <a:t>日三省，扬长避</a:t>
            </a:r>
            <a:r>
              <a:rPr lang="zh-CN" altLang="en-US" sz="1400" b="1" dirty="0">
                <a:solidFill>
                  <a:srgbClr val="7030A0"/>
                </a:solidFill>
                <a:latin typeface="微软雅黑" panose="020B0503020204020204" pitchFamily="34" charset="-122"/>
                <a:ea typeface="微软雅黑" panose="020B0503020204020204" pitchFamily="34" charset="-122"/>
              </a:rPr>
              <a:t>短</a:t>
            </a:r>
          </a:p>
        </p:txBody>
      </p:sp>
    </p:spTree>
    <p:extLst>
      <p:ext uri="{BB962C8B-B14F-4D97-AF65-F5344CB8AC3E}">
        <p14:creationId xmlns:p14="http://schemas.microsoft.com/office/powerpoint/2010/main" val="3726510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6" presetClass="entr" presetSubtype="42" fill="hold" nodeType="after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barn(outHorizontal)">
                                      <p:cBhvr>
                                        <p:cTn id="10" dur="500"/>
                                        <p:tgtEl>
                                          <p:spTgt spid="58"/>
                                        </p:tgtEl>
                                      </p:cBhvr>
                                    </p:animEffect>
                                  </p:childTnLst>
                                </p:cTn>
                              </p:par>
                            </p:childTnLst>
                          </p:cTn>
                        </p:par>
                        <p:par>
                          <p:cTn id="11" fill="hold">
                            <p:stCondLst>
                              <p:cond delay="500"/>
                            </p:stCondLst>
                            <p:childTnLst>
                              <p:par>
                                <p:cTn id="12" presetID="12" presetClass="entr" presetSubtype="2"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p:tgtEl>
                                          <p:spTgt spid="10"/>
                                        </p:tgtEl>
                                        <p:attrNameLst>
                                          <p:attrName>ppt_x</p:attrName>
                                        </p:attrNameLst>
                                      </p:cBhvr>
                                      <p:tavLst>
                                        <p:tav tm="0">
                                          <p:val>
                                            <p:strVal val="#ppt_x+#ppt_w*1.125000"/>
                                          </p:val>
                                        </p:tav>
                                        <p:tav tm="100000">
                                          <p:val>
                                            <p:strVal val="#ppt_x"/>
                                          </p:val>
                                        </p:tav>
                                      </p:tavLst>
                                    </p:anim>
                                    <p:animEffect transition="in" filter="wipe(left)">
                                      <p:cBhvr>
                                        <p:cTn id="15" dur="500"/>
                                        <p:tgtEl>
                                          <p:spTgt spid="10"/>
                                        </p:tgtEl>
                                      </p:cBhvr>
                                    </p:animEffect>
                                  </p:childTnLst>
                                </p:cTn>
                              </p:par>
                              <p:par>
                                <p:cTn id="16" presetID="12" presetClass="entr" presetSubtype="8" fill="hold" nodeType="withEffect">
                                  <p:stCondLst>
                                    <p:cond delay="0"/>
                                  </p:stCondLst>
                                  <p:childTnLst>
                                    <p:set>
                                      <p:cBhvr>
                                        <p:cTn id="17" dur="1" fill="hold">
                                          <p:stCondLst>
                                            <p:cond delay="0"/>
                                          </p:stCondLst>
                                        </p:cTn>
                                        <p:tgtEl>
                                          <p:spTgt spid="38"/>
                                        </p:tgtEl>
                                        <p:attrNameLst>
                                          <p:attrName>style.visibility</p:attrName>
                                        </p:attrNameLst>
                                      </p:cBhvr>
                                      <p:to>
                                        <p:strVal val="visible"/>
                                      </p:to>
                                    </p:set>
                                    <p:anim calcmode="lin" valueType="num">
                                      <p:cBhvr additive="base">
                                        <p:cTn id="18" dur="500"/>
                                        <p:tgtEl>
                                          <p:spTgt spid="38"/>
                                        </p:tgtEl>
                                        <p:attrNameLst>
                                          <p:attrName>ppt_x</p:attrName>
                                        </p:attrNameLst>
                                      </p:cBhvr>
                                      <p:tavLst>
                                        <p:tav tm="0">
                                          <p:val>
                                            <p:strVal val="#ppt_x-#ppt_w*1.125000"/>
                                          </p:val>
                                        </p:tav>
                                        <p:tav tm="100000">
                                          <p:val>
                                            <p:strVal val="#ppt_x"/>
                                          </p:val>
                                        </p:tav>
                                      </p:tavLst>
                                    </p:anim>
                                    <p:animEffect transition="in" filter="wipe(right)">
                                      <p:cBhvr>
                                        <p:cTn id="19" dur="500"/>
                                        <p:tgtEl>
                                          <p:spTgt spid="38"/>
                                        </p:tgtEl>
                                      </p:cBhvr>
                                    </p:animEffect>
                                  </p:childTnLst>
                                </p:cTn>
                              </p:par>
                              <p:par>
                                <p:cTn id="20" presetID="22" presetClass="entr" presetSubtype="8" fill="hold" nodeType="withEffect">
                                  <p:stCondLst>
                                    <p:cond delay="0"/>
                                  </p:stCondLst>
                                  <p:childTnLst>
                                    <p:set>
                                      <p:cBhvr>
                                        <p:cTn id="21" dur="1" fill="hold">
                                          <p:stCondLst>
                                            <p:cond delay="0"/>
                                          </p:stCondLst>
                                        </p:cTn>
                                        <p:tgtEl>
                                          <p:spTgt spid="67"/>
                                        </p:tgtEl>
                                        <p:attrNameLst>
                                          <p:attrName>style.visibility</p:attrName>
                                        </p:attrNameLst>
                                      </p:cBhvr>
                                      <p:to>
                                        <p:strVal val="visible"/>
                                      </p:to>
                                    </p:set>
                                    <p:animEffect transition="in" filter="wipe(left)">
                                      <p:cBhvr>
                                        <p:cTn id="22" dur="500"/>
                                        <p:tgtEl>
                                          <p:spTgt spid="67"/>
                                        </p:tgtEl>
                                      </p:cBhvr>
                                    </p:animEffect>
                                  </p:childTnLst>
                                </p:cTn>
                              </p:par>
                              <p:par>
                                <p:cTn id="23" presetID="12" presetClass="entr" presetSubtype="2"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p:tgtEl>
                                          <p:spTgt spid="17"/>
                                        </p:tgtEl>
                                        <p:attrNameLst>
                                          <p:attrName>ppt_x</p:attrName>
                                        </p:attrNameLst>
                                      </p:cBhvr>
                                      <p:tavLst>
                                        <p:tav tm="0">
                                          <p:val>
                                            <p:strVal val="#ppt_x+#ppt_w*1.125000"/>
                                          </p:val>
                                        </p:tav>
                                        <p:tav tm="100000">
                                          <p:val>
                                            <p:strVal val="#ppt_x"/>
                                          </p:val>
                                        </p:tav>
                                      </p:tavLst>
                                    </p:anim>
                                    <p:animEffect transition="in" filter="wipe(left)">
                                      <p:cBhvr>
                                        <p:cTn id="26" dur="500"/>
                                        <p:tgtEl>
                                          <p:spTgt spid="17"/>
                                        </p:tgtEl>
                                      </p:cBhvr>
                                    </p:animEffect>
                                  </p:childTnLst>
                                </p:cTn>
                              </p:par>
                              <p:par>
                                <p:cTn id="27" presetID="12" presetClass="entr" presetSubtype="8" fill="hold" nodeType="withEffect">
                                  <p:stCondLst>
                                    <p:cond delay="0"/>
                                  </p:stCondLst>
                                  <p:childTnLst>
                                    <p:set>
                                      <p:cBhvr>
                                        <p:cTn id="28" dur="1" fill="hold">
                                          <p:stCondLst>
                                            <p:cond delay="0"/>
                                          </p:stCondLst>
                                        </p:cTn>
                                        <p:tgtEl>
                                          <p:spTgt spid="43"/>
                                        </p:tgtEl>
                                        <p:attrNameLst>
                                          <p:attrName>style.visibility</p:attrName>
                                        </p:attrNameLst>
                                      </p:cBhvr>
                                      <p:to>
                                        <p:strVal val="visible"/>
                                      </p:to>
                                    </p:set>
                                    <p:anim calcmode="lin" valueType="num">
                                      <p:cBhvr additive="base">
                                        <p:cTn id="29" dur="500"/>
                                        <p:tgtEl>
                                          <p:spTgt spid="43"/>
                                        </p:tgtEl>
                                        <p:attrNameLst>
                                          <p:attrName>ppt_x</p:attrName>
                                        </p:attrNameLst>
                                      </p:cBhvr>
                                      <p:tavLst>
                                        <p:tav tm="0">
                                          <p:val>
                                            <p:strVal val="#ppt_x-#ppt_w*1.125000"/>
                                          </p:val>
                                        </p:tav>
                                        <p:tav tm="100000">
                                          <p:val>
                                            <p:strVal val="#ppt_x"/>
                                          </p:val>
                                        </p:tav>
                                      </p:tavLst>
                                    </p:anim>
                                    <p:animEffect transition="in" filter="wipe(right)">
                                      <p:cBhvr>
                                        <p:cTn id="30" dur="500"/>
                                        <p:tgtEl>
                                          <p:spTgt spid="43"/>
                                        </p:tgtEl>
                                      </p:cBhvr>
                                    </p:animEffect>
                                  </p:childTnLst>
                                </p:cTn>
                              </p:par>
                              <p:par>
                                <p:cTn id="31" presetID="22" presetClass="entr" presetSubtype="8" fill="hold" nodeType="withEffect">
                                  <p:stCondLst>
                                    <p:cond delay="0"/>
                                  </p:stCondLst>
                                  <p:childTnLst>
                                    <p:set>
                                      <p:cBhvr>
                                        <p:cTn id="32" dur="1" fill="hold">
                                          <p:stCondLst>
                                            <p:cond delay="0"/>
                                          </p:stCondLst>
                                        </p:cTn>
                                        <p:tgtEl>
                                          <p:spTgt spid="74"/>
                                        </p:tgtEl>
                                        <p:attrNameLst>
                                          <p:attrName>style.visibility</p:attrName>
                                        </p:attrNameLst>
                                      </p:cBhvr>
                                      <p:to>
                                        <p:strVal val="visible"/>
                                      </p:to>
                                    </p:set>
                                    <p:animEffect transition="in" filter="wipe(left)">
                                      <p:cBhvr>
                                        <p:cTn id="33" dur="500"/>
                                        <p:tgtEl>
                                          <p:spTgt spid="74"/>
                                        </p:tgtEl>
                                      </p:cBhvr>
                                    </p:animEffect>
                                  </p:childTnLst>
                                </p:cTn>
                              </p:par>
                              <p:par>
                                <p:cTn id="34" presetID="12" presetClass="entr" presetSubtype="2" fill="hold" nodeType="withEffect">
                                  <p:stCondLst>
                                    <p:cond delay="0"/>
                                  </p:stCondLst>
                                  <p:childTnLst>
                                    <p:set>
                                      <p:cBhvr>
                                        <p:cTn id="35" dur="1" fill="hold">
                                          <p:stCondLst>
                                            <p:cond delay="0"/>
                                          </p:stCondLst>
                                        </p:cTn>
                                        <p:tgtEl>
                                          <p:spTgt spid="24"/>
                                        </p:tgtEl>
                                        <p:attrNameLst>
                                          <p:attrName>style.visibility</p:attrName>
                                        </p:attrNameLst>
                                      </p:cBhvr>
                                      <p:to>
                                        <p:strVal val="visible"/>
                                      </p:to>
                                    </p:set>
                                    <p:anim calcmode="lin" valueType="num">
                                      <p:cBhvr additive="base">
                                        <p:cTn id="36" dur="500"/>
                                        <p:tgtEl>
                                          <p:spTgt spid="24"/>
                                        </p:tgtEl>
                                        <p:attrNameLst>
                                          <p:attrName>ppt_x</p:attrName>
                                        </p:attrNameLst>
                                      </p:cBhvr>
                                      <p:tavLst>
                                        <p:tav tm="0">
                                          <p:val>
                                            <p:strVal val="#ppt_x+#ppt_w*1.125000"/>
                                          </p:val>
                                        </p:tav>
                                        <p:tav tm="100000">
                                          <p:val>
                                            <p:strVal val="#ppt_x"/>
                                          </p:val>
                                        </p:tav>
                                      </p:tavLst>
                                    </p:anim>
                                    <p:animEffect transition="in" filter="wipe(left)">
                                      <p:cBhvr>
                                        <p:cTn id="37" dur="500"/>
                                        <p:tgtEl>
                                          <p:spTgt spid="24"/>
                                        </p:tgtEl>
                                      </p:cBhvr>
                                    </p:animEffect>
                                  </p:childTnLst>
                                </p:cTn>
                              </p:par>
                              <p:par>
                                <p:cTn id="38" presetID="12" presetClass="entr" presetSubtype="8" fill="hold" nodeType="withEffect">
                                  <p:stCondLst>
                                    <p:cond delay="0"/>
                                  </p:stCondLst>
                                  <p:childTnLst>
                                    <p:set>
                                      <p:cBhvr>
                                        <p:cTn id="39" dur="1" fill="hold">
                                          <p:stCondLst>
                                            <p:cond delay="0"/>
                                          </p:stCondLst>
                                        </p:cTn>
                                        <p:tgtEl>
                                          <p:spTgt spid="48"/>
                                        </p:tgtEl>
                                        <p:attrNameLst>
                                          <p:attrName>style.visibility</p:attrName>
                                        </p:attrNameLst>
                                      </p:cBhvr>
                                      <p:to>
                                        <p:strVal val="visible"/>
                                      </p:to>
                                    </p:set>
                                    <p:anim calcmode="lin" valueType="num">
                                      <p:cBhvr additive="base">
                                        <p:cTn id="40" dur="500"/>
                                        <p:tgtEl>
                                          <p:spTgt spid="48"/>
                                        </p:tgtEl>
                                        <p:attrNameLst>
                                          <p:attrName>ppt_x</p:attrName>
                                        </p:attrNameLst>
                                      </p:cBhvr>
                                      <p:tavLst>
                                        <p:tav tm="0">
                                          <p:val>
                                            <p:strVal val="#ppt_x-#ppt_w*1.125000"/>
                                          </p:val>
                                        </p:tav>
                                        <p:tav tm="100000">
                                          <p:val>
                                            <p:strVal val="#ppt_x"/>
                                          </p:val>
                                        </p:tav>
                                      </p:tavLst>
                                    </p:anim>
                                    <p:animEffect transition="in" filter="wipe(right)">
                                      <p:cBhvr>
                                        <p:cTn id="41" dur="500"/>
                                        <p:tgtEl>
                                          <p:spTgt spid="48"/>
                                        </p:tgtEl>
                                      </p:cBhvr>
                                    </p:animEffect>
                                  </p:childTnLst>
                                </p:cTn>
                              </p:par>
                              <p:par>
                                <p:cTn id="42" presetID="22" presetClass="entr" presetSubtype="8" fill="hold" nodeType="withEffect">
                                  <p:stCondLst>
                                    <p:cond delay="0"/>
                                  </p:stCondLst>
                                  <p:childTnLst>
                                    <p:set>
                                      <p:cBhvr>
                                        <p:cTn id="43" dur="1" fill="hold">
                                          <p:stCondLst>
                                            <p:cond delay="0"/>
                                          </p:stCondLst>
                                        </p:cTn>
                                        <p:tgtEl>
                                          <p:spTgt spid="82"/>
                                        </p:tgtEl>
                                        <p:attrNameLst>
                                          <p:attrName>style.visibility</p:attrName>
                                        </p:attrNameLst>
                                      </p:cBhvr>
                                      <p:to>
                                        <p:strVal val="visible"/>
                                      </p:to>
                                    </p:set>
                                    <p:animEffect transition="in" filter="wipe(left)">
                                      <p:cBhvr>
                                        <p:cTn id="44" dur="500"/>
                                        <p:tgtEl>
                                          <p:spTgt spid="82"/>
                                        </p:tgtEl>
                                      </p:cBhvr>
                                    </p:animEffect>
                                  </p:childTnLst>
                                </p:cTn>
                              </p:par>
                              <p:par>
                                <p:cTn id="45" presetID="12" presetClass="entr" presetSubtype="2"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anim calcmode="lin" valueType="num">
                                      <p:cBhvr additive="base">
                                        <p:cTn id="47" dur="500"/>
                                        <p:tgtEl>
                                          <p:spTgt spid="31"/>
                                        </p:tgtEl>
                                        <p:attrNameLst>
                                          <p:attrName>ppt_x</p:attrName>
                                        </p:attrNameLst>
                                      </p:cBhvr>
                                      <p:tavLst>
                                        <p:tav tm="0">
                                          <p:val>
                                            <p:strVal val="#ppt_x+#ppt_w*1.125000"/>
                                          </p:val>
                                        </p:tav>
                                        <p:tav tm="100000">
                                          <p:val>
                                            <p:strVal val="#ppt_x"/>
                                          </p:val>
                                        </p:tav>
                                      </p:tavLst>
                                    </p:anim>
                                    <p:animEffect transition="in" filter="wipe(left)">
                                      <p:cBhvr>
                                        <p:cTn id="48" dur="500"/>
                                        <p:tgtEl>
                                          <p:spTgt spid="31"/>
                                        </p:tgtEl>
                                      </p:cBhvr>
                                    </p:animEffect>
                                  </p:childTnLst>
                                </p:cTn>
                              </p:par>
                              <p:par>
                                <p:cTn id="49" presetID="12" presetClass="entr" presetSubtype="8" fill="hold" nodeType="withEffect">
                                  <p:stCondLst>
                                    <p:cond delay="0"/>
                                  </p:stCondLst>
                                  <p:childTnLst>
                                    <p:set>
                                      <p:cBhvr>
                                        <p:cTn id="50" dur="1" fill="hold">
                                          <p:stCondLst>
                                            <p:cond delay="0"/>
                                          </p:stCondLst>
                                        </p:cTn>
                                        <p:tgtEl>
                                          <p:spTgt spid="53"/>
                                        </p:tgtEl>
                                        <p:attrNameLst>
                                          <p:attrName>style.visibility</p:attrName>
                                        </p:attrNameLst>
                                      </p:cBhvr>
                                      <p:to>
                                        <p:strVal val="visible"/>
                                      </p:to>
                                    </p:set>
                                    <p:anim calcmode="lin" valueType="num">
                                      <p:cBhvr additive="base">
                                        <p:cTn id="51" dur="500"/>
                                        <p:tgtEl>
                                          <p:spTgt spid="53"/>
                                        </p:tgtEl>
                                        <p:attrNameLst>
                                          <p:attrName>ppt_x</p:attrName>
                                        </p:attrNameLst>
                                      </p:cBhvr>
                                      <p:tavLst>
                                        <p:tav tm="0">
                                          <p:val>
                                            <p:strVal val="#ppt_x-#ppt_w*1.125000"/>
                                          </p:val>
                                        </p:tav>
                                        <p:tav tm="100000">
                                          <p:val>
                                            <p:strVal val="#ppt_x"/>
                                          </p:val>
                                        </p:tav>
                                      </p:tavLst>
                                    </p:anim>
                                    <p:animEffect transition="in" filter="wipe(right)">
                                      <p:cBhvr>
                                        <p:cTn id="52" dur="500"/>
                                        <p:tgtEl>
                                          <p:spTgt spid="53"/>
                                        </p:tgtEl>
                                      </p:cBhvr>
                                    </p:animEffect>
                                  </p:childTnLst>
                                </p:cTn>
                              </p:par>
                              <p:par>
                                <p:cTn id="53" presetID="22" presetClass="entr" presetSubtype="8" fill="hold" nodeType="withEffect">
                                  <p:stCondLst>
                                    <p:cond delay="0"/>
                                  </p:stCondLst>
                                  <p:childTnLst>
                                    <p:set>
                                      <p:cBhvr>
                                        <p:cTn id="54" dur="1" fill="hold">
                                          <p:stCondLst>
                                            <p:cond delay="0"/>
                                          </p:stCondLst>
                                        </p:cTn>
                                        <p:tgtEl>
                                          <p:spTgt spid="87"/>
                                        </p:tgtEl>
                                        <p:attrNameLst>
                                          <p:attrName>style.visibility</p:attrName>
                                        </p:attrNameLst>
                                      </p:cBhvr>
                                      <p:to>
                                        <p:strVal val="visible"/>
                                      </p:to>
                                    </p:set>
                                    <p:animEffect transition="in" filter="wipe(left)">
                                      <p:cBhvr>
                                        <p:cTn id="55" dur="500"/>
                                        <p:tgtEl>
                                          <p:spTgt spid="87"/>
                                        </p:tgtEl>
                                      </p:cBhvr>
                                    </p:animEffect>
                                  </p:childTnLst>
                                </p:cTn>
                              </p:par>
                              <p:par>
                                <p:cTn id="56" presetID="12" presetClass="entr" presetSubtype="2" fill="hold" nodeType="withEffect">
                                  <p:stCondLst>
                                    <p:cond delay="0"/>
                                  </p:stCondLst>
                                  <p:childTnLst>
                                    <p:set>
                                      <p:cBhvr>
                                        <p:cTn id="57" dur="1" fill="hold">
                                          <p:stCondLst>
                                            <p:cond delay="0"/>
                                          </p:stCondLst>
                                        </p:cTn>
                                        <p:tgtEl>
                                          <p:spTgt spid="94"/>
                                        </p:tgtEl>
                                        <p:attrNameLst>
                                          <p:attrName>style.visibility</p:attrName>
                                        </p:attrNameLst>
                                      </p:cBhvr>
                                      <p:to>
                                        <p:strVal val="visible"/>
                                      </p:to>
                                    </p:set>
                                    <p:anim calcmode="lin" valueType="num">
                                      <p:cBhvr additive="base">
                                        <p:cTn id="58" dur="500"/>
                                        <p:tgtEl>
                                          <p:spTgt spid="94"/>
                                        </p:tgtEl>
                                        <p:attrNameLst>
                                          <p:attrName>ppt_x</p:attrName>
                                        </p:attrNameLst>
                                      </p:cBhvr>
                                      <p:tavLst>
                                        <p:tav tm="0">
                                          <p:val>
                                            <p:strVal val="#ppt_x+#ppt_w*1.125000"/>
                                          </p:val>
                                        </p:tav>
                                        <p:tav tm="100000">
                                          <p:val>
                                            <p:strVal val="#ppt_x"/>
                                          </p:val>
                                        </p:tav>
                                      </p:tavLst>
                                    </p:anim>
                                    <p:animEffect transition="in" filter="wipe(left)">
                                      <p:cBhvr>
                                        <p:cTn id="59" dur="500"/>
                                        <p:tgtEl>
                                          <p:spTgt spid="94"/>
                                        </p:tgtEl>
                                      </p:cBhvr>
                                    </p:animEffect>
                                  </p:childTnLst>
                                </p:cTn>
                              </p:par>
                              <p:par>
                                <p:cTn id="60" presetID="12" presetClass="entr" presetSubtype="8" fill="hold" nodeType="withEffect">
                                  <p:stCondLst>
                                    <p:cond delay="0"/>
                                  </p:stCondLst>
                                  <p:childTnLst>
                                    <p:set>
                                      <p:cBhvr>
                                        <p:cTn id="61" dur="1" fill="hold">
                                          <p:stCondLst>
                                            <p:cond delay="0"/>
                                          </p:stCondLst>
                                        </p:cTn>
                                        <p:tgtEl>
                                          <p:spTgt spid="99"/>
                                        </p:tgtEl>
                                        <p:attrNameLst>
                                          <p:attrName>style.visibility</p:attrName>
                                        </p:attrNameLst>
                                      </p:cBhvr>
                                      <p:to>
                                        <p:strVal val="visible"/>
                                      </p:to>
                                    </p:set>
                                    <p:anim calcmode="lin" valueType="num">
                                      <p:cBhvr additive="base">
                                        <p:cTn id="62" dur="500"/>
                                        <p:tgtEl>
                                          <p:spTgt spid="99"/>
                                        </p:tgtEl>
                                        <p:attrNameLst>
                                          <p:attrName>ppt_x</p:attrName>
                                        </p:attrNameLst>
                                      </p:cBhvr>
                                      <p:tavLst>
                                        <p:tav tm="0">
                                          <p:val>
                                            <p:strVal val="#ppt_x-#ppt_w*1.125000"/>
                                          </p:val>
                                        </p:tav>
                                        <p:tav tm="100000">
                                          <p:val>
                                            <p:strVal val="#ppt_x"/>
                                          </p:val>
                                        </p:tav>
                                      </p:tavLst>
                                    </p:anim>
                                    <p:animEffect transition="in" filter="wipe(right)">
                                      <p:cBhvr>
                                        <p:cTn id="63" dur="500"/>
                                        <p:tgtEl>
                                          <p:spTgt spid="9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104"/>
                                        </p:tgtEl>
                                        <p:attrNameLst>
                                          <p:attrName>style.visibility</p:attrName>
                                        </p:attrNameLst>
                                      </p:cBhvr>
                                      <p:to>
                                        <p:strVal val="visible"/>
                                      </p:to>
                                    </p:set>
                                    <p:animEffect transition="in" filter="wipe(down)">
                                      <p:cBhvr>
                                        <p:cTn id="68" dur="500"/>
                                        <p:tgtEl>
                                          <p:spTgt spid="10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105"/>
                                        </p:tgtEl>
                                        <p:attrNameLst>
                                          <p:attrName>style.visibility</p:attrName>
                                        </p:attrNameLst>
                                      </p:cBhvr>
                                      <p:to>
                                        <p:strVal val="visible"/>
                                      </p:to>
                                    </p:set>
                                    <p:animEffect transition="in" filter="wipe(down)">
                                      <p:cBhvr>
                                        <p:cTn id="73"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P spid="10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角丸四角形 44"/>
          <p:cNvSpPr/>
          <p:nvPr/>
        </p:nvSpPr>
        <p:spPr bwMode="auto">
          <a:xfrm>
            <a:off x="670807" y="2140480"/>
            <a:ext cx="1087186" cy="1485232"/>
          </a:xfrm>
          <a:prstGeom prst="roundRect">
            <a:avLst/>
          </a:prstGeom>
          <a:gradFill rotWithShape="0">
            <a:gsLst>
              <a:gs pos="0">
                <a:srgbClr val="FFFFFF"/>
              </a:gs>
              <a:gs pos="100000">
                <a:srgbClr val="CACAC7"/>
              </a:gs>
            </a:gsLst>
            <a:lin ang="5400000" scaled="1"/>
          </a:gra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4" name="灯片编号占位符 3"/>
          <p:cNvSpPr>
            <a:spLocks noGrp="1"/>
          </p:cNvSpPr>
          <p:nvPr>
            <p:ph type="sldNum" sz="quarter" idx="10"/>
          </p:nvPr>
        </p:nvSpPr>
        <p:spPr/>
        <p:txBody>
          <a:bodyPr/>
          <a:lstStyle/>
          <a:p>
            <a:fld id="{81BB7609-8E8F-4B57-9227-14DAD6151A60}" type="slidenum">
              <a:rPr lang="de-DE" altLang="ja-JP" smtClean="0"/>
              <a:pPr/>
              <a:t>2</a:t>
            </a:fld>
            <a:endParaRPr lang="de-DE" altLang="ja-JP"/>
          </a:p>
        </p:txBody>
      </p:sp>
      <p:sp>
        <p:nvSpPr>
          <p:cNvPr id="5" name="页脚占位符 4"/>
          <p:cNvSpPr>
            <a:spLocks noGrp="1"/>
          </p:cNvSpPr>
          <p:nvPr>
            <p:ph type="ftr" sz="quarter" idx="11"/>
          </p:nvPr>
        </p:nvSpPr>
        <p:spPr/>
        <p:txBody>
          <a:bodyPr/>
          <a:lstStyle/>
          <a:p>
            <a:r>
              <a:rPr lang="de-DE" altLang="ja-JP" dirty="0" smtClean="0"/>
              <a:t>Copyright 2018 FUJITSU LIMITED</a:t>
            </a:r>
            <a:endParaRPr lang="de-DE" altLang="ja-JP" dirty="0"/>
          </a:p>
        </p:txBody>
      </p:sp>
      <p:grpSp>
        <p:nvGrpSpPr>
          <p:cNvPr id="6" name="组合 5"/>
          <p:cNvGrpSpPr/>
          <p:nvPr/>
        </p:nvGrpSpPr>
        <p:grpSpPr>
          <a:xfrm>
            <a:off x="137946" y="148144"/>
            <a:ext cx="4319423" cy="852875"/>
            <a:chOff x="3129129" y="1121776"/>
            <a:chExt cx="5933741" cy="1171624"/>
          </a:xfrm>
        </p:grpSpPr>
        <p:sp>
          <p:nvSpPr>
            <p:cNvPr id="7" name="圆角矩形 6"/>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sp>
          <p:nvSpPr>
            <p:cNvPr id="8" name="圆角矩形 7"/>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grpSp>
      <p:grpSp>
        <p:nvGrpSpPr>
          <p:cNvPr id="9" name="组合 8"/>
          <p:cNvGrpSpPr/>
          <p:nvPr/>
        </p:nvGrpSpPr>
        <p:grpSpPr>
          <a:xfrm>
            <a:off x="88454" y="63674"/>
            <a:ext cx="1169945" cy="1379589"/>
            <a:chOff x="3150395" y="933507"/>
            <a:chExt cx="1559927" cy="1839452"/>
          </a:xfrm>
        </p:grpSpPr>
        <p:grpSp>
          <p:nvGrpSpPr>
            <p:cNvPr id="10" name="组合 9"/>
            <p:cNvGrpSpPr/>
            <p:nvPr/>
          </p:nvGrpSpPr>
          <p:grpSpPr>
            <a:xfrm>
              <a:off x="3150395" y="933507"/>
              <a:ext cx="1559927" cy="1839452"/>
              <a:chOff x="3222820" y="1148080"/>
              <a:chExt cx="1484216" cy="1750177"/>
            </a:xfrm>
          </p:grpSpPr>
          <p:grpSp>
            <p:nvGrpSpPr>
              <p:cNvPr id="14" name="组合 13"/>
              <p:cNvGrpSpPr/>
              <p:nvPr/>
            </p:nvGrpSpPr>
            <p:grpSpPr>
              <a:xfrm>
                <a:off x="3420363" y="1295115"/>
                <a:ext cx="1286673" cy="1603142"/>
                <a:chOff x="7380501" y="2927402"/>
                <a:chExt cx="2311887" cy="2880512"/>
              </a:xfrm>
            </p:grpSpPr>
            <p:sp>
              <p:nvSpPr>
                <p:cNvPr id="16"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 fmla="*/ 13249 w 1687745"/>
                    <a:gd name="connsiteY0" fmla="*/ 1035368 h 2070736"/>
                    <a:gd name="connsiteX1" fmla="*/ 850497 w 1687745"/>
                    <a:gd name="connsiteY1" fmla="*/ 0 h 2070736"/>
                    <a:gd name="connsiteX2" fmla="*/ 1687745 w 1687745"/>
                    <a:gd name="connsiteY2" fmla="*/ 1035368 h 2070736"/>
                    <a:gd name="connsiteX3" fmla="*/ 850497 w 1687745"/>
                    <a:gd name="connsiteY3" fmla="*/ 2070736 h 2070736"/>
                    <a:gd name="connsiteX4" fmla="*/ 13249 w 1687745"/>
                    <a:gd name="connsiteY4" fmla="*/ 1035368 h 2070736"/>
                    <a:gd name="connsiteX0" fmla="*/ 13249 w 1696474"/>
                    <a:gd name="connsiteY0" fmla="*/ 1035368 h 2070736"/>
                    <a:gd name="connsiteX1" fmla="*/ 850497 w 1696474"/>
                    <a:gd name="connsiteY1" fmla="*/ 0 h 2070736"/>
                    <a:gd name="connsiteX2" fmla="*/ 1687745 w 1696474"/>
                    <a:gd name="connsiteY2" fmla="*/ 1035368 h 2070736"/>
                    <a:gd name="connsiteX3" fmla="*/ 850497 w 1696474"/>
                    <a:gd name="connsiteY3" fmla="*/ 2070736 h 2070736"/>
                    <a:gd name="connsiteX4" fmla="*/ 13249 w 1696474"/>
                    <a:gd name="connsiteY4" fmla="*/ 1035368 h 2070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sp>
              <p:nvSpPr>
                <p:cNvPr id="17" name="椭圆 16"/>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sp>
              <p:nvSpPr>
                <p:cNvPr id="18" name="椭圆 17"/>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grpSp>
          <p:sp>
            <p:nvSpPr>
              <p:cNvPr id="15" name="椭圆 14"/>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grpSp>
        <p:grpSp>
          <p:nvGrpSpPr>
            <p:cNvPr id="11" name="组合 10"/>
            <p:cNvGrpSpPr/>
            <p:nvPr/>
          </p:nvGrpSpPr>
          <p:grpSpPr>
            <a:xfrm>
              <a:off x="3437036" y="1269298"/>
              <a:ext cx="775805" cy="690872"/>
              <a:chOff x="1460111" y="2419508"/>
              <a:chExt cx="1032597" cy="919547"/>
            </a:xfrm>
          </p:grpSpPr>
          <p:sp>
            <p:nvSpPr>
              <p:cNvPr id="12" name="文本框 11"/>
              <p:cNvSpPr txBox="1"/>
              <p:nvPr/>
            </p:nvSpPr>
            <p:spPr>
              <a:xfrm>
                <a:off x="1460111" y="2419508"/>
                <a:ext cx="1030514" cy="819298"/>
              </a:xfrm>
              <a:prstGeom prst="rect">
                <a:avLst/>
              </a:prstGeom>
              <a:noFill/>
            </p:spPr>
            <p:txBody>
              <a:bodyPr wrap="square" rtlCol="0">
                <a:spAutoFit/>
              </a:bodyPr>
              <a:lstStyle/>
              <a:p>
                <a:pPr algn="ctr"/>
                <a:r>
                  <a:rPr lang="en-US" altLang="zh-CN" sz="2400" dirty="0">
                    <a:solidFill>
                      <a:srgbClr val="FFB850"/>
                    </a:solidFill>
                    <a:latin typeface="Impact" panose="020B0806030902050204" pitchFamily="34" charset="0"/>
                  </a:rPr>
                  <a:t>01</a:t>
                </a:r>
                <a:endParaRPr lang="zh-CN" altLang="en-US" sz="2400" dirty="0">
                  <a:solidFill>
                    <a:srgbClr val="FFB850"/>
                  </a:solidFill>
                  <a:latin typeface="Impact" panose="020B0806030902050204" pitchFamily="34" charset="0"/>
                </a:endParaRPr>
              </a:p>
            </p:txBody>
          </p:sp>
          <p:sp>
            <p:nvSpPr>
              <p:cNvPr id="13" name="文本框 12"/>
              <p:cNvSpPr txBox="1"/>
              <p:nvPr/>
            </p:nvSpPr>
            <p:spPr>
              <a:xfrm>
                <a:off x="1462194" y="2949888"/>
                <a:ext cx="1030514" cy="389167"/>
              </a:xfrm>
              <a:prstGeom prst="rect">
                <a:avLst/>
              </a:prstGeom>
              <a:noFill/>
            </p:spPr>
            <p:txBody>
              <a:bodyPr wrap="square" rtlCol="0">
                <a:spAutoFit/>
              </a:bodyPr>
              <a:lstStyle/>
              <a:p>
                <a:pPr algn="ctr"/>
                <a:r>
                  <a:rPr lang="en-US" altLang="zh-CN" sz="825" dirty="0">
                    <a:solidFill>
                      <a:srgbClr val="FFB850"/>
                    </a:solidFill>
                    <a:latin typeface="LiHei Pro" panose="020B0500000000000000" pitchFamily="34" charset="-122"/>
                    <a:ea typeface="LiHei Pro" panose="020B0500000000000000" pitchFamily="34" charset="-122"/>
                  </a:rPr>
                  <a:t>OPTION</a:t>
                </a:r>
                <a:endParaRPr lang="zh-CN" altLang="en-US" sz="825" dirty="0">
                  <a:solidFill>
                    <a:srgbClr val="FFB850"/>
                  </a:solidFill>
                  <a:latin typeface="LiHei Pro" panose="020B0500000000000000" pitchFamily="34" charset="-122"/>
                  <a:ea typeface="LiHei Pro" panose="020B0500000000000000" pitchFamily="34" charset="-122"/>
                </a:endParaRPr>
              </a:p>
            </p:txBody>
          </p:sp>
        </p:grpSp>
      </p:grpSp>
      <p:grpSp>
        <p:nvGrpSpPr>
          <p:cNvPr id="19" name="组合 18"/>
          <p:cNvGrpSpPr/>
          <p:nvPr/>
        </p:nvGrpSpPr>
        <p:grpSpPr>
          <a:xfrm>
            <a:off x="1294111" y="324999"/>
            <a:ext cx="2778106" cy="420345"/>
            <a:chOff x="3446961" y="1692216"/>
            <a:chExt cx="2778106" cy="420345"/>
          </a:xfrm>
        </p:grpSpPr>
        <p:sp>
          <p:nvSpPr>
            <p:cNvPr id="20" name="文本框 19"/>
            <p:cNvSpPr txBox="1"/>
            <p:nvPr/>
          </p:nvSpPr>
          <p:spPr>
            <a:xfrm>
              <a:off x="3446961" y="1706008"/>
              <a:ext cx="2283866"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初来乍到，踌躇满志</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nvGrpSpPr>
            <p:cNvPr id="21" name="组合 20"/>
            <p:cNvGrpSpPr/>
            <p:nvPr/>
          </p:nvGrpSpPr>
          <p:grpSpPr>
            <a:xfrm>
              <a:off x="5847444" y="1692216"/>
              <a:ext cx="377623" cy="420345"/>
              <a:chOff x="5847444" y="1692216"/>
              <a:chExt cx="377623" cy="420345"/>
            </a:xfrm>
          </p:grpSpPr>
          <p:sp>
            <p:nvSpPr>
              <p:cNvPr id="22" name="Freeform 7"/>
              <p:cNvSpPr>
                <a:spLocks/>
              </p:cNvSpPr>
              <p:nvPr/>
            </p:nvSpPr>
            <p:spPr bwMode="auto">
              <a:xfrm>
                <a:off x="5950700" y="1692216"/>
                <a:ext cx="171110" cy="153410"/>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solidFill>
                <a:schemeClr val="bg1"/>
              </a:solidFill>
              <a:ln>
                <a:noFill/>
              </a:ln>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23" name="Freeform 8"/>
              <p:cNvSpPr>
                <a:spLocks/>
              </p:cNvSpPr>
              <p:nvPr/>
            </p:nvSpPr>
            <p:spPr bwMode="auto">
              <a:xfrm>
                <a:off x="5847444" y="1864744"/>
                <a:ext cx="377623" cy="247817"/>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solidFill>
                <a:schemeClr val="bg1"/>
              </a:solidFill>
              <a:ln>
                <a:noFill/>
              </a:ln>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grpSp>
        <p:nvGrpSpPr>
          <p:cNvPr id="143" name="组合 142"/>
          <p:cNvGrpSpPr/>
          <p:nvPr/>
        </p:nvGrpSpPr>
        <p:grpSpPr>
          <a:xfrm>
            <a:off x="670807" y="3709601"/>
            <a:ext cx="1478971" cy="485482"/>
            <a:chOff x="1835705" y="3475925"/>
            <a:chExt cx="2067467" cy="647458"/>
          </a:xfrm>
        </p:grpSpPr>
        <p:sp>
          <p:nvSpPr>
            <p:cNvPr id="144" name="文本框 131"/>
            <p:cNvSpPr txBox="1"/>
            <p:nvPr/>
          </p:nvSpPr>
          <p:spPr>
            <a:xfrm>
              <a:off x="1842334" y="3475925"/>
              <a:ext cx="1645308" cy="338632"/>
            </a:xfrm>
            <a:prstGeom prst="rect">
              <a:avLst/>
            </a:prstGeom>
            <a:noFill/>
          </p:spPr>
          <p:txBody>
            <a:bodyPr wrap="square" rtlCol="0">
              <a:spAutoFit/>
            </a:bodyPr>
            <a:lstStyle/>
            <a:p>
              <a:r>
                <a:rPr lang="en-US" altLang="zh-CN" sz="1050" dirty="0">
                  <a:solidFill>
                    <a:prstClr val="black">
                      <a:lumMod val="65000"/>
                      <a:lumOff val="35000"/>
                    </a:prstClr>
                  </a:solidFill>
                  <a:latin typeface="微软雅黑" panose="020B0503020204020204" pitchFamily="34" charset="-122"/>
                  <a:ea typeface="微软雅黑" panose="020B0503020204020204" pitchFamily="34" charset="-122"/>
                </a:rPr>
                <a:t>SVPM</a:t>
              </a:r>
              <a:r>
                <a:rPr lang="en-US" altLang="zh-CN" sz="1050" dirty="0" smtClean="0">
                  <a:solidFill>
                    <a:prstClr val="black">
                      <a:lumMod val="65000"/>
                      <a:lumOff val="35000"/>
                    </a:prstClr>
                  </a:solidFill>
                  <a:latin typeface="微软雅黑" panose="020B0503020204020204" pitchFamily="34" charset="-122"/>
                  <a:ea typeface="微软雅黑" panose="020B0503020204020204" pitchFamily="34" charset="-122"/>
                </a:rPr>
                <a:t>:</a:t>
              </a:r>
              <a:r>
                <a:rPr lang="ja-JP" altLang="en-US" sz="1050" dirty="0">
                  <a:solidFill>
                    <a:prstClr val="black">
                      <a:lumMod val="65000"/>
                      <a:lumOff val="35000"/>
                    </a:prstClr>
                  </a:solidFill>
                  <a:latin typeface="微软雅黑" panose="020B0503020204020204" pitchFamily="34" charset="-122"/>
                  <a:ea typeface="微软雅黑" panose="020B0503020204020204" pitchFamily="34" charset="-122"/>
                </a:rPr>
                <a:t>杨可煜</a:t>
              </a:r>
              <a:endParaRPr lang="zh-CN" altLang="en-US" sz="1050"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145" name="文本框 113"/>
            <p:cNvSpPr txBox="1"/>
            <p:nvPr/>
          </p:nvSpPr>
          <p:spPr>
            <a:xfrm>
              <a:off x="1835705" y="3769359"/>
              <a:ext cx="2067467" cy="354024"/>
            </a:xfrm>
            <a:prstGeom prst="rect">
              <a:avLst/>
            </a:prstGeom>
            <a:noFill/>
          </p:spPr>
          <p:txBody>
            <a:bodyPr wrap="square" rtlCol="0">
              <a:spAutoFit/>
            </a:bodyPr>
            <a:lstStyle/>
            <a:p>
              <a:pPr algn="just">
                <a:lnSpc>
                  <a:spcPct val="150000"/>
                </a:lnSpc>
              </a:pPr>
              <a:r>
                <a:rPr lang="zh-CN" altLang="en-US" sz="750" dirty="0" smtClean="0">
                  <a:solidFill>
                    <a:schemeClr val="tx1">
                      <a:lumMod val="50000"/>
                      <a:lumOff val="50000"/>
                    </a:schemeClr>
                  </a:solidFill>
                  <a:latin typeface="微软雅黑" panose="020B0503020204020204" pitchFamily="34" charset="-122"/>
                  <a:ea typeface="微软雅黑" panose="020B0503020204020204" pitchFamily="34" charset="-122"/>
                </a:rPr>
                <a:t>擅长：</a:t>
              </a:r>
              <a:r>
                <a:rPr lang="en-US" altLang="zh-CN" sz="750" dirty="0" smtClean="0">
                  <a:solidFill>
                    <a:schemeClr val="tx1">
                      <a:lumMod val="50000"/>
                      <a:lumOff val="50000"/>
                    </a:schemeClr>
                  </a:solidFill>
                  <a:latin typeface="微软雅黑" panose="020B0503020204020204" pitchFamily="34" charset="-122"/>
                  <a:ea typeface="微软雅黑" panose="020B0503020204020204" pitchFamily="34" charset="-122"/>
                </a:rPr>
                <a:t>Linux</a:t>
              </a:r>
              <a:r>
                <a:rPr lang="zh-CN" altLang="en-US" sz="750" dirty="0" smtClean="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750" dirty="0" smtClean="0">
                  <a:solidFill>
                    <a:schemeClr val="tx1">
                      <a:lumMod val="50000"/>
                      <a:lumOff val="50000"/>
                    </a:schemeClr>
                  </a:solidFill>
                  <a:latin typeface="微软雅黑" panose="020B0503020204020204" pitchFamily="34" charset="-122"/>
                  <a:ea typeface="微软雅黑" panose="020B0503020204020204" pitchFamily="34" charset="-122"/>
                </a:rPr>
                <a:t>C</a:t>
              </a:r>
              <a:r>
                <a:rPr lang="zh-CN" altLang="en-US" sz="750" dirty="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750" dirty="0" smtClean="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750" dirty="0" err="1" smtClean="0">
                  <a:solidFill>
                    <a:schemeClr val="tx1">
                      <a:lumMod val="50000"/>
                      <a:lumOff val="50000"/>
                    </a:schemeClr>
                  </a:solidFill>
                  <a:latin typeface="微软雅黑" panose="020B0503020204020204" pitchFamily="34" charset="-122"/>
                  <a:ea typeface="微软雅黑" panose="020B0503020204020204" pitchFamily="34" charset="-122"/>
                </a:rPr>
                <a:t>php</a:t>
              </a:r>
              <a:endParaRPr lang="zh-CN" altLang="en-US" sz="75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155" name="组合 154"/>
          <p:cNvGrpSpPr/>
          <p:nvPr/>
        </p:nvGrpSpPr>
        <p:grpSpPr>
          <a:xfrm>
            <a:off x="7415623" y="5056195"/>
            <a:ext cx="1569201" cy="461479"/>
            <a:chOff x="1909586" y="4582028"/>
            <a:chExt cx="2091996" cy="622745"/>
          </a:xfrm>
        </p:grpSpPr>
        <p:sp>
          <p:nvSpPr>
            <p:cNvPr id="156" name="文本框 131"/>
            <p:cNvSpPr txBox="1"/>
            <p:nvPr/>
          </p:nvSpPr>
          <p:spPr>
            <a:xfrm>
              <a:off x="1909586" y="4582028"/>
              <a:ext cx="1645307" cy="342648"/>
            </a:xfrm>
            <a:prstGeom prst="rect">
              <a:avLst/>
            </a:prstGeom>
            <a:noFill/>
          </p:spPr>
          <p:txBody>
            <a:bodyPr wrap="square" rtlCol="0">
              <a:spAutoFit/>
            </a:bodyPr>
            <a:lstStyle/>
            <a:p>
              <a:endParaRPr lang="zh-CN" altLang="en-US" sz="1050"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157" name="文本框 113"/>
            <p:cNvSpPr txBox="1"/>
            <p:nvPr/>
          </p:nvSpPr>
          <p:spPr>
            <a:xfrm>
              <a:off x="1934115" y="4874066"/>
              <a:ext cx="2067467" cy="330707"/>
            </a:xfrm>
            <a:prstGeom prst="rect">
              <a:avLst/>
            </a:prstGeom>
            <a:noFill/>
          </p:spPr>
          <p:txBody>
            <a:bodyPr wrap="square" rtlCol="0">
              <a:spAutoFit/>
            </a:bodyPr>
            <a:lstStyle/>
            <a:p>
              <a:pPr algn="just">
                <a:lnSpc>
                  <a:spcPct val="150000"/>
                </a:lnSpc>
              </a:pPr>
              <a:endParaRPr lang="zh-CN" altLang="en-US" sz="75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65" name="任意多边形 164"/>
          <p:cNvSpPr/>
          <p:nvPr/>
        </p:nvSpPr>
        <p:spPr bwMode="auto">
          <a:xfrm>
            <a:off x="1248233" y="1036732"/>
            <a:ext cx="6589486" cy="725878"/>
          </a:xfrm>
          <a:custGeom>
            <a:avLst/>
            <a:gdLst>
              <a:gd name="connsiteX0" fmla="*/ 0 w 6589486"/>
              <a:gd name="connsiteY0" fmla="*/ 725878 h 725878"/>
              <a:gd name="connsiteX1" fmla="*/ 1698171 w 6589486"/>
              <a:gd name="connsiteY1" fmla="*/ 164 h 725878"/>
              <a:gd name="connsiteX2" fmla="*/ 3251200 w 6589486"/>
              <a:gd name="connsiteY2" fmla="*/ 653306 h 725878"/>
              <a:gd name="connsiteX3" fmla="*/ 4920343 w 6589486"/>
              <a:gd name="connsiteY3" fmla="*/ 43706 h 725878"/>
              <a:gd name="connsiteX4" fmla="*/ 6589486 w 6589486"/>
              <a:gd name="connsiteY4" fmla="*/ 682335 h 725878"/>
              <a:gd name="connsiteX5" fmla="*/ 6589486 w 6589486"/>
              <a:gd name="connsiteY5" fmla="*/ 682335 h 725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89486" h="725878">
                <a:moveTo>
                  <a:pt x="0" y="725878"/>
                </a:moveTo>
                <a:cubicBezTo>
                  <a:pt x="578152" y="369068"/>
                  <a:pt x="1156304" y="12259"/>
                  <a:pt x="1698171" y="164"/>
                </a:cubicBezTo>
                <a:cubicBezTo>
                  <a:pt x="2240038" y="-11931"/>
                  <a:pt x="2714171" y="646049"/>
                  <a:pt x="3251200" y="653306"/>
                </a:cubicBezTo>
                <a:cubicBezTo>
                  <a:pt x="3788229" y="660563"/>
                  <a:pt x="4363962" y="38868"/>
                  <a:pt x="4920343" y="43706"/>
                </a:cubicBezTo>
                <a:cubicBezTo>
                  <a:pt x="5476724" y="48544"/>
                  <a:pt x="6589486" y="682335"/>
                  <a:pt x="6589486" y="682335"/>
                </a:cubicBezTo>
                <a:lnTo>
                  <a:pt x="6589486" y="682335"/>
                </a:lnTo>
              </a:path>
            </a:pathLst>
          </a:custGeom>
          <a:ln>
            <a:headEnd type="none" w="med" len="med"/>
            <a:tailEnd type="none" w="med" len="med"/>
          </a:ln>
          <a:extLst/>
        </p:spPr>
        <p:style>
          <a:lnRef idx="3">
            <a:schemeClr val="accent6"/>
          </a:lnRef>
          <a:fillRef idx="0">
            <a:schemeClr val="accent6"/>
          </a:fillRef>
          <a:effectRef idx="2">
            <a:schemeClr val="accent6"/>
          </a:effectRef>
          <a:fontRef idx="minor">
            <a:schemeClr val="tx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zh-CN"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166" name="文本框 434"/>
          <p:cNvSpPr txBox="1"/>
          <p:nvPr/>
        </p:nvSpPr>
        <p:spPr>
          <a:xfrm>
            <a:off x="1000619" y="1794307"/>
            <a:ext cx="645795" cy="276999"/>
          </a:xfrm>
          <a:prstGeom prst="rect">
            <a:avLst/>
          </a:prstGeom>
          <a:noFill/>
        </p:spPr>
        <p:txBody>
          <a:bodyPr wrap="square" rtlCol="0">
            <a:spAutoFit/>
          </a:bodyPr>
          <a:lstStyle/>
          <a:p>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丁文</a:t>
            </a:r>
            <a:r>
              <a:rPr lang="zh-CN" altLang="en-US" sz="1200" dirty="0" smtClean="0">
                <a:solidFill>
                  <a:prstClr val="black">
                    <a:lumMod val="65000"/>
                    <a:lumOff val="35000"/>
                  </a:prstClr>
                </a:solidFill>
                <a:latin typeface="微软雅黑" panose="020B0503020204020204" pitchFamily="34" charset="-122"/>
                <a:ea typeface="微软雅黑" panose="020B0503020204020204" pitchFamily="34" charset="-122"/>
              </a:rPr>
              <a:t>龙</a:t>
            </a:r>
            <a:endPar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167" name="文本框 434"/>
          <p:cNvSpPr txBox="1"/>
          <p:nvPr/>
        </p:nvSpPr>
        <p:spPr>
          <a:xfrm>
            <a:off x="2688013" y="1132644"/>
            <a:ext cx="645795" cy="276999"/>
          </a:xfrm>
          <a:prstGeom prst="rect">
            <a:avLst/>
          </a:prstGeom>
          <a:noFill/>
        </p:spPr>
        <p:txBody>
          <a:bodyPr wrap="square" rtlCol="0">
            <a:spAutoFit/>
          </a:bodyPr>
          <a:lstStyle/>
          <a:p>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杨晓</a:t>
            </a:r>
          </a:p>
        </p:txBody>
      </p:sp>
      <p:sp>
        <p:nvSpPr>
          <p:cNvPr id="168" name="文本框 434"/>
          <p:cNvSpPr txBox="1"/>
          <p:nvPr/>
        </p:nvSpPr>
        <p:spPr>
          <a:xfrm>
            <a:off x="4247515" y="1794307"/>
            <a:ext cx="645795" cy="276999"/>
          </a:xfrm>
          <a:prstGeom prst="rect">
            <a:avLst/>
          </a:prstGeom>
          <a:noFill/>
        </p:spPr>
        <p:txBody>
          <a:bodyPr wrap="square" rtlCol="0">
            <a:spAutoFit/>
          </a:bodyPr>
          <a:lstStyle/>
          <a:p>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李楠</a:t>
            </a:r>
          </a:p>
        </p:txBody>
      </p:sp>
      <p:sp>
        <p:nvSpPr>
          <p:cNvPr id="169" name="文本框 434"/>
          <p:cNvSpPr txBox="1"/>
          <p:nvPr/>
        </p:nvSpPr>
        <p:spPr>
          <a:xfrm>
            <a:off x="5868144" y="1181310"/>
            <a:ext cx="645795" cy="276999"/>
          </a:xfrm>
          <a:prstGeom prst="rect">
            <a:avLst/>
          </a:prstGeom>
          <a:noFill/>
        </p:spPr>
        <p:txBody>
          <a:bodyPr wrap="square" rtlCol="0">
            <a:spAutoFit/>
          </a:bodyPr>
          <a:lstStyle/>
          <a:p>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徐辰辰</a:t>
            </a:r>
          </a:p>
        </p:txBody>
      </p:sp>
      <p:sp>
        <p:nvSpPr>
          <p:cNvPr id="170" name="文本框 434"/>
          <p:cNvSpPr txBox="1"/>
          <p:nvPr/>
        </p:nvSpPr>
        <p:spPr>
          <a:xfrm>
            <a:off x="7522547" y="1794307"/>
            <a:ext cx="645795" cy="276999"/>
          </a:xfrm>
          <a:prstGeom prst="rect">
            <a:avLst/>
          </a:prstGeom>
          <a:noFill/>
        </p:spPr>
        <p:txBody>
          <a:bodyPr wrap="square" rtlCol="0">
            <a:spAutoFit/>
          </a:bodyPr>
          <a:lstStyle/>
          <a:p>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张伟</a:t>
            </a:r>
          </a:p>
        </p:txBody>
      </p:sp>
      <p:pic>
        <p:nvPicPr>
          <p:cNvPr id="44" name="図 43"/>
          <p:cNvPicPr>
            <a:picLocks noChangeAspect="1"/>
          </p:cNvPicPr>
          <p:nvPr/>
        </p:nvPicPr>
        <p:blipFill>
          <a:blip r:embed="rId2"/>
          <a:stretch>
            <a:fillRect/>
          </a:stretch>
        </p:blipFill>
        <p:spPr>
          <a:xfrm>
            <a:off x="819449" y="2341641"/>
            <a:ext cx="789902" cy="1050387"/>
          </a:xfrm>
          <a:prstGeom prst="rect">
            <a:avLst/>
          </a:prstGeom>
        </p:spPr>
      </p:pic>
      <p:sp>
        <p:nvSpPr>
          <p:cNvPr id="93" name="角丸四角形 92"/>
          <p:cNvSpPr/>
          <p:nvPr/>
        </p:nvSpPr>
        <p:spPr bwMode="auto">
          <a:xfrm>
            <a:off x="686529" y="4195084"/>
            <a:ext cx="1087186" cy="1487143"/>
          </a:xfrm>
          <a:prstGeom prst="roundRect">
            <a:avLst/>
          </a:prstGeom>
          <a:solidFill>
            <a:schemeClr val="accent6">
              <a:lumMod val="20000"/>
              <a:lumOff val="80000"/>
            </a:schemeClr>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lang="ja-JP" altLang="en-US">
              <a:solidFill>
                <a:schemeClr val="tx1">
                  <a:lumMod val="65000"/>
                  <a:lumOff val="35000"/>
                </a:schemeClr>
              </a:solidFill>
            </a:endParaRPr>
          </a:p>
        </p:txBody>
      </p:sp>
      <p:sp>
        <p:nvSpPr>
          <p:cNvPr id="94" name="角丸四角形 93"/>
          <p:cNvSpPr/>
          <p:nvPr/>
        </p:nvSpPr>
        <p:spPr bwMode="auto">
          <a:xfrm>
            <a:off x="3946410" y="2136559"/>
            <a:ext cx="1087186" cy="1489154"/>
          </a:xfrm>
          <a:prstGeom prst="roundRect">
            <a:avLst/>
          </a:prstGeom>
          <a:gradFill rotWithShape="0">
            <a:gsLst>
              <a:gs pos="0">
                <a:srgbClr val="FFFFFF"/>
              </a:gs>
              <a:gs pos="100000">
                <a:srgbClr val="CACAC7"/>
              </a:gs>
            </a:gsLst>
            <a:lin ang="5400000" scaled="1"/>
          </a:gra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pic>
        <p:nvPicPr>
          <p:cNvPr id="46" name="図 45"/>
          <p:cNvPicPr>
            <a:picLocks noChangeAspect="1"/>
          </p:cNvPicPr>
          <p:nvPr/>
        </p:nvPicPr>
        <p:blipFill>
          <a:blip r:embed="rId3"/>
          <a:stretch>
            <a:fillRect/>
          </a:stretch>
        </p:blipFill>
        <p:spPr>
          <a:xfrm>
            <a:off x="4087135" y="2339600"/>
            <a:ext cx="821575" cy="1054468"/>
          </a:xfrm>
          <a:prstGeom prst="rect">
            <a:avLst/>
          </a:prstGeom>
        </p:spPr>
      </p:pic>
      <p:sp>
        <p:nvSpPr>
          <p:cNvPr id="47" name="正方形/長方形 46"/>
          <p:cNvSpPr/>
          <p:nvPr/>
        </p:nvSpPr>
        <p:spPr>
          <a:xfrm>
            <a:off x="3968960" y="3704817"/>
            <a:ext cx="861133" cy="253916"/>
          </a:xfrm>
          <a:prstGeom prst="rect">
            <a:avLst/>
          </a:prstGeom>
        </p:spPr>
        <p:txBody>
          <a:bodyPr wrap="none">
            <a:spAutoFit/>
          </a:bodyPr>
          <a:lstStyle/>
          <a:p>
            <a:r>
              <a:rPr lang="en-US" altLang="zh-CN" sz="1050" dirty="0" smtClean="0">
                <a:solidFill>
                  <a:prstClr val="black">
                    <a:lumMod val="65000"/>
                    <a:lumOff val="35000"/>
                  </a:prstClr>
                </a:solidFill>
                <a:latin typeface="微软雅黑" panose="020B0503020204020204" pitchFamily="34" charset="-122"/>
                <a:ea typeface="微软雅黑" panose="020B0503020204020204" pitchFamily="34" charset="-122"/>
              </a:rPr>
              <a:t>PCL:</a:t>
            </a:r>
            <a:r>
              <a:rPr lang="zh-CN" altLang="en-US" sz="1050" dirty="0" smtClean="0">
                <a:solidFill>
                  <a:prstClr val="black">
                    <a:lumMod val="65000"/>
                    <a:lumOff val="35000"/>
                  </a:prstClr>
                </a:solidFill>
                <a:latin typeface="微软雅黑" panose="020B0503020204020204" pitchFamily="34" charset="-122"/>
                <a:ea typeface="微软雅黑" panose="020B0503020204020204" pitchFamily="34" charset="-122"/>
              </a:rPr>
              <a:t>张若寒</a:t>
            </a:r>
            <a:endParaRPr lang="zh-CN" altLang="en-US" sz="1050"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48" name="正方形/長方形 47"/>
          <p:cNvSpPr/>
          <p:nvPr/>
        </p:nvSpPr>
        <p:spPr>
          <a:xfrm>
            <a:off x="3968960" y="3923854"/>
            <a:ext cx="1317990" cy="276999"/>
          </a:xfrm>
          <a:prstGeom prst="rect">
            <a:avLst/>
          </a:prstGeom>
        </p:spPr>
        <p:txBody>
          <a:bodyPr wrap="none">
            <a:spAutoFit/>
          </a:bodyPr>
          <a:lstStyle/>
          <a:p>
            <a:pPr algn="just">
              <a:lnSpc>
                <a:spcPct val="150000"/>
              </a:lnSpc>
            </a:pPr>
            <a:r>
              <a:rPr lang="zh-CN" altLang="en-US" sz="800" dirty="0" smtClean="0">
                <a:solidFill>
                  <a:schemeClr val="tx1">
                    <a:lumMod val="50000"/>
                    <a:lumOff val="50000"/>
                  </a:schemeClr>
                </a:solidFill>
                <a:latin typeface="微软雅黑" panose="020B0503020204020204" pitchFamily="34" charset="-122"/>
                <a:ea typeface="微软雅黑" panose="020B0503020204020204" pitchFamily="34" charset="-122"/>
              </a:rPr>
              <a:t>擅长</a:t>
            </a: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800" dirty="0">
                <a:solidFill>
                  <a:schemeClr val="tx1">
                    <a:lumMod val="50000"/>
                    <a:lumOff val="50000"/>
                  </a:schemeClr>
                </a:solidFill>
                <a:latin typeface="微软雅黑" panose="020B0503020204020204" pitchFamily="34" charset="-122"/>
                <a:ea typeface="微软雅黑" panose="020B0503020204020204" pitchFamily="34" charset="-122"/>
              </a:rPr>
              <a:t>Linux</a:t>
            </a:r>
            <a:r>
              <a:rPr lang="zh-CN" altLang="en-US" sz="800" dirty="0" smtClean="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800" dirty="0" smtClean="0">
                <a:solidFill>
                  <a:schemeClr val="tx1">
                    <a:lumMod val="50000"/>
                    <a:lumOff val="50000"/>
                  </a:schemeClr>
                </a:solidFill>
                <a:latin typeface="微软雅黑" panose="020B0503020204020204" pitchFamily="34" charset="-122"/>
                <a:ea typeface="微软雅黑" panose="020B0503020204020204" pitchFamily="34" charset="-122"/>
              </a:rPr>
              <a:t>C</a:t>
            </a: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800" dirty="0" smtClean="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800" dirty="0" smtClean="0">
                <a:solidFill>
                  <a:schemeClr val="tx1">
                    <a:lumMod val="50000"/>
                    <a:lumOff val="50000"/>
                  </a:schemeClr>
                </a:solidFill>
                <a:latin typeface="微软雅黑" panose="020B0503020204020204" pitchFamily="34" charset="-122"/>
                <a:ea typeface="微软雅黑" panose="020B0503020204020204" pitchFamily="34" charset="-122"/>
              </a:rPr>
              <a:t>Shell</a:t>
            </a:r>
            <a:endPar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98" name="角丸四角形 97"/>
          <p:cNvSpPr/>
          <p:nvPr/>
        </p:nvSpPr>
        <p:spPr bwMode="auto">
          <a:xfrm>
            <a:off x="7197469" y="2136319"/>
            <a:ext cx="1087186" cy="1489393"/>
          </a:xfrm>
          <a:prstGeom prst="roundRect">
            <a:avLst/>
          </a:prstGeom>
          <a:gradFill rotWithShape="0">
            <a:gsLst>
              <a:gs pos="0">
                <a:srgbClr val="FFFFFF"/>
              </a:gs>
              <a:gs pos="100000">
                <a:srgbClr val="CACAC7"/>
              </a:gs>
            </a:gsLst>
            <a:lin ang="5400000" scaled="1"/>
          </a:gra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pic>
        <p:nvPicPr>
          <p:cNvPr id="49" name="図 48"/>
          <p:cNvPicPr>
            <a:picLocks noChangeAspect="1"/>
          </p:cNvPicPr>
          <p:nvPr/>
        </p:nvPicPr>
        <p:blipFill>
          <a:blip r:embed="rId4"/>
          <a:stretch>
            <a:fillRect/>
          </a:stretch>
        </p:blipFill>
        <p:spPr>
          <a:xfrm>
            <a:off x="7345195" y="2339600"/>
            <a:ext cx="791733" cy="1055979"/>
          </a:xfrm>
          <a:prstGeom prst="rect">
            <a:avLst/>
          </a:prstGeom>
        </p:spPr>
      </p:pic>
      <p:sp>
        <p:nvSpPr>
          <p:cNvPr id="50" name="正方形/長方形 49"/>
          <p:cNvSpPr/>
          <p:nvPr/>
        </p:nvSpPr>
        <p:spPr>
          <a:xfrm>
            <a:off x="7281382" y="3709601"/>
            <a:ext cx="713657" cy="253916"/>
          </a:xfrm>
          <a:prstGeom prst="rect">
            <a:avLst/>
          </a:prstGeom>
        </p:spPr>
        <p:txBody>
          <a:bodyPr wrap="none">
            <a:spAutoFit/>
          </a:bodyPr>
          <a:lstStyle/>
          <a:p>
            <a:r>
              <a:rPr lang="en-US" altLang="zh-CN" sz="1050" dirty="0" smtClean="0">
                <a:solidFill>
                  <a:prstClr val="black">
                    <a:lumMod val="65000"/>
                    <a:lumOff val="35000"/>
                  </a:prstClr>
                </a:solidFill>
                <a:latin typeface="微软雅黑" panose="020B0503020204020204" pitchFamily="34" charset="-122"/>
                <a:ea typeface="微软雅黑" panose="020B0503020204020204" pitchFamily="34" charset="-122"/>
              </a:rPr>
              <a:t>LTP:</a:t>
            </a:r>
            <a:r>
              <a:rPr lang="zh-CN" altLang="en-US" sz="1050" dirty="0">
                <a:solidFill>
                  <a:prstClr val="black">
                    <a:lumMod val="65000"/>
                    <a:lumOff val="35000"/>
                  </a:prstClr>
                </a:solidFill>
                <a:latin typeface="微软雅黑" panose="020B0503020204020204" pitchFamily="34" charset="-122"/>
                <a:ea typeface="微软雅黑" panose="020B0503020204020204" pitchFamily="34" charset="-122"/>
              </a:rPr>
              <a:t>毕磊</a:t>
            </a:r>
          </a:p>
        </p:txBody>
      </p:sp>
      <p:sp>
        <p:nvSpPr>
          <p:cNvPr id="51" name="正方形/長方形 50"/>
          <p:cNvSpPr/>
          <p:nvPr/>
        </p:nvSpPr>
        <p:spPr>
          <a:xfrm>
            <a:off x="7281382" y="3925455"/>
            <a:ext cx="2729214" cy="276999"/>
          </a:xfrm>
          <a:prstGeom prst="rect">
            <a:avLst/>
          </a:prstGeom>
        </p:spPr>
        <p:txBody>
          <a:bodyPr wrap="square">
            <a:spAutoFit/>
          </a:bodyPr>
          <a:lstStyle/>
          <a:p>
            <a:pPr algn="just">
              <a:lnSpc>
                <a:spcPct val="150000"/>
              </a:lnSpc>
            </a:pP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rPr>
              <a:t>擅长：</a:t>
            </a:r>
            <a:r>
              <a:rPr lang="en-US" altLang="zh-CN" sz="800" dirty="0">
                <a:solidFill>
                  <a:schemeClr val="tx1">
                    <a:lumMod val="50000"/>
                    <a:lumOff val="50000"/>
                  </a:schemeClr>
                </a:solidFill>
                <a:latin typeface="微软雅黑" panose="020B0503020204020204" pitchFamily="34" charset="-122"/>
                <a:ea typeface="微软雅黑" panose="020B0503020204020204" pitchFamily="34" charset="-122"/>
              </a:rPr>
              <a:t>Linux</a:t>
            </a:r>
            <a:r>
              <a:rPr lang="zh-CN" altLang="en-US" sz="800" dirty="0" smtClean="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800" dirty="0" smtClean="0">
                <a:solidFill>
                  <a:schemeClr val="tx1">
                    <a:lumMod val="50000"/>
                    <a:lumOff val="50000"/>
                  </a:schemeClr>
                </a:solidFill>
                <a:latin typeface="微软雅黑" panose="020B0503020204020204" pitchFamily="34" charset="-122"/>
                <a:ea typeface="微软雅黑" panose="020B0503020204020204" pitchFamily="34" charset="-122"/>
              </a:rPr>
              <a:t>Shell</a:t>
            </a: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800" dirty="0" smtClean="0">
                <a:solidFill>
                  <a:schemeClr val="tx1">
                    <a:lumMod val="50000"/>
                    <a:lumOff val="50000"/>
                  </a:schemeClr>
                </a:solidFill>
                <a:latin typeface="微软雅黑" panose="020B0503020204020204" pitchFamily="34" charset="-122"/>
                <a:ea typeface="微软雅黑" panose="020B0503020204020204" pitchFamily="34" charset="-122"/>
              </a:rPr>
              <a:t>、日语</a:t>
            </a:r>
            <a:endPar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02" name="角丸四角形 101"/>
          <p:cNvSpPr/>
          <p:nvPr/>
        </p:nvSpPr>
        <p:spPr bwMode="auto">
          <a:xfrm>
            <a:off x="3954329" y="4202454"/>
            <a:ext cx="1087186" cy="1479773"/>
          </a:xfrm>
          <a:prstGeom prst="roundRect">
            <a:avLst/>
          </a:prstGeom>
          <a:gradFill rotWithShape="0">
            <a:gsLst>
              <a:gs pos="0">
                <a:srgbClr val="FFFFFF"/>
              </a:gs>
              <a:gs pos="100000">
                <a:srgbClr val="CACAC7"/>
              </a:gs>
            </a:gsLst>
            <a:lin ang="5400000" scaled="1"/>
          </a:gra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pic>
        <p:nvPicPr>
          <p:cNvPr id="103" name="图片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17436" y="4376647"/>
            <a:ext cx="796023" cy="1050386"/>
          </a:xfrm>
          <a:prstGeom prst="rect">
            <a:avLst/>
          </a:prstGeom>
        </p:spPr>
      </p:pic>
      <p:sp>
        <p:nvSpPr>
          <p:cNvPr id="52" name="正方形/長方形 51"/>
          <p:cNvSpPr/>
          <p:nvPr/>
        </p:nvSpPr>
        <p:spPr>
          <a:xfrm>
            <a:off x="4012066" y="5764664"/>
            <a:ext cx="1029449" cy="253916"/>
          </a:xfrm>
          <a:prstGeom prst="rect">
            <a:avLst/>
          </a:prstGeom>
        </p:spPr>
        <p:txBody>
          <a:bodyPr wrap="none">
            <a:spAutoFit/>
          </a:bodyPr>
          <a:lstStyle/>
          <a:p>
            <a:r>
              <a:rPr lang="en-US" altLang="zh-CN" sz="1050" dirty="0">
                <a:solidFill>
                  <a:prstClr val="black">
                    <a:lumMod val="65000"/>
                    <a:lumOff val="35000"/>
                  </a:prstClr>
                </a:solidFill>
                <a:latin typeface="微软雅黑" panose="020B0503020204020204" pitchFamily="34" charset="-122"/>
                <a:ea typeface="微软雅黑" panose="020B0503020204020204" pitchFamily="34" charset="-122"/>
              </a:rPr>
              <a:t>CMGR</a:t>
            </a:r>
            <a:r>
              <a:rPr lang="en-US" altLang="zh-CN" sz="1050" dirty="0" smtClean="0">
                <a:solidFill>
                  <a:prstClr val="black">
                    <a:lumMod val="65000"/>
                    <a:lumOff val="35000"/>
                  </a:prstClr>
                </a:solidFill>
                <a:latin typeface="微软雅黑" panose="020B0503020204020204" pitchFamily="34" charset="-122"/>
                <a:ea typeface="微软雅黑" panose="020B0503020204020204" pitchFamily="34" charset="-122"/>
              </a:rPr>
              <a:t>:</a:t>
            </a:r>
            <a:r>
              <a:rPr lang="zh-CN" altLang="en-US" sz="1050" dirty="0" smtClean="0">
                <a:solidFill>
                  <a:prstClr val="black">
                    <a:lumMod val="65000"/>
                    <a:lumOff val="35000"/>
                  </a:prstClr>
                </a:solidFill>
                <a:latin typeface="微软雅黑" panose="020B0503020204020204" pitchFamily="34" charset="-122"/>
                <a:ea typeface="微软雅黑" panose="020B0503020204020204" pitchFamily="34" charset="-122"/>
              </a:rPr>
              <a:t>王爱义</a:t>
            </a:r>
            <a:endParaRPr lang="zh-CN" altLang="en-US" sz="1050"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53" name="正方形/長方形 52"/>
          <p:cNvSpPr/>
          <p:nvPr/>
        </p:nvSpPr>
        <p:spPr>
          <a:xfrm>
            <a:off x="4012066" y="5952623"/>
            <a:ext cx="1658375" cy="276999"/>
          </a:xfrm>
          <a:prstGeom prst="rect">
            <a:avLst/>
          </a:prstGeom>
        </p:spPr>
        <p:txBody>
          <a:bodyPr wrap="square">
            <a:spAutoFit/>
          </a:bodyPr>
          <a:lstStyle/>
          <a:p>
            <a:pPr algn="just">
              <a:lnSpc>
                <a:spcPct val="150000"/>
              </a:lnSpc>
            </a:pP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rPr>
              <a:t>擅长</a:t>
            </a:r>
            <a:r>
              <a:rPr lang="zh-CN" altLang="en-US" sz="800" dirty="0" smtClean="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800" dirty="0" smtClean="0">
                <a:solidFill>
                  <a:schemeClr val="tx1">
                    <a:lumMod val="50000"/>
                    <a:lumOff val="50000"/>
                  </a:schemeClr>
                </a:solidFill>
                <a:latin typeface="微软雅黑" panose="020B0503020204020204" pitchFamily="34" charset="-122"/>
                <a:ea typeface="微软雅黑" panose="020B0503020204020204" pitchFamily="34" charset="-122"/>
              </a:rPr>
              <a:t>Linux</a:t>
            </a:r>
            <a:r>
              <a:rPr lang="zh-CN" altLang="en-US" sz="800" dirty="0" smtClean="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800" dirty="0" smtClean="0">
                <a:solidFill>
                  <a:schemeClr val="tx1">
                    <a:lumMod val="50000"/>
                    <a:lumOff val="50000"/>
                  </a:schemeClr>
                </a:solidFill>
                <a:latin typeface="微软雅黑" panose="020B0503020204020204" pitchFamily="34" charset="-122"/>
                <a:ea typeface="微软雅黑" panose="020B0503020204020204" pitchFamily="34" charset="-122"/>
              </a:rPr>
              <a:t>C++</a:t>
            </a:r>
            <a:endPar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06" name="角丸四角形 105"/>
          <p:cNvSpPr/>
          <p:nvPr/>
        </p:nvSpPr>
        <p:spPr bwMode="auto">
          <a:xfrm>
            <a:off x="7197468" y="4191799"/>
            <a:ext cx="1087186" cy="1490428"/>
          </a:xfrm>
          <a:prstGeom prst="roundRect">
            <a:avLst/>
          </a:prstGeom>
          <a:solidFill>
            <a:schemeClr val="accent6">
              <a:lumMod val="20000"/>
              <a:lumOff val="80000"/>
            </a:schemeClr>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lang="ja-JP" altLang="en-US">
              <a:solidFill>
                <a:schemeClr val="tx1">
                  <a:lumMod val="65000"/>
                  <a:lumOff val="35000"/>
                </a:schemeClr>
              </a:solidFill>
            </a:endParaRPr>
          </a:p>
        </p:txBody>
      </p:sp>
      <p:sp>
        <p:nvSpPr>
          <p:cNvPr id="56" name="正方形/長方形 55"/>
          <p:cNvSpPr/>
          <p:nvPr/>
        </p:nvSpPr>
        <p:spPr>
          <a:xfrm>
            <a:off x="686529" y="5761370"/>
            <a:ext cx="861133" cy="253916"/>
          </a:xfrm>
          <a:prstGeom prst="rect">
            <a:avLst/>
          </a:prstGeom>
        </p:spPr>
        <p:txBody>
          <a:bodyPr wrap="none">
            <a:spAutoFit/>
          </a:bodyPr>
          <a:lstStyle/>
          <a:p>
            <a:r>
              <a:rPr lang="en-US" altLang="zh-CN" sz="1050" dirty="0">
                <a:solidFill>
                  <a:prstClr val="black">
                    <a:lumMod val="65000"/>
                    <a:lumOff val="35000"/>
                  </a:prstClr>
                </a:solidFill>
                <a:latin typeface="微软雅黑" panose="020B0503020204020204" pitchFamily="34" charset="-122"/>
                <a:ea typeface="微软雅黑" panose="020B0503020204020204" pitchFamily="34" charset="-122"/>
              </a:rPr>
              <a:t>PCL</a:t>
            </a:r>
            <a:r>
              <a:rPr lang="en-US" altLang="zh-CN" sz="1050" dirty="0" smtClean="0">
                <a:solidFill>
                  <a:prstClr val="black">
                    <a:lumMod val="65000"/>
                    <a:lumOff val="35000"/>
                  </a:prstClr>
                </a:solidFill>
                <a:latin typeface="微软雅黑" panose="020B0503020204020204" pitchFamily="34" charset="-122"/>
                <a:ea typeface="微软雅黑" panose="020B0503020204020204" pitchFamily="34" charset="-122"/>
              </a:rPr>
              <a:t>:</a:t>
            </a:r>
            <a:r>
              <a:rPr lang="zh-CN" altLang="en-US" sz="1050" dirty="0" smtClean="0">
                <a:solidFill>
                  <a:prstClr val="black">
                    <a:lumMod val="65000"/>
                    <a:lumOff val="35000"/>
                  </a:prstClr>
                </a:solidFill>
                <a:latin typeface="微软雅黑" panose="020B0503020204020204" pitchFamily="34" charset="-122"/>
                <a:ea typeface="微软雅黑" panose="020B0503020204020204" pitchFamily="34" charset="-122"/>
              </a:rPr>
              <a:t>王丽婷</a:t>
            </a:r>
            <a:endParaRPr lang="zh-CN" altLang="en-US" sz="1050"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57" name="正方形/長方形 56"/>
          <p:cNvSpPr/>
          <p:nvPr/>
        </p:nvSpPr>
        <p:spPr>
          <a:xfrm>
            <a:off x="657675" y="5952623"/>
            <a:ext cx="1345240" cy="276999"/>
          </a:xfrm>
          <a:prstGeom prst="rect">
            <a:avLst/>
          </a:prstGeom>
        </p:spPr>
        <p:txBody>
          <a:bodyPr wrap="none">
            <a:spAutoFit/>
          </a:bodyPr>
          <a:lstStyle/>
          <a:p>
            <a:pPr algn="just">
              <a:lnSpc>
                <a:spcPct val="150000"/>
              </a:lnSpc>
            </a:pP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rPr>
              <a:t>擅长</a:t>
            </a:r>
            <a:r>
              <a:rPr lang="zh-CN" altLang="en-US" sz="800" dirty="0" smtClean="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800" dirty="0">
                <a:solidFill>
                  <a:schemeClr val="tx1">
                    <a:lumMod val="50000"/>
                    <a:lumOff val="50000"/>
                  </a:schemeClr>
                </a:solidFill>
                <a:latin typeface="微软雅黑" panose="020B0503020204020204" pitchFamily="34" charset="-122"/>
                <a:ea typeface="微软雅黑" panose="020B0503020204020204" pitchFamily="34" charset="-122"/>
              </a:rPr>
              <a:t>Linux</a:t>
            </a: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800" dirty="0">
                <a:solidFill>
                  <a:schemeClr val="tx1">
                    <a:lumMod val="50000"/>
                    <a:lumOff val="50000"/>
                  </a:schemeClr>
                </a:solidFill>
                <a:latin typeface="微软雅黑" panose="020B0503020204020204" pitchFamily="34" charset="-122"/>
                <a:ea typeface="微软雅黑" panose="020B0503020204020204" pitchFamily="34" charset="-122"/>
              </a:rPr>
              <a:t>Solaris</a:t>
            </a: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800" dirty="0">
                <a:solidFill>
                  <a:schemeClr val="tx1">
                    <a:lumMod val="50000"/>
                    <a:lumOff val="50000"/>
                  </a:schemeClr>
                </a:solidFill>
                <a:latin typeface="微软雅黑" panose="020B0503020204020204" pitchFamily="34" charset="-122"/>
                <a:ea typeface="微软雅黑" panose="020B0503020204020204" pitchFamily="34" charset="-122"/>
              </a:rPr>
              <a:t>C</a:t>
            </a:r>
            <a:endPar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110" name="図 10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30273" y="4408965"/>
            <a:ext cx="821575" cy="1052428"/>
          </a:xfrm>
          <a:prstGeom prst="rect">
            <a:avLst/>
          </a:prstGeom>
        </p:spPr>
      </p:pic>
      <p:sp>
        <p:nvSpPr>
          <p:cNvPr id="62" name="正方形/長方形 61"/>
          <p:cNvSpPr/>
          <p:nvPr/>
        </p:nvSpPr>
        <p:spPr>
          <a:xfrm>
            <a:off x="7226335" y="5758026"/>
            <a:ext cx="894797" cy="253916"/>
          </a:xfrm>
          <a:prstGeom prst="rect">
            <a:avLst/>
          </a:prstGeom>
        </p:spPr>
        <p:txBody>
          <a:bodyPr wrap="none">
            <a:spAutoFit/>
          </a:bodyPr>
          <a:lstStyle/>
          <a:p>
            <a:r>
              <a:rPr lang="en-US" altLang="zh-CN" sz="1050" dirty="0">
                <a:solidFill>
                  <a:prstClr val="black">
                    <a:lumMod val="65000"/>
                    <a:lumOff val="35000"/>
                  </a:prstClr>
                </a:solidFill>
                <a:latin typeface="微软雅黑" panose="020B0503020204020204" pitchFamily="34" charset="-122"/>
                <a:ea typeface="微软雅黑" panose="020B0503020204020204" pitchFamily="34" charset="-122"/>
              </a:rPr>
              <a:t>CMGR</a:t>
            </a:r>
            <a:r>
              <a:rPr lang="en-US" altLang="zh-CN" sz="1050" dirty="0" smtClean="0">
                <a:solidFill>
                  <a:prstClr val="black">
                    <a:lumMod val="65000"/>
                    <a:lumOff val="35000"/>
                  </a:prstClr>
                </a:solidFill>
                <a:latin typeface="微软雅黑" panose="020B0503020204020204" pitchFamily="34" charset="-122"/>
                <a:ea typeface="微软雅黑" panose="020B0503020204020204" pitchFamily="34" charset="-122"/>
              </a:rPr>
              <a:t>:</a:t>
            </a:r>
            <a:r>
              <a:rPr lang="zh-CN" altLang="en-US" sz="1050" dirty="0" smtClean="0">
                <a:solidFill>
                  <a:prstClr val="black">
                    <a:lumMod val="65000"/>
                    <a:lumOff val="35000"/>
                  </a:prstClr>
                </a:solidFill>
                <a:latin typeface="微软雅黑" panose="020B0503020204020204" pitchFamily="34" charset="-122"/>
                <a:ea typeface="微软雅黑" panose="020B0503020204020204" pitchFamily="34" charset="-122"/>
              </a:rPr>
              <a:t>王婧</a:t>
            </a:r>
            <a:endParaRPr lang="zh-CN" altLang="en-US" sz="1050"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64" name="正方形/長方形 63"/>
          <p:cNvSpPr/>
          <p:nvPr/>
        </p:nvSpPr>
        <p:spPr>
          <a:xfrm>
            <a:off x="7226335" y="5949241"/>
            <a:ext cx="1726200" cy="276999"/>
          </a:xfrm>
          <a:prstGeom prst="rect">
            <a:avLst/>
          </a:prstGeom>
        </p:spPr>
        <p:txBody>
          <a:bodyPr wrap="square">
            <a:spAutoFit/>
          </a:bodyPr>
          <a:lstStyle/>
          <a:p>
            <a:pPr algn="just">
              <a:lnSpc>
                <a:spcPct val="150000"/>
              </a:lnSpc>
            </a:pP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rPr>
              <a:t>擅长：</a:t>
            </a:r>
            <a:r>
              <a:rPr lang="en-US" altLang="zh-CN" sz="800" dirty="0">
                <a:solidFill>
                  <a:schemeClr val="tx1">
                    <a:lumMod val="50000"/>
                    <a:lumOff val="50000"/>
                  </a:schemeClr>
                </a:solidFill>
                <a:latin typeface="微软雅黑" panose="020B0503020204020204" pitchFamily="34" charset="-122"/>
                <a:ea typeface="微软雅黑" panose="020B0503020204020204" pitchFamily="34" charset="-122"/>
              </a:rPr>
              <a:t>Linux</a:t>
            </a:r>
            <a:r>
              <a:rPr lang="zh-CN" altLang="en-US" sz="800" dirty="0" smtClean="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800" dirty="0" smtClean="0">
                <a:solidFill>
                  <a:schemeClr val="tx1">
                    <a:lumMod val="50000"/>
                    <a:lumOff val="50000"/>
                  </a:schemeClr>
                </a:solidFill>
                <a:latin typeface="微软雅黑" panose="020B0503020204020204" pitchFamily="34" charset="-122"/>
                <a:ea typeface="微软雅黑" panose="020B0503020204020204" pitchFamily="34" charset="-122"/>
              </a:rPr>
              <a:t>shell</a:t>
            </a:r>
            <a:endPar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65" name="図 6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17745" y="4373488"/>
            <a:ext cx="824753" cy="1052428"/>
          </a:xfrm>
          <a:prstGeom prst="rect">
            <a:avLst/>
          </a:prstGeom>
        </p:spPr>
      </p:pic>
    </p:spTree>
    <p:extLst>
      <p:ext uri="{BB962C8B-B14F-4D97-AF65-F5344CB8AC3E}">
        <p14:creationId xmlns:p14="http://schemas.microsoft.com/office/powerpoint/2010/main" val="1293777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arn(inVertical)">
                                      <p:cBhvr>
                                        <p:cTn id="16" dur="500"/>
                                        <p:tgtEl>
                                          <p:spTgt spid="19"/>
                                        </p:tgtEl>
                                      </p:cBhvr>
                                    </p:animEffect>
                                  </p:childTnLst>
                                </p:cTn>
                              </p:par>
                            </p:childTnLst>
                          </p:cTn>
                        </p:par>
                        <p:par>
                          <p:cTn id="17" fill="hold">
                            <p:stCondLst>
                              <p:cond delay="1000"/>
                            </p:stCondLst>
                            <p:childTnLst>
                              <p:par>
                                <p:cTn id="18" presetID="16" presetClass="entr" presetSubtype="37" fill="hold" grpId="0" nodeType="afterEffect">
                                  <p:stCondLst>
                                    <p:cond delay="0"/>
                                  </p:stCondLst>
                                  <p:childTnLst>
                                    <p:set>
                                      <p:cBhvr>
                                        <p:cTn id="19" dur="1" fill="hold">
                                          <p:stCondLst>
                                            <p:cond delay="0"/>
                                          </p:stCondLst>
                                        </p:cTn>
                                        <p:tgtEl>
                                          <p:spTgt spid="165"/>
                                        </p:tgtEl>
                                        <p:attrNameLst>
                                          <p:attrName>style.visibility</p:attrName>
                                        </p:attrNameLst>
                                      </p:cBhvr>
                                      <p:to>
                                        <p:strVal val="visible"/>
                                      </p:to>
                                    </p:set>
                                    <p:animEffect transition="in" filter="barn(outVertical)">
                                      <p:cBhvr>
                                        <p:cTn id="20" dur="500"/>
                                        <p:tgtEl>
                                          <p:spTgt spid="165"/>
                                        </p:tgtEl>
                                      </p:cBhvr>
                                    </p:animEffect>
                                  </p:childTnLst>
                                </p:cTn>
                              </p:par>
                              <p:par>
                                <p:cTn id="21" presetID="16" presetClass="entr" presetSubtype="37" fill="hold" grpId="0" nodeType="withEffect">
                                  <p:stCondLst>
                                    <p:cond delay="0"/>
                                  </p:stCondLst>
                                  <p:childTnLst>
                                    <p:set>
                                      <p:cBhvr>
                                        <p:cTn id="22" dur="1" fill="hold">
                                          <p:stCondLst>
                                            <p:cond delay="0"/>
                                          </p:stCondLst>
                                        </p:cTn>
                                        <p:tgtEl>
                                          <p:spTgt spid="166"/>
                                        </p:tgtEl>
                                        <p:attrNameLst>
                                          <p:attrName>style.visibility</p:attrName>
                                        </p:attrNameLst>
                                      </p:cBhvr>
                                      <p:to>
                                        <p:strVal val="visible"/>
                                      </p:to>
                                    </p:set>
                                    <p:animEffect transition="in" filter="barn(outVertical)">
                                      <p:cBhvr>
                                        <p:cTn id="23" dur="500"/>
                                        <p:tgtEl>
                                          <p:spTgt spid="166"/>
                                        </p:tgtEl>
                                      </p:cBhvr>
                                    </p:animEffect>
                                  </p:childTnLst>
                                </p:cTn>
                              </p:par>
                              <p:par>
                                <p:cTn id="24" presetID="16" presetClass="entr" presetSubtype="37" fill="hold" grpId="0" nodeType="withEffect">
                                  <p:stCondLst>
                                    <p:cond delay="0"/>
                                  </p:stCondLst>
                                  <p:childTnLst>
                                    <p:set>
                                      <p:cBhvr>
                                        <p:cTn id="25" dur="1" fill="hold">
                                          <p:stCondLst>
                                            <p:cond delay="0"/>
                                          </p:stCondLst>
                                        </p:cTn>
                                        <p:tgtEl>
                                          <p:spTgt spid="167"/>
                                        </p:tgtEl>
                                        <p:attrNameLst>
                                          <p:attrName>style.visibility</p:attrName>
                                        </p:attrNameLst>
                                      </p:cBhvr>
                                      <p:to>
                                        <p:strVal val="visible"/>
                                      </p:to>
                                    </p:set>
                                    <p:animEffect transition="in" filter="barn(outVertical)">
                                      <p:cBhvr>
                                        <p:cTn id="26" dur="500"/>
                                        <p:tgtEl>
                                          <p:spTgt spid="167"/>
                                        </p:tgtEl>
                                      </p:cBhvr>
                                    </p:animEffect>
                                  </p:childTnLst>
                                </p:cTn>
                              </p:par>
                              <p:par>
                                <p:cTn id="27" presetID="16" presetClass="entr" presetSubtype="37" fill="hold" grpId="0" nodeType="withEffect">
                                  <p:stCondLst>
                                    <p:cond delay="0"/>
                                  </p:stCondLst>
                                  <p:childTnLst>
                                    <p:set>
                                      <p:cBhvr>
                                        <p:cTn id="28" dur="1" fill="hold">
                                          <p:stCondLst>
                                            <p:cond delay="0"/>
                                          </p:stCondLst>
                                        </p:cTn>
                                        <p:tgtEl>
                                          <p:spTgt spid="168"/>
                                        </p:tgtEl>
                                        <p:attrNameLst>
                                          <p:attrName>style.visibility</p:attrName>
                                        </p:attrNameLst>
                                      </p:cBhvr>
                                      <p:to>
                                        <p:strVal val="visible"/>
                                      </p:to>
                                    </p:set>
                                    <p:animEffect transition="in" filter="barn(outVertical)">
                                      <p:cBhvr>
                                        <p:cTn id="29" dur="500"/>
                                        <p:tgtEl>
                                          <p:spTgt spid="168"/>
                                        </p:tgtEl>
                                      </p:cBhvr>
                                    </p:animEffect>
                                  </p:childTnLst>
                                </p:cTn>
                              </p:par>
                              <p:par>
                                <p:cTn id="30" presetID="16" presetClass="entr" presetSubtype="37" fill="hold" grpId="0" nodeType="withEffect">
                                  <p:stCondLst>
                                    <p:cond delay="0"/>
                                  </p:stCondLst>
                                  <p:childTnLst>
                                    <p:set>
                                      <p:cBhvr>
                                        <p:cTn id="31" dur="1" fill="hold">
                                          <p:stCondLst>
                                            <p:cond delay="0"/>
                                          </p:stCondLst>
                                        </p:cTn>
                                        <p:tgtEl>
                                          <p:spTgt spid="169"/>
                                        </p:tgtEl>
                                        <p:attrNameLst>
                                          <p:attrName>style.visibility</p:attrName>
                                        </p:attrNameLst>
                                      </p:cBhvr>
                                      <p:to>
                                        <p:strVal val="visible"/>
                                      </p:to>
                                    </p:set>
                                    <p:animEffect transition="in" filter="barn(outVertical)">
                                      <p:cBhvr>
                                        <p:cTn id="32" dur="500"/>
                                        <p:tgtEl>
                                          <p:spTgt spid="169"/>
                                        </p:tgtEl>
                                      </p:cBhvr>
                                    </p:animEffect>
                                  </p:childTnLst>
                                </p:cTn>
                              </p:par>
                              <p:par>
                                <p:cTn id="33" presetID="16" presetClass="entr" presetSubtype="37" fill="hold" grpId="0" nodeType="withEffect">
                                  <p:stCondLst>
                                    <p:cond delay="0"/>
                                  </p:stCondLst>
                                  <p:childTnLst>
                                    <p:set>
                                      <p:cBhvr>
                                        <p:cTn id="34" dur="1" fill="hold">
                                          <p:stCondLst>
                                            <p:cond delay="0"/>
                                          </p:stCondLst>
                                        </p:cTn>
                                        <p:tgtEl>
                                          <p:spTgt spid="170"/>
                                        </p:tgtEl>
                                        <p:attrNameLst>
                                          <p:attrName>style.visibility</p:attrName>
                                        </p:attrNameLst>
                                      </p:cBhvr>
                                      <p:to>
                                        <p:strVal val="visible"/>
                                      </p:to>
                                    </p:set>
                                    <p:animEffect transition="in" filter="barn(outVertical)">
                                      <p:cBhvr>
                                        <p:cTn id="35" dur="500"/>
                                        <p:tgtEl>
                                          <p:spTgt spid="170"/>
                                        </p:tgtEl>
                                      </p:cBhvr>
                                    </p:animEffect>
                                  </p:childTnLst>
                                </p:cTn>
                              </p:par>
                              <p:par>
                                <p:cTn id="36" presetID="42" presetClass="entr" presetSubtype="0" fill="hold" nodeType="withEffect">
                                  <p:stCondLst>
                                    <p:cond delay="0"/>
                                  </p:stCondLst>
                                  <p:childTnLst>
                                    <p:set>
                                      <p:cBhvr>
                                        <p:cTn id="37" dur="1" fill="hold">
                                          <p:stCondLst>
                                            <p:cond delay="0"/>
                                          </p:stCondLst>
                                        </p:cTn>
                                        <p:tgtEl>
                                          <p:spTgt spid="143"/>
                                        </p:tgtEl>
                                        <p:attrNameLst>
                                          <p:attrName>style.visibility</p:attrName>
                                        </p:attrNameLst>
                                      </p:cBhvr>
                                      <p:to>
                                        <p:strVal val="visible"/>
                                      </p:to>
                                    </p:set>
                                    <p:animEffect transition="in" filter="fade">
                                      <p:cBhvr>
                                        <p:cTn id="38" dur="1000"/>
                                        <p:tgtEl>
                                          <p:spTgt spid="143"/>
                                        </p:tgtEl>
                                      </p:cBhvr>
                                    </p:animEffect>
                                    <p:anim calcmode="lin" valueType="num">
                                      <p:cBhvr>
                                        <p:cTn id="39" dur="1000" fill="hold"/>
                                        <p:tgtEl>
                                          <p:spTgt spid="143"/>
                                        </p:tgtEl>
                                        <p:attrNameLst>
                                          <p:attrName>ppt_x</p:attrName>
                                        </p:attrNameLst>
                                      </p:cBhvr>
                                      <p:tavLst>
                                        <p:tav tm="0">
                                          <p:val>
                                            <p:strVal val="#ppt_x"/>
                                          </p:val>
                                        </p:tav>
                                        <p:tav tm="100000">
                                          <p:val>
                                            <p:strVal val="#ppt_x"/>
                                          </p:val>
                                        </p:tav>
                                      </p:tavLst>
                                    </p:anim>
                                    <p:anim calcmode="lin" valueType="num">
                                      <p:cBhvr>
                                        <p:cTn id="40" dur="1000" fill="hold"/>
                                        <p:tgtEl>
                                          <p:spTgt spid="143"/>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55"/>
                                        </p:tgtEl>
                                        <p:attrNameLst>
                                          <p:attrName>style.visibility</p:attrName>
                                        </p:attrNameLst>
                                      </p:cBhvr>
                                      <p:to>
                                        <p:strVal val="visible"/>
                                      </p:to>
                                    </p:set>
                                    <p:animEffect transition="in" filter="fade">
                                      <p:cBhvr>
                                        <p:cTn id="43" dur="1000"/>
                                        <p:tgtEl>
                                          <p:spTgt spid="155"/>
                                        </p:tgtEl>
                                      </p:cBhvr>
                                    </p:animEffect>
                                    <p:anim calcmode="lin" valueType="num">
                                      <p:cBhvr>
                                        <p:cTn id="44" dur="1000" fill="hold"/>
                                        <p:tgtEl>
                                          <p:spTgt spid="155"/>
                                        </p:tgtEl>
                                        <p:attrNameLst>
                                          <p:attrName>ppt_x</p:attrName>
                                        </p:attrNameLst>
                                      </p:cBhvr>
                                      <p:tavLst>
                                        <p:tav tm="0">
                                          <p:val>
                                            <p:strVal val="#ppt_x"/>
                                          </p:val>
                                        </p:tav>
                                        <p:tav tm="100000">
                                          <p:val>
                                            <p:strVal val="#ppt_x"/>
                                          </p:val>
                                        </p:tav>
                                      </p:tavLst>
                                    </p:anim>
                                    <p:anim calcmode="lin" valueType="num">
                                      <p:cBhvr>
                                        <p:cTn id="45" dur="1000" fill="hold"/>
                                        <p:tgtEl>
                                          <p:spTgt spid="1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0" animBg="1"/>
      <p:bldP spid="166" grpId="0"/>
      <p:bldP spid="167" grpId="0"/>
      <p:bldP spid="168" grpId="0"/>
      <p:bldP spid="169" grpId="0"/>
      <p:bldP spid="17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81BB7609-8E8F-4B57-9227-14DAD6151A60}" type="slidenum">
              <a:rPr lang="de-DE" altLang="ja-JP" smtClean="0"/>
              <a:pPr/>
              <a:t>3</a:t>
            </a:fld>
            <a:endParaRPr lang="de-DE" altLang="ja-JP"/>
          </a:p>
        </p:txBody>
      </p:sp>
      <p:sp>
        <p:nvSpPr>
          <p:cNvPr id="5" name="页脚占位符 4"/>
          <p:cNvSpPr>
            <a:spLocks noGrp="1"/>
          </p:cNvSpPr>
          <p:nvPr>
            <p:ph type="ftr" sz="quarter" idx="11"/>
          </p:nvPr>
        </p:nvSpPr>
        <p:spPr/>
        <p:txBody>
          <a:bodyPr/>
          <a:lstStyle/>
          <a:p>
            <a:r>
              <a:rPr lang="de-DE" altLang="ja-JP" dirty="0" smtClean="0"/>
              <a:t>Copyright 2018 FUJITSU LIMITED</a:t>
            </a:r>
            <a:endParaRPr lang="de-DE" altLang="ja-JP" dirty="0"/>
          </a:p>
        </p:txBody>
      </p:sp>
      <p:sp>
        <p:nvSpPr>
          <p:cNvPr id="75" name="正方形/長方形 4"/>
          <p:cNvSpPr>
            <a:spLocks noChangeArrowheads="1"/>
          </p:cNvSpPr>
          <p:nvPr/>
        </p:nvSpPr>
        <p:spPr bwMode="auto">
          <a:xfrm>
            <a:off x="54006" y="1127967"/>
            <a:ext cx="9032076" cy="371952"/>
          </a:xfrm>
          <a:prstGeom prst="rect">
            <a:avLst/>
          </a:prstGeom>
          <a:solidFill>
            <a:srgbClr val="00B7CA"/>
          </a:solidFill>
          <a:ln>
            <a:noFill/>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defTabSz="457200" fontAlgn="ctr">
              <a:spcBef>
                <a:spcPct val="20000"/>
              </a:spcBef>
              <a:spcAft>
                <a:spcPct val="10000"/>
              </a:spcAft>
              <a:buClr>
                <a:srgbClr val="C00000"/>
              </a:buClr>
              <a:buSzPct val="140000"/>
            </a:pPr>
            <a:r>
              <a:rPr lang="en-US" altLang="ja-JP" b="1" dirty="0"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2018</a:t>
            </a:r>
            <a:r>
              <a:rPr lang="zh-CN" altLang="en-US" b="1" dirty="0"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年新人</a:t>
            </a:r>
            <a:r>
              <a:rPr lang="zh-CN" altLang="en-US" b="1" dirty="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教育</a:t>
            </a:r>
            <a:endParaRPr lang="en-US" altLang="ja-JP" sz="1800" b="1" dirty="0">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grpSp>
        <p:nvGrpSpPr>
          <p:cNvPr id="29" name="组合 28"/>
          <p:cNvGrpSpPr/>
          <p:nvPr/>
        </p:nvGrpSpPr>
        <p:grpSpPr>
          <a:xfrm>
            <a:off x="123088" y="157669"/>
            <a:ext cx="4319423" cy="852875"/>
            <a:chOff x="3129129" y="1121776"/>
            <a:chExt cx="5933741" cy="1171624"/>
          </a:xfrm>
        </p:grpSpPr>
        <p:sp>
          <p:nvSpPr>
            <p:cNvPr id="30" name="圆角矩形 29"/>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sp>
          <p:nvSpPr>
            <p:cNvPr id="31" name="圆角矩形 30"/>
            <p:cNvSpPr/>
            <p:nvPr/>
          </p:nvSpPr>
          <p:spPr>
            <a:xfrm>
              <a:off x="3289330" y="1253414"/>
              <a:ext cx="5613340" cy="908350"/>
            </a:xfrm>
            <a:prstGeom prst="roundRect">
              <a:avLst>
                <a:gd name="adj" fmla="val 50000"/>
              </a:avLst>
            </a:prstGeom>
            <a:gradFill>
              <a:gsLst>
                <a:gs pos="0">
                  <a:srgbClr val="01ACBE"/>
                </a:gs>
                <a:gs pos="100000">
                  <a:srgbClr val="01DAF1"/>
                </a:gs>
              </a:gsLst>
              <a:lin ang="0" scaled="0"/>
            </a:gradFill>
            <a:ln w="19050">
              <a:gradFill flip="none" rotWithShape="1">
                <a:gsLst>
                  <a:gs pos="0">
                    <a:srgbClr val="01DAF1"/>
                  </a:gs>
                  <a:gs pos="100000">
                    <a:srgbClr val="01ACBE"/>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grpSp>
      <p:grpSp>
        <p:nvGrpSpPr>
          <p:cNvPr id="32" name="组合 31"/>
          <p:cNvGrpSpPr/>
          <p:nvPr/>
        </p:nvGrpSpPr>
        <p:grpSpPr>
          <a:xfrm>
            <a:off x="73596" y="73199"/>
            <a:ext cx="1169945" cy="1379589"/>
            <a:chOff x="3150395" y="933507"/>
            <a:chExt cx="1559927" cy="1839452"/>
          </a:xfrm>
        </p:grpSpPr>
        <p:grpSp>
          <p:nvGrpSpPr>
            <p:cNvPr id="33" name="组合 32"/>
            <p:cNvGrpSpPr/>
            <p:nvPr/>
          </p:nvGrpSpPr>
          <p:grpSpPr>
            <a:xfrm>
              <a:off x="3150395" y="933507"/>
              <a:ext cx="1559927" cy="1839452"/>
              <a:chOff x="3222820" y="1148080"/>
              <a:chExt cx="1484216" cy="1750177"/>
            </a:xfrm>
          </p:grpSpPr>
          <p:grpSp>
            <p:nvGrpSpPr>
              <p:cNvPr id="37" name="组合 36"/>
              <p:cNvGrpSpPr/>
              <p:nvPr/>
            </p:nvGrpSpPr>
            <p:grpSpPr>
              <a:xfrm>
                <a:off x="3420363" y="1295115"/>
                <a:ext cx="1286673" cy="1603142"/>
                <a:chOff x="7380501" y="2927402"/>
                <a:chExt cx="2311887" cy="2880512"/>
              </a:xfrm>
            </p:grpSpPr>
            <p:sp>
              <p:nvSpPr>
                <p:cNvPr id="39"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 fmla="*/ 13249 w 1687745"/>
                    <a:gd name="connsiteY0" fmla="*/ 1035368 h 2070736"/>
                    <a:gd name="connsiteX1" fmla="*/ 850497 w 1687745"/>
                    <a:gd name="connsiteY1" fmla="*/ 0 h 2070736"/>
                    <a:gd name="connsiteX2" fmla="*/ 1687745 w 1687745"/>
                    <a:gd name="connsiteY2" fmla="*/ 1035368 h 2070736"/>
                    <a:gd name="connsiteX3" fmla="*/ 850497 w 1687745"/>
                    <a:gd name="connsiteY3" fmla="*/ 2070736 h 2070736"/>
                    <a:gd name="connsiteX4" fmla="*/ 13249 w 1687745"/>
                    <a:gd name="connsiteY4" fmla="*/ 1035368 h 2070736"/>
                    <a:gd name="connsiteX0" fmla="*/ 13249 w 1696474"/>
                    <a:gd name="connsiteY0" fmla="*/ 1035368 h 2070736"/>
                    <a:gd name="connsiteX1" fmla="*/ 850497 w 1696474"/>
                    <a:gd name="connsiteY1" fmla="*/ 0 h 2070736"/>
                    <a:gd name="connsiteX2" fmla="*/ 1687745 w 1696474"/>
                    <a:gd name="connsiteY2" fmla="*/ 1035368 h 2070736"/>
                    <a:gd name="connsiteX3" fmla="*/ 850497 w 1696474"/>
                    <a:gd name="connsiteY3" fmla="*/ 2070736 h 2070736"/>
                    <a:gd name="connsiteX4" fmla="*/ 13249 w 1696474"/>
                    <a:gd name="connsiteY4" fmla="*/ 1035368 h 2070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sp>
              <p:nvSpPr>
                <p:cNvPr id="40" name="椭圆 39"/>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sp>
              <p:nvSpPr>
                <p:cNvPr id="41" name="椭圆 40"/>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grpSp>
          <p:sp>
            <p:nvSpPr>
              <p:cNvPr id="38" name="椭圆 37"/>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grpSp>
        <p:grpSp>
          <p:nvGrpSpPr>
            <p:cNvPr id="34" name="组合 33"/>
            <p:cNvGrpSpPr/>
            <p:nvPr/>
          </p:nvGrpSpPr>
          <p:grpSpPr>
            <a:xfrm>
              <a:off x="3437036" y="1269299"/>
              <a:ext cx="775805" cy="690870"/>
              <a:chOff x="1460111" y="2419508"/>
              <a:chExt cx="1032597" cy="919544"/>
            </a:xfrm>
          </p:grpSpPr>
          <p:sp>
            <p:nvSpPr>
              <p:cNvPr id="35" name="文本框 34"/>
              <p:cNvSpPr txBox="1"/>
              <p:nvPr/>
            </p:nvSpPr>
            <p:spPr>
              <a:xfrm>
                <a:off x="1460111" y="2419508"/>
                <a:ext cx="1030514" cy="819298"/>
              </a:xfrm>
              <a:prstGeom prst="rect">
                <a:avLst/>
              </a:prstGeom>
              <a:noFill/>
            </p:spPr>
            <p:txBody>
              <a:bodyPr wrap="square" rtlCol="0">
                <a:spAutoFit/>
              </a:bodyPr>
              <a:lstStyle/>
              <a:p>
                <a:pPr algn="ctr"/>
                <a:r>
                  <a:rPr lang="en-US" altLang="zh-CN" sz="2400" dirty="0" smtClean="0">
                    <a:solidFill>
                      <a:srgbClr val="01ACBE"/>
                    </a:solidFill>
                    <a:latin typeface="Impact" panose="020B0806030902050204" pitchFamily="34" charset="0"/>
                  </a:rPr>
                  <a:t>02</a:t>
                </a:r>
                <a:endParaRPr lang="zh-CN" altLang="en-US" sz="2400" dirty="0">
                  <a:solidFill>
                    <a:srgbClr val="01ACBE"/>
                  </a:solidFill>
                  <a:latin typeface="Impact" panose="020B0806030902050204" pitchFamily="34" charset="0"/>
                </a:endParaRPr>
              </a:p>
            </p:txBody>
          </p:sp>
          <p:sp>
            <p:nvSpPr>
              <p:cNvPr id="36" name="文本框 35"/>
              <p:cNvSpPr txBox="1"/>
              <p:nvPr/>
            </p:nvSpPr>
            <p:spPr>
              <a:xfrm>
                <a:off x="1462194" y="2949886"/>
                <a:ext cx="1030514" cy="389166"/>
              </a:xfrm>
              <a:prstGeom prst="rect">
                <a:avLst/>
              </a:prstGeom>
              <a:noFill/>
            </p:spPr>
            <p:txBody>
              <a:bodyPr wrap="square" rtlCol="0">
                <a:spAutoFit/>
              </a:bodyPr>
              <a:lstStyle/>
              <a:p>
                <a:pPr algn="ctr"/>
                <a:r>
                  <a:rPr lang="en-US" altLang="zh-CN" sz="825" dirty="0" smtClean="0">
                    <a:solidFill>
                      <a:srgbClr val="01ACBE"/>
                    </a:solidFill>
                    <a:latin typeface="LiHei Pro" panose="020B0500000000000000" pitchFamily="34" charset="-122"/>
                    <a:ea typeface="LiHei Pro" panose="020B0500000000000000" pitchFamily="34" charset="-122"/>
                  </a:rPr>
                  <a:t>OPTION</a:t>
                </a:r>
                <a:endParaRPr lang="zh-CN" altLang="en-US" sz="825" dirty="0">
                  <a:solidFill>
                    <a:srgbClr val="01ACBE"/>
                  </a:solidFill>
                  <a:latin typeface="LiHei Pro" panose="020B0500000000000000" pitchFamily="34" charset="-122"/>
                  <a:ea typeface="LiHei Pro" panose="020B0500000000000000" pitchFamily="34" charset="-122"/>
                </a:endParaRPr>
              </a:p>
            </p:txBody>
          </p:sp>
        </p:grpSp>
      </p:grpSp>
      <p:grpSp>
        <p:nvGrpSpPr>
          <p:cNvPr id="42" name="组合 41"/>
          <p:cNvGrpSpPr/>
          <p:nvPr/>
        </p:nvGrpSpPr>
        <p:grpSpPr>
          <a:xfrm>
            <a:off x="1279253" y="337335"/>
            <a:ext cx="2709581" cy="416865"/>
            <a:chOff x="3446961" y="1695027"/>
            <a:chExt cx="2709581" cy="416865"/>
          </a:xfrm>
        </p:grpSpPr>
        <p:sp>
          <p:nvSpPr>
            <p:cNvPr id="43" name="文本框 42"/>
            <p:cNvSpPr txBox="1"/>
            <p:nvPr/>
          </p:nvSpPr>
          <p:spPr>
            <a:xfrm>
              <a:off x="3446961" y="1706008"/>
              <a:ext cx="2262212"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九层之台，始于累土</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nvGrpSpPr>
            <p:cNvPr id="44" name="Group 18"/>
            <p:cNvGrpSpPr>
              <a:grpSpLocks noChangeAspect="1"/>
            </p:cNvGrpSpPr>
            <p:nvPr/>
          </p:nvGrpSpPr>
          <p:grpSpPr bwMode="auto">
            <a:xfrm>
              <a:off x="5709173" y="1695027"/>
              <a:ext cx="447369" cy="416865"/>
              <a:chOff x="3802" y="2858"/>
              <a:chExt cx="616" cy="574"/>
            </a:xfrm>
            <a:solidFill>
              <a:schemeClr val="bg1"/>
            </a:solidFill>
            <a:effectLst/>
          </p:grpSpPr>
          <p:sp>
            <p:nvSpPr>
              <p:cNvPr id="45" name="Rectangle 19"/>
              <p:cNvSpPr>
                <a:spLocks noChangeArrowheads="1"/>
              </p:cNvSpPr>
              <p:nvPr/>
            </p:nvSpPr>
            <p:spPr bwMode="auto">
              <a:xfrm>
                <a:off x="3802" y="3205"/>
                <a:ext cx="129" cy="2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46" name="Rectangle 20"/>
              <p:cNvSpPr>
                <a:spLocks noChangeArrowheads="1"/>
              </p:cNvSpPr>
              <p:nvPr/>
            </p:nvSpPr>
            <p:spPr bwMode="auto">
              <a:xfrm>
                <a:off x="3964" y="3174"/>
                <a:ext cx="129" cy="2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47" name="Rectangle 21"/>
              <p:cNvSpPr>
                <a:spLocks noChangeArrowheads="1"/>
              </p:cNvSpPr>
              <p:nvPr/>
            </p:nvSpPr>
            <p:spPr bwMode="auto">
              <a:xfrm>
                <a:off x="4129" y="3131"/>
                <a:ext cx="129" cy="30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48" name="Rectangle 22"/>
              <p:cNvSpPr>
                <a:spLocks noChangeArrowheads="1"/>
              </p:cNvSpPr>
              <p:nvPr/>
            </p:nvSpPr>
            <p:spPr bwMode="auto">
              <a:xfrm>
                <a:off x="4289" y="3078"/>
                <a:ext cx="129"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49" name="Freeform 23"/>
              <p:cNvSpPr>
                <a:spLocks/>
              </p:cNvSpPr>
              <p:nvPr/>
            </p:nvSpPr>
            <p:spPr bwMode="auto">
              <a:xfrm>
                <a:off x="3888" y="2858"/>
                <a:ext cx="370" cy="270"/>
              </a:xfrm>
              <a:custGeom>
                <a:avLst/>
                <a:gdLst>
                  <a:gd name="T0" fmla="*/ 94 w 155"/>
                  <a:gd name="T1" fmla="*/ 21 h 113"/>
                  <a:gd name="T2" fmla="*/ 0 w 155"/>
                  <a:gd name="T3" fmla="*/ 72 h 113"/>
                  <a:gd name="T4" fmla="*/ 114 w 155"/>
                  <a:gd name="T5" fmla="*/ 63 h 113"/>
                  <a:gd name="T6" fmla="*/ 122 w 155"/>
                  <a:gd name="T7" fmla="*/ 82 h 113"/>
                  <a:gd name="T8" fmla="*/ 155 w 155"/>
                  <a:gd name="T9" fmla="*/ 0 h 113"/>
                  <a:gd name="T10" fmla="*/ 85 w 155"/>
                  <a:gd name="T11" fmla="*/ 2 h 113"/>
                  <a:gd name="T12" fmla="*/ 94 w 155"/>
                  <a:gd name="T13" fmla="*/ 21 h 113"/>
                </a:gdLst>
                <a:ahLst/>
                <a:cxnLst>
                  <a:cxn ang="0">
                    <a:pos x="T0" y="T1"/>
                  </a:cxn>
                  <a:cxn ang="0">
                    <a:pos x="T2" y="T3"/>
                  </a:cxn>
                  <a:cxn ang="0">
                    <a:pos x="T4" y="T5"/>
                  </a:cxn>
                  <a:cxn ang="0">
                    <a:pos x="T6" y="T7"/>
                  </a:cxn>
                  <a:cxn ang="0">
                    <a:pos x="T8" y="T9"/>
                  </a:cxn>
                  <a:cxn ang="0">
                    <a:pos x="T10" y="T11"/>
                  </a:cxn>
                  <a:cxn ang="0">
                    <a:pos x="T12" y="T13"/>
                  </a:cxn>
                </a:cxnLst>
                <a:rect l="0" t="0" r="r" b="b"/>
                <a:pathLst>
                  <a:path w="155" h="113">
                    <a:moveTo>
                      <a:pt x="94" y="21"/>
                    </a:moveTo>
                    <a:cubicBezTo>
                      <a:pt x="85" y="33"/>
                      <a:pt x="53" y="68"/>
                      <a:pt x="0" y="72"/>
                    </a:cubicBezTo>
                    <a:cubicBezTo>
                      <a:pt x="0" y="72"/>
                      <a:pt x="31" y="113"/>
                      <a:pt x="114" y="63"/>
                    </a:cubicBezTo>
                    <a:cubicBezTo>
                      <a:pt x="122" y="82"/>
                      <a:pt x="122" y="82"/>
                      <a:pt x="122" y="82"/>
                    </a:cubicBezTo>
                    <a:cubicBezTo>
                      <a:pt x="155" y="0"/>
                      <a:pt x="155" y="0"/>
                      <a:pt x="155" y="0"/>
                    </a:cubicBezTo>
                    <a:cubicBezTo>
                      <a:pt x="85" y="2"/>
                      <a:pt x="85" y="2"/>
                      <a:pt x="85" y="2"/>
                    </a:cubicBezTo>
                    <a:lnTo>
                      <a:pt x="94"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graphicFrame>
        <p:nvGraphicFramePr>
          <p:cNvPr id="6" name="表 5"/>
          <p:cNvGraphicFramePr>
            <a:graphicFrameLocks noGrp="1"/>
          </p:cNvGraphicFramePr>
          <p:nvPr>
            <p:extLst>
              <p:ext uri="{D42A27DB-BD31-4B8C-83A1-F6EECF244321}">
                <p14:modId xmlns:p14="http://schemas.microsoft.com/office/powerpoint/2010/main" val="883836589"/>
              </p:ext>
            </p:extLst>
          </p:nvPr>
        </p:nvGraphicFramePr>
        <p:xfrm>
          <a:off x="73596" y="1649483"/>
          <a:ext cx="5434507" cy="4589770"/>
        </p:xfrm>
        <a:graphic>
          <a:graphicData uri="http://schemas.openxmlformats.org/drawingml/2006/table">
            <a:tbl>
              <a:tblPr>
                <a:tableStyleId>{5C22544A-7EE6-4342-B048-85BDC9FD1C3A}</a:tableStyleId>
              </a:tblPr>
              <a:tblGrid>
                <a:gridCol w="267965"/>
                <a:gridCol w="1523166"/>
                <a:gridCol w="658158"/>
                <a:gridCol w="980185"/>
                <a:gridCol w="770986"/>
                <a:gridCol w="641704"/>
                <a:gridCol w="592343"/>
              </a:tblGrid>
              <a:tr h="233796">
                <a:tc gridSpan="6">
                  <a:txBody>
                    <a:bodyPr/>
                    <a:lstStyle/>
                    <a:p>
                      <a:pPr algn="ctr" fontAlgn="ctr"/>
                      <a:r>
                        <a:rPr lang="zh-CN" altLang="en-US" sz="1300" u="none" strike="noStrike" dirty="0">
                          <a:effectLst/>
                        </a:rPr>
                        <a:t>江阴支社</a:t>
                      </a:r>
                      <a:r>
                        <a:rPr lang="en-US" altLang="zh-CN" sz="1300" u="none" strike="noStrike" dirty="0">
                          <a:effectLst/>
                        </a:rPr>
                        <a:t>201807_08</a:t>
                      </a:r>
                      <a:r>
                        <a:rPr lang="zh-CN" altLang="en-US" sz="1300" u="none" strike="noStrike" dirty="0">
                          <a:effectLst/>
                        </a:rPr>
                        <a:t>新人教育课程表</a:t>
                      </a:r>
                      <a:endParaRPr lang="zh-CN" altLang="en-US" sz="1300" b="1" i="0" u="none" strike="noStrike" dirty="0">
                        <a:solidFill>
                          <a:srgbClr val="000000"/>
                        </a:solidFill>
                        <a:effectLst/>
                        <a:latin typeface="Arial Unicode MS" panose="020B0604020202020204" pitchFamily="50" charset="-128"/>
                        <a:ea typeface="Arial Unicode MS" panose="020B0604020202020204" pitchFamily="50" charset="-128"/>
                      </a:endParaRPr>
                    </a:p>
                  </a:txBody>
                  <a:tcPr marL="7630" marR="7630" marT="7630" marB="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a:txBody>
                    <a:bodyPr/>
                    <a:lstStyle/>
                    <a:p>
                      <a:pPr algn="l" fontAlgn="b"/>
                      <a:r>
                        <a:rPr lang="ja-JP" altLang="en-US" sz="900" u="none" strike="noStrike">
                          <a:effectLst/>
                        </a:rPr>
                        <a:t>　</a:t>
                      </a:r>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b"/>
                </a:tc>
              </a:tr>
              <a:tr h="150206">
                <a:tc>
                  <a:txBody>
                    <a:bodyPr/>
                    <a:lstStyle/>
                    <a:p>
                      <a:pPr algn="ctr" fontAlgn="ctr"/>
                      <a:r>
                        <a:rPr lang="ja-JP" altLang="en-US" sz="700" u="none" strike="noStrike">
                          <a:effectLst/>
                        </a:rPr>
                        <a:t>序号</a:t>
                      </a:r>
                      <a:endParaRPr lang="ja-JP"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培训项目</a:t>
                      </a:r>
                      <a:endParaRPr lang="ja-JP"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课程类别</a:t>
                      </a:r>
                      <a:endParaRPr lang="ja-JP"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培训日期</a:t>
                      </a:r>
                      <a:endParaRPr lang="ja-JP"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培训时间</a:t>
                      </a:r>
                      <a:endParaRPr lang="ja-JP"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培训地点</a:t>
                      </a:r>
                      <a:endParaRPr lang="ja-JP"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课程讲师</a:t>
                      </a:r>
                      <a:endParaRPr lang="ja-JP" altLang="en-US" sz="700" b="1"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1</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sz="700" u="none" strike="noStrike">
                          <a:effectLst/>
                        </a:rPr>
                        <a:t>《FNST</a:t>
                      </a:r>
                      <a:r>
                        <a:rPr lang="ja-JP" altLang="en-US" sz="700" u="none" strike="noStrike">
                          <a:effectLst/>
                        </a:rPr>
                        <a:t>人事制度</a:t>
                      </a:r>
                      <a:r>
                        <a:rPr lang="en-US" altLang="ja-JP" sz="700" u="none" strike="noStrike">
                          <a:effectLst/>
                        </a:rPr>
                        <a:t>》</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企业文化类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3</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13:30~15:30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周卓樑</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2</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sz="700" u="none" strike="noStrike">
                          <a:effectLst/>
                        </a:rPr>
                        <a:t>《compliance</a:t>
                      </a:r>
                      <a:r>
                        <a:rPr lang="ja-JP" altLang="en-US" sz="700" u="none" strike="noStrike">
                          <a:effectLst/>
                        </a:rPr>
                        <a:t>事例教育</a:t>
                      </a:r>
                      <a:r>
                        <a:rPr lang="en-US" altLang="ja-JP" sz="700" u="none" strike="noStrike">
                          <a:effectLst/>
                        </a:rPr>
                        <a:t>》</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企业文化类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4</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13:30~15:30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周仁强</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3</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sz="700" u="none" strike="noStrike">
                          <a:effectLst/>
                        </a:rPr>
                        <a:t>《BCM</a:t>
                      </a:r>
                      <a:r>
                        <a:rPr lang="ja-JP" altLang="en-US" sz="700" u="none" strike="noStrike">
                          <a:effectLst/>
                        </a:rPr>
                        <a:t>教育</a:t>
                      </a:r>
                      <a:r>
                        <a:rPr lang="en-US" altLang="ja-JP" sz="700" u="none" strike="noStrike">
                          <a:effectLst/>
                        </a:rPr>
                        <a:t>》</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企业文化类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4</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15:30~16:30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周仁强</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4</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zh-CN" sz="700" u="none" strike="noStrike">
                          <a:effectLst/>
                        </a:rPr>
                        <a:t>《</a:t>
                      </a:r>
                      <a:r>
                        <a:rPr lang="zh-CN" altLang="en-US" sz="700" u="none" strike="noStrike">
                          <a:effectLst/>
                        </a:rPr>
                        <a:t>有趣的日语（日语启蒙）</a:t>
                      </a:r>
                      <a:r>
                        <a:rPr lang="en-US" altLang="zh-CN" sz="700" u="none" strike="noStrike">
                          <a:effectLst/>
                        </a:rPr>
                        <a:t>》</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素质提升类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5</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9:30~11:30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蒋露</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5</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zh-CN" sz="700" u="none" strike="noStrike">
                          <a:effectLst/>
                        </a:rPr>
                        <a:t>《FNST</a:t>
                      </a:r>
                      <a:r>
                        <a:rPr lang="zh-CN" altLang="en-US" sz="700" u="none" strike="noStrike">
                          <a:effectLst/>
                        </a:rPr>
                        <a:t>信息安全管理规定</a:t>
                      </a:r>
                      <a:r>
                        <a:rPr lang="en-US" altLang="zh-CN" sz="700" u="none" strike="noStrike">
                          <a:effectLst/>
                        </a:rPr>
                        <a:t>》</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企业文化类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6</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dirty="0">
                          <a:effectLst/>
                        </a:rPr>
                        <a:t>13:30~15:30</a:t>
                      </a:r>
                      <a:endParaRPr lang="en-US" altLang="ja-JP" sz="7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周彪</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6</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zh-CN" sz="700" u="none" strike="noStrike">
                          <a:effectLst/>
                        </a:rPr>
                        <a:t>《</a:t>
                      </a:r>
                      <a:r>
                        <a:rPr lang="zh-CN" altLang="en-US" sz="700" u="none" strike="noStrike">
                          <a:effectLst/>
                        </a:rPr>
                        <a:t>富士通机型介绍</a:t>
                      </a:r>
                      <a:r>
                        <a:rPr lang="en-US" altLang="zh-CN" sz="700" u="none" strike="noStrike">
                          <a:effectLst/>
                        </a:rPr>
                        <a:t>》</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专业技术类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9</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13:30~15:30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张杰</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7</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入社典礼</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　</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10</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900~10:00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　</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8</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sz="700" u="none" strike="noStrike">
                          <a:effectLst/>
                        </a:rPr>
                        <a:t>《Fujitsu</a:t>
                      </a:r>
                      <a:r>
                        <a:rPr lang="ja-JP" altLang="en-US" sz="700" u="none" strike="noStrike">
                          <a:effectLst/>
                        </a:rPr>
                        <a:t>介绍</a:t>
                      </a:r>
                      <a:r>
                        <a:rPr lang="en-US" altLang="ja-JP" sz="700" u="none" strike="noStrike">
                          <a:effectLst/>
                        </a:rPr>
                        <a:t>》</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企业文化类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10</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10:00~12:00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黄唯逸</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9</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zh-CN" sz="700" u="none" strike="noStrike">
                          <a:effectLst/>
                        </a:rPr>
                        <a:t>《</a:t>
                      </a:r>
                      <a:r>
                        <a:rPr lang="zh-CN" altLang="en-US" sz="700" u="none" strike="noStrike">
                          <a:effectLst/>
                        </a:rPr>
                        <a:t>知识产权、著作权教育</a:t>
                      </a:r>
                      <a:r>
                        <a:rPr lang="en-US" altLang="zh-CN" sz="700" u="none" strike="noStrike">
                          <a:effectLst/>
                        </a:rPr>
                        <a:t>》</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企业文化类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10</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13:30~15:30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刘大治</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10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zh-CN" sz="700" u="none" strike="noStrike">
                          <a:effectLst/>
                        </a:rPr>
                        <a:t>《</a:t>
                      </a:r>
                      <a:r>
                        <a:rPr lang="zh-CN" altLang="en-US" sz="700" u="none" strike="noStrike">
                          <a:effectLst/>
                        </a:rPr>
                        <a:t>面向</a:t>
                      </a:r>
                      <a:r>
                        <a:rPr lang="en-US" altLang="zh-CN" sz="700" u="none" strike="noStrike">
                          <a:effectLst/>
                        </a:rPr>
                        <a:t>LINUX</a:t>
                      </a:r>
                      <a:r>
                        <a:rPr lang="zh-CN" altLang="en-US" sz="700" u="none" strike="noStrike">
                          <a:effectLst/>
                        </a:rPr>
                        <a:t>的应用技术</a:t>
                      </a:r>
                      <a:r>
                        <a:rPr lang="en-US" altLang="zh-CN" sz="700" u="none" strike="noStrike">
                          <a:effectLst/>
                        </a:rPr>
                        <a:t>》</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专业技术类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12</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9:30~11:30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杨晓</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11</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zh-CN" sz="700" u="none" strike="noStrike">
                          <a:effectLst/>
                        </a:rPr>
                        <a:t>《</a:t>
                      </a:r>
                      <a:r>
                        <a:rPr lang="zh-CN" altLang="en-US" sz="700" u="none" strike="noStrike">
                          <a:effectLst/>
                        </a:rPr>
                        <a:t>技术文档作成速成讲座（入门篇）</a:t>
                      </a:r>
                      <a:r>
                        <a:rPr lang="en-US" altLang="zh-CN" sz="700" u="none" strike="noStrike">
                          <a:effectLst/>
                        </a:rPr>
                        <a:t>》</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素质提升类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12</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13:30~16:30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朱宁</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12</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zh-CN" sz="700" u="none" strike="noStrike">
                          <a:effectLst/>
                        </a:rPr>
                        <a:t>《FNST</a:t>
                      </a:r>
                      <a:r>
                        <a:rPr lang="zh-CN" altLang="en-US" sz="700" u="none" strike="noStrike">
                          <a:effectLst/>
                        </a:rPr>
                        <a:t>软件开发指南</a:t>
                      </a:r>
                      <a:r>
                        <a:rPr lang="en-US" altLang="zh-CN" sz="700" u="none" strike="noStrike">
                          <a:effectLst/>
                        </a:rPr>
                        <a:t>》</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专业技术类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13</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9:30~1130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曾英红</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13</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zh-CN" sz="700" u="none" strike="noStrike">
                          <a:effectLst/>
                        </a:rPr>
                        <a:t>《WEB</a:t>
                      </a:r>
                      <a:r>
                        <a:rPr lang="zh-CN" altLang="en-US" sz="700" u="none" strike="noStrike">
                          <a:effectLst/>
                        </a:rPr>
                        <a:t>应用开发指南</a:t>
                      </a:r>
                      <a:r>
                        <a:rPr lang="en-US" altLang="zh-CN" sz="700" u="none" strike="noStrike">
                          <a:effectLst/>
                        </a:rPr>
                        <a:t>》</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专业技术类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13</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13:30~15:30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施晓烨</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14</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a:t>
                      </a:r>
                      <a:r>
                        <a:rPr lang="ja-JP" altLang="en-US" sz="700" u="none" strike="noStrike">
                          <a:effectLst/>
                        </a:rPr>
                        <a:t>环境教育</a:t>
                      </a:r>
                      <a:r>
                        <a:rPr lang="en-US" altLang="ja-JP" sz="700" u="none" strike="noStrike">
                          <a:effectLst/>
                        </a:rPr>
                        <a:t>》</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企业文化类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17</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13:00-14:00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钱伯鸿</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15</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a:t>
                      </a:r>
                      <a:r>
                        <a:rPr lang="ja-JP" altLang="en-US" sz="700" u="none" strike="noStrike">
                          <a:effectLst/>
                        </a:rPr>
                        <a:t>社会人教育</a:t>
                      </a:r>
                      <a:r>
                        <a:rPr lang="en-US" altLang="ja-JP" sz="700" u="none" strike="noStrike">
                          <a:effectLst/>
                        </a:rPr>
                        <a:t>》</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素质提升类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17</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14:30-16:30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潘金贵</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16</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sz="700" u="none" strike="noStrike">
                          <a:effectLst/>
                        </a:rPr>
                        <a:t>《Review</a:t>
                      </a:r>
                      <a:r>
                        <a:rPr lang="ja-JP" altLang="en-US" sz="700" u="none" strike="noStrike">
                          <a:effectLst/>
                        </a:rPr>
                        <a:t>技法入门</a:t>
                      </a:r>
                      <a:r>
                        <a:rPr lang="en-US" altLang="ja-JP" sz="700" u="none" strike="noStrike">
                          <a:effectLst/>
                        </a:rPr>
                        <a:t>》</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专业技术类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rowSpan="2">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18</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rowSpan="2">
                  <a:txBody>
                    <a:bodyPr/>
                    <a:lstStyle/>
                    <a:p>
                      <a:pPr algn="ctr" fontAlgn="ctr"/>
                      <a:r>
                        <a:rPr lang="en-US" altLang="ja-JP" sz="700" u="none" strike="noStrike">
                          <a:effectLst/>
                        </a:rPr>
                        <a:t>13:00~17:00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rowSpan="2">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rowSpan="2">
                  <a:txBody>
                    <a:bodyPr/>
                    <a:lstStyle/>
                    <a:p>
                      <a:pPr algn="ctr" fontAlgn="ctr"/>
                      <a:r>
                        <a:rPr lang="ja-JP" altLang="en-US" sz="800" u="none" strike="noStrike">
                          <a:effectLst/>
                        </a:rPr>
                        <a:t>王春平</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17</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sz="700" u="none" strike="noStrike">
                          <a:effectLst/>
                        </a:rPr>
                        <a:t>《Test</a:t>
                      </a:r>
                      <a:r>
                        <a:rPr lang="ja-JP" altLang="en-US" sz="700" u="none" strike="noStrike">
                          <a:effectLst/>
                        </a:rPr>
                        <a:t>技法入门</a:t>
                      </a:r>
                      <a:r>
                        <a:rPr lang="en-US" altLang="ja-JP" sz="700" u="none" strike="noStrike">
                          <a:effectLst/>
                        </a:rPr>
                        <a:t>》</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专业技术类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r>
              <a:tr h="150206">
                <a:tc>
                  <a:txBody>
                    <a:bodyPr/>
                    <a:lstStyle/>
                    <a:p>
                      <a:pPr algn="ctr" fontAlgn="ctr"/>
                      <a:r>
                        <a:rPr lang="en-US" altLang="ja-JP" sz="700" u="none" strike="noStrike">
                          <a:effectLst/>
                        </a:rPr>
                        <a:t>18</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zh-CN" sz="700" u="none" strike="noStrike">
                          <a:effectLst/>
                        </a:rPr>
                        <a:t>《</a:t>
                      </a:r>
                      <a:r>
                        <a:rPr lang="zh-CN" altLang="en-US" sz="700" u="none" strike="noStrike">
                          <a:effectLst/>
                        </a:rPr>
                        <a:t>编写高质量的代码</a:t>
                      </a:r>
                      <a:r>
                        <a:rPr lang="en-US" altLang="zh-CN" sz="700" u="none" strike="noStrike">
                          <a:effectLst/>
                        </a:rPr>
                        <a:t>》</a:t>
                      </a:r>
                      <a:r>
                        <a:rPr lang="zh-CN" altLang="en-US" sz="700" u="none" strike="noStrike">
                          <a:effectLst/>
                        </a:rPr>
                        <a:t>（</a:t>
                      </a:r>
                      <a:r>
                        <a:rPr lang="en-US" altLang="zh-CN" sz="700" u="none" strike="noStrike">
                          <a:effectLst/>
                        </a:rPr>
                        <a:t>C</a:t>
                      </a:r>
                      <a:r>
                        <a:rPr lang="zh-CN" altLang="en-US" sz="700" u="none" strike="noStrike">
                          <a:effectLst/>
                        </a:rPr>
                        <a:t>语言篇）</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专业技术类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19</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9:30~11:30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刘荧波</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19</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zh-CN" sz="700" u="none" strike="noStrike">
                          <a:effectLst/>
                        </a:rPr>
                        <a:t>《</a:t>
                      </a:r>
                      <a:r>
                        <a:rPr lang="zh-CN" altLang="en-US" sz="700" u="none" strike="noStrike">
                          <a:effectLst/>
                        </a:rPr>
                        <a:t>编写高质量的代码</a:t>
                      </a:r>
                      <a:r>
                        <a:rPr lang="en-US" altLang="zh-CN" sz="700" u="none" strike="noStrike">
                          <a:effectLst/>
                        </a:rPr>
                        <a:t>》</a:t>
                      </a:r>
                      <a:r>
                        <a:rPr lang="zh-CN" altLang="en-US" sz="700" u="none" strike="noStrike">
                          <a:effectLst/>
                        </a:rPr>
                        <a:t>（</a:t>
                      </a:r>
                      <a:r>
                        <a:rPr lang="en-US" altLang="zh-CN" sz="700" u="none" strike="noStrike">
                          <a:effectLst/>
                        </a:rPr>
                        <a:t>C++</a:t>
                      </a:r>
                      <a:r>
                        <a:rPr lang="zh-CN" altLang="en-US" sz="700" u="none" strike="noStrike">
                          <a:effectLst/>
                        </a:rPr>
                        <a:t>语言篇）</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专业技术类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19</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13:30~15:30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蔡海舟</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20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zh-CN" sz="700" u="none" strike="noStrike">
                          <a:effectLst/>
                        </a:rPr>
                        <a:t>《FNST</a:t>
                      </a:r>
                      <a:r>
                        <a:rPr lang="zh-CN" altLang="en-US" sz="700" u="none" strike="noStrike">
                          <a:effectLst/>
                        </a:rPr>
                        <a:t>标准软件开发过程</a:t>
                      </a:r>
                      <a:r>
                        <a:rPr lang="en-US" altLang="zh-CN" sz="700" u="none" strike="noStrike">
                          <a:effectLst/>
                        </a:rPr>
                        <a:t>》</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素质提升类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20</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9:30~11:30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曾英红</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21</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a:t>
                      </a:r>
                      <a:r>
                        <a:rPr lang="ja-JP" altLang="en-US" sz="700" u="none" strike="noStrike">
                          <a:effectLst/>
                        </a:rPr>
                        <a:t>配置管理技法</a:t>
                      </a:r>
                      <a:r>
                        <a:rPr lang="en-US" altLang="ja-JP" sz="700" u="none" strike="noStrike">
                          <a:effectLst/>
                        </a:rPr>
                        <a:t>》</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专业技术类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20</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13:30~15:30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张海浪</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22</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zh-CN" sz="700" u="none" strike="noStrike">
                          <a:effectLst/>
                        </a:rPr>
                        <a:t>《FNST</a:t>
                      </a:r>
                      <a:r>
                        <a:rPr lang="zh-CN" altLang="en-US" sz="700" u="none" strike="noStrike">
                          <a:effectLst/>
                        </a:rPr>
                        <a:t>软件品质保证方法入门</a:t>
                      </a:r>
                      <a:r>
                        <a:rPr lang="en-US" altLang="zh-CN" sz="700" u="none" strike="noStrike">
                          <a:effectLst/>
                        </a:rPr>
                        <a:t>》</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企业文化类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24</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9:30~11:30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沈大可</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23</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zh-CN" sz="700" u="none" strike="noStrike">
                          <a:effectLst/>
                        </a:rPr>
                        <a:t>《</a:t>
                      </a:r>
                      <a:r>
                        <a:rPr lang="zh-CN" altLang="en-US" sz="700" u="none" strike="noStrike">
                          <a:effectLst/>
                        </a:rPr>
                        <a:t>成为合格的软件工程师</a:t>
                      </a:r>
                      <a:r>
                        <a:rPr lang="en-US" altLang="zh-CN" sz="700" u="none" strike="noStrike">
                          <a:effectLst/>
                        </a:rPr>
                        <a:t>》</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专业技术类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24</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13:00-16:00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潘捷</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24</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a:t>
                      </a:r>
                      <a:r>
                        <a:rPr lang="ja-JP" altLang="en-US" sz="700" u="none" strike="noStrike">
                          <a:effectLst/>
                        </a:rPr>
                        <a:t>报联相</a:t>
                      </a:r>
                      <a:r>
                        <a:rPr lang="en-US" altLang="ja-JP" sz="700" u="none" strike="noStrike">
                          <a:effectLst/>
                        </a:rPr>
                        <a:t>》</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素质提升类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25</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13:30~15:30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王宏亮</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25</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zh-CN" sz="700" u="none" strike="noStrike">
                          <a:effectLst/>
                        </a:rPr>
                        <a:t>《</a:t>
                      </a:r>
                      <a:r>
                        <a:rPr lang="zh-CN" altLang="en-US" sz="700" u="none" strike="noStrike">
                          <a:effectLst/>
                        </a:rPr>
                        <a:t>商务基础知识</a:t>
                      </a:r>
                      <a:r>
                        <a:rPr lang="en-US" altLang="zh-CN" sz="700" u="none" strike="noStrike">
                          <a:effectLst/>
                        </a:rPr>
                        <a:t>》</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素质提升类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30</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13:30~16:30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孔筱晴</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26</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a:t>
                      </a:r>
                      <a:r>
                        <a:rPr lang="ja-JP" altLang="en-US" sz="700" u="none" strike="noStrike">
                          <a:effectLst/>
                        </a:rPr>
                        <a:t>时间管理</a:t>
                      </a:r>
                      <a:r>
                        <a:rPr lang="en-US" altLang="ja-JP" sz="700" u="none" strike="noStrike">
                          <a:effectLst/>
                        </a:rPr>
                        <a:t>》</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素质提升类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平成</a:t>
                      </a:r>
                      <a:r>
                        <a:rPr lang="en-US" altLang="ja-JP" sz="700" u="none" strike="noStrike">
                          <a:effectLst/>
                        </a:rPr>
                        <a:t>30</a:t>
                      </a:r>
                      <a:r>
                        <a:rPr lang="ja-JP" altLang="en-US" sz="700" u="none" strike="noStrike">
                          <a:effectLst/>
                        </a:rPr>
                        <a:t>年</a:t>
                      </a:r>
                      <a:r>
                        <a:rPr lang="en-US" altLang="ja-JP" sz="700" u="none" strike="noStrike">
                          <a:effectLst/>
                        </a:rPr>
                        <a:t>7</a:t>
                      </a:r>
                      <a:r>
                        <a:rPr lang="ja-JP" altLang="en-US" sz="700" u="none" strike="noStrike">
                          <a:effectLst/>
                        </a:rPr>
                        <a:t>月</a:t>
                      </a:r>
                      <a:r>
                        <a:rPr lang="en-US" altLang="ja-JP" sz="700" u="none" strike="noStrike">
                          <a:effectLst/>
                        </a:rPr>
                        <a:t>31</a:t>
                      </a:r>
                      <a:r>
                        <a:rPr lang="ja-JP" altLang="en-US" sz="700" u="none" strike="noStrike">
                          <a:effectLst/>
                        </a:rPr>
                        <a:t>日</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9:30~11:30</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ja-JP" sz="700" u="none" strike="noStrike">
                          <a:effectLst/>
                        </a:rPr>
                        <a:t>315</a:t>
                      </a:r>
                      <a:r>
                        <a:rPr lang="ja-JP" altLang="en-US" sz="700" u="none" strike="noStrike">
                          <a:effectLst/>
                        </a:rPr>
                        <a:t>会议室</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a:effectLst/>
                        </a:rPr>
                        <a:t>孔筱晴</a:t>
                      </a:r>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27</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zh-CN" sz="700" u="none" strike="noStrike">
                          <a:effectLst/>
                        </a:rPr>
                        <a:t>DVD</a:t>
                      </a:r>
                      <a:r>
                        <a:rPr lang="zh-CN" altLang="en-US" sz="700" u="none" strike="noStrike">
                          <a:effectLst/>
                        </a:rPr>
                        <a:t>观摩</a:t>
                      </a:r>
                      <a:r>
                        <a:rPr lang="en-US" altLang="zh-CN" sz="700" u="none" strike="noStrike">
                          <a:effectLst/>
                        </a:rPr>
                        <a:t>《</a:t>
                      </a:r>
                      <a:r>
                        <a:rPr lang="zh-CN" altLang="en-US" sz="700" u="none" strike="noStrike">
                          <a:effectLst/>
                        </a:rPr>
                        <a:t>技术源于感动</a:t>
                      </a:r>
                      <a:r>
                        <a:rPr lang="en-US" altLang="zh-CN" sz="700" u="none" strike="noStrike">
                          <a:effectLst/>
                        </a:rPr>
                        <a:t>》</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企业文化类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待定</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l" fontAlgn="ctr"/>
                      <a:r>
                        <a:rPr lang="ja-JP" altLang="en-US" sz="800" u="none" strike="noStrike">
                          <a:effectLst/>
                        </a:rPr>
                        <a:t>　</a:t>
                      </a:r>
                      <a:endParaRPr lang="ja-JP" altLang="en-US" sz="800" b="0" i="0" u="none" strike="noStrike">
                        <a:solidFill>
                          <a:srgbClr val="000000"/>
                        </a:solidFill>
                        <a:effectLst/>
                        <a:latin typeface="Calibri" panose="020F0502020204030204" pitchFamily="34" charset="0"/>
                        <a:ea typeface="ＭＳ Ｐゴシック" panose="020B0600070205080204" pitchFamily="50" charset="-128"/>
                      </a:endParaRPr>
                    </a:p>
                  </a:txBody>
                  <a:tcPr marL="7630" marR="7630" marT="7630" marB="0" anchor="ctr"/>
                </a:tc>
                <a:tc>
                  <a:txBody>
                    <a:bodyPr/>
                    <a:lstStyle/>
                    <a:p>
                      <a:pPr algn="ctr" fontAlgn="ctr"/>
                      <a:r>
                        <a:rPr lang="ja-JP" altLang="en-US" sz="700" u="none" strike="noStrike">
                          <a:effectLst/>
                        </a:rPr>
                        <a:t>　</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dirty="0">
                          <a:effectLst/>
                        </a:rPr>
                        <a:t>　</a:t>
                      </a:r>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r h="150206">
                <a:tc>
                  <a:txBody>
                    <a:bodyPr/>
                    <a:lstStyle/>
                    <a:p>
                      <a:pPr algn="ctr" fontAlgn="ctr"/>
                      <a:r>
                        <a:rPr lang="en-US" altLang="ja-JP" sz="700" u="none" strike="noStrike">
                          <a:effectLst/>
                        </a:rPr>
                        <a:t>28</a:t>
                      </a:r>
                      <a:endParaRPr lang="en-US" altLang="ja-JP"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en-US" altLang="zh-CN" sz="700" u="none" strike="noStrike">
                          <a:effectLst/>
                        </a:rPr>
                        <a:t>DVD</a:t>
                      </a:r>
                      <a:r>
                        <a:rPr lang="zh-CN" altLang="en-US" sz="700" u="none" strike="noStrike">
                          <a:effectLst/>
                        </a:rPr>
                        <a:t>观摩</a:t>
                      </a:r>
                      <a:r>
                        <a:rPr lang="en-US" altLang="zh-CN" sz="700" u="none" strike="noStrike">
                          <a:effectLst/>
                        </a:rPr>
                        <a:t>《</a:t>
                      </a:r>
                      <a:r>
                        <a:rPr lang="zh-CN" altLang="en-US" sz="700" u="none" strike="noStrike">
                          <a:effectLst/>
                        </a:rPr>
                        <a:t>技术源于爱</a:t>
                      </a:r>
                      <a:r>
                        <a:rPr lang="en-US" altLang="zh-CN" sz="700" u="none" strike="noStrike">
                          <a:effectLst/>
                        </a:rPr>
                        <a:t>》</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企业文化类</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待定</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　</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700" u="none" strike="noStrike">
                          <a:effectLst/>
                        </a:rPr>
                        <a:t>　</a:t>
                      </a:r>
                      <a:endParaRPr lang="ja-JP"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7630" marR="7630" marT="7630" marB="0" anchor="ctr"/>
                </a:tc>
                <a:tc>
                  <a:txBody>
                    <a:bodyPr/>
                    <a:lstStyle/>
                    <a:p>
                      <a:pPr algn="ctr" fontAlgn="ctr"/>
                      <a:r>
                        <a:rPr lang="ja-JP" altLang="en-US" sz="800" u="none" strike="noStrike" dirty="0">
                          <a:effectLst/>
                        </a:rPr>
                        <a:t>　</a:t>
                      </a:r>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7630" marR="7630" marT="7630" marB="0" anchor="ctr"/>
                </a:tc>
              </a:tr>
            </a:tbl>
          </a:graphicData>
        </a:graphic>
      </p:graphicFrame>
      <p:pic>
        <p:nvPicPr>
          <p:cNvPr id="9" name="図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24127" y="1617343"/>
            <a:ext cx="3234135" cy="4621910"/>
          </a:xfrm>
          <a:prstGeom prst="rect">
            <a:avLst/>
          </a:prstGeom>
        </p:spPr>
      </p:pic>
    </p:spTree>
    <p:extLst>
      <p:ext uri="{BB962C8B-B14F-4D97-AF65-F5344CB8AC3E}">
        <p14:creationId xmlns:p14="http://schemas.microsoft.com/office/powerpoint/2010/main" val="3713181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0-#ppt_w/2"/>
                                          </p:val>
                                        </p:tav>
                                        <p:tav tm="100000">
                                          <p:val>
                                            <p:strVal val="#ppt_x"/>
                                          </p:val>
                                        </p:tav>
                                      </p:tavLst>
                                    </p:anim>
                                    <p:anim calcmode="lin" valueType="num">
                                      <p:cBhvr additive="base">
                                        <p:cTn id="8" dur="500" fill="hold"/>
                                        <p:tgtEl>
                                          <p:spTgt spid="3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1+#ppt_w/2"/>
                                          </p:val>
                                        </p:tav>
                                        <p:tav tm="100000">
                                          <p:val>
                                            <p:strVal val="#ppt_x"/>
                                          </p:val>
                                        </p:tav>
                                      </p:tavLst>
                                    </p:anim>
                                    <p:anim calcmode="lin" valueType="num">
                                      <p:cBhvr additive="base">
                                        <p:cTn id="12" dur="500" fill="hold"/>
                                        <p:tgtEl>
                                          <p:spTgt spid="29"/>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barn(inVertical)">
                                      <p:cBhvr>
                                        <p:cTn id="16" dur="500"/>
                                        <p:tgtEl>
                                          <p:spTgt spid="42"/>
                                        </p:tgtEl>
                                      </p:cBhvr>
                                    </p:animEffect>
                                  </p:childTnLst>
                                </p:cTn>
                              </p:par>
                            </p:childTnLst>
                          </p:cTn>
                        </p:par>
                        <p:par>
                          <p:cTn id="17" fill="hold">
                            <p:stCondLst>
                              <p:cond delay="1000"/>
                            </p:stCondLst>
                            <p:childTnLst>
                              <p:par>
                                <p:cTn id="18" presetID="2" presetClass="entr" presetSubtype="4" fill="hold" grpId="0" nodeType="afterEffect">
                                  <p:stCondLst>
                                    <p:cond delay="0"/>
                                  </p:stCondLst>
                                  <p:childTnLst>
                                    <p:set>
                                      <p:cBhvr>
                                        <p:cTn id="19" dur="1" fill="hold">
                                          <p:stCondLst>
                                            <p:cond delay="0"/>
                                          </p:stCondLst>
                                        </p:cTn>
                                        <p:tgtEl>
                                          <p:spTgt spid="75"/>
                                        </p:tgtEl>
                                        <p:attrNameLst>
                                          <p:attrName>style.visibility</p:attrName>
                                        </p:attrNameLst>
                                      </p:cBhvr>
                                      <p:to>
                                        <p:strVal val="visible"/>
                                      </p:to>
                                    </p:set>
                                    <p:anim calcmode="lin" valueType="num">
                                      <p:cBhvr additive="base">
                                        <p:cTn id="20" dur="500" fill="hold"/>
                                        <p:tgtEl>
                                          <p:spTgt spid="75"/>
                                        </p:tgtEl>
                                        <p:attrNameLst>
                                          <p:attrName>ppt_x</p:attrName>
                                        </p:attrNameLst>
                                      </p:cBhvr>
                                      <p:tavLst>
                                        <p:tav tm="0">
                                          <p:val>
                                            <p:strVal val="#ppt_x"/>
                                          </p:val>
                                        </p:tav>
                                        <p:tav tm="100000">
                                          <p:val>
                                            <p:strVal val="#ppt_x"/>
                                          </p:val>
                                        </p:tav>
                                      </p:tavLst>
                                    </p:anim>
                                    <p:anim calcmode="lin" valueType="num">
                                      <p:cBhvr additive="base">
                                        <p:cTn id="21"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81BB7609-8E8F-4B57-9227-14DAD6151A60}" type="slidenum">
              <a:rPr lang="de-DE" altLang="ja-JP" smtClean="0"/>
              <a:pPr/>
              <a:t>4</a:t>
            </a:fld>
            <a:endParaRPr lang="de-DE" altLang="ja-JP"/>
          </a:p>
        </p:txBody>
      </p:sp>
      <p:sp>
        <p:nvSpPr>
          <p:cNvPr id="5" name="页脚占位符 4"/>
          <p:cNvSpPr>
            <a:spLocks noGrp="1"/>
          </p:cNvSpPr>
          <p:nvPr>
            <p:ph type="ftr" sz="quarter" idx="11"/>
          </p:nvPr>
        </p:nvSpPr>
        <p:spPr/>
        <p:txBody>
          <a:bodyPr/>
          <a:lstStyle/>
          <a:p>
            <a:r>
              <a:rPr lang="de-DE" altLang="ja-JP" dirty="0" smtClean="0"/>
              <a:t>Copyright 2018 FUJITSU LIMITED</a:t>
            </a:r>
            <a:endParaRPr lang="de-DE" altLang="ja-JP" dirty="0"/>
          </a:p>
        </p:txBody>
      </p:sp>
      <p:sp>
        <p:nvSpPr>
          <p:cNvPr id="75" name="正方形/長方形 4"/>
          <p:cNvSpPr>
            <a:spLocks noChangeArrowheads="1"/>
          </p:cNvSpPr>
          <p:nvPr/>
        </p:nvSpPr>
        <p:spPr bwMode="auto">
          <a:xfrm>
            <a:off x="54006" y="1127967"/>
            <a:ext cx="9032076" cy="371952"/>
          </a:xfrm>
          <a:prstGeom prst="rect">
            <a:avLst/>
          </a:prstGeom>
          <a:solidFill>
            <a:srgbClr val="00B7CA"/>
          </a:solidFill>
          <a:ln>
            <a:noFill/>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defTabSz="457200" fontAlgn="ctr">
              <a:spcBef>
                <a:spcPct val="20000"/>
              </a:spcBef>
              <a:spcAft>
                <a:spcPct val="10000"/>
              </a:spcAft>
              <a:buClr>
                <a:srgbClr val="C00000"/>
              </a:buClr>
              <a:buSzPct val="140000"/>
            </a:pPr>
            <a:r>
              <a:rPr lang="zh-CN" altLang="en-US" b="1" dirty="0"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日语教育</a:t>
            </a:r>
            <a:endParaRPr lang="en-US" altLang="ja-JP" sz="1800" b="1" dirty="0">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grpSp>
        <p:nvGrpSpPr>
          <p:cNvPr id="29" name="组合 28"/>
          <p:cNvGrpSpPr/>
          <p:nvPr/>
        </p:nvGrpSpPr>
        <p:grpSpPr>
          <a:xfrm>
            <a:off x="123088" y="157669"/>
            <a:ext cx="4319423" cy="852875"/>
            <a:chOff x="3129129" y="1121776"/>
            <a:chExt cx="5933741" cy="1171624"/>
          </a:xfrm>
        </p:grpSpPr>
        <p:sp>
          <p:nvSpPr>
            <p:cNvPr id="30" name="圆角矩形 29"/>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sp>
          <p:nvSpPr>
            <p:cNvPr id="31" name="圆角矩形 30"/>
            <p:cNvSpPr/>
            <p:nvPr/>
          </p:nvSpPr>
          <p:spPr>
            <a:xfrm>
              <a:off x="3289330" y="1253414"/>
              <a:ext cx="5613340" cy="908350"/>
            </a:xfrm>
            <a:prstGeom prst="roundRect">
              <a:avLst>
                <a:gd name="adj" fmla="val 50000"/>
              </a:avLst>
            </a:prstGeom>
            <a:gradFill>
              <a:gsLst>
                <a:gs pos="0">
                  <a:srgbClr val="01ACBE"/>
                </a:gs>
                <a:gs pos="100000">
                  <a:srgbClr val="01DAF1"/>
                </a:gs>
              </a:gsLst>
              <a:lin ang="0" scaled="0"/>
            </a:gradFill>
            <a:ln w="19050">
              <a:gradFill flip="none" rotWithShape="1">
                <a:gsLst>
                  <a:gs pos="0">
                    <a:srgbClr val="01DAF1"/>
                  </a:gs>
                  <a:gs pos="100000">
                    <a:srgbClr val="01ACBE"/>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grpSp>
      <p:grpSp>
        <p:nvGrpSpPr>
          <p:cNvPr id="32" name="组合 31"/>
          <p:cNvGrpSpPr/>
          <p:nvPr/>
        </p:nvGrpSpPr>
        <p:grpSpPr>
          <a:xfrm>
            <a:off x="73596" y="73199"/>
            <a:ext cx="1169945" cy="1379589"/>
            <a:chOff x="3150395" y="933507"/>
            <a:chExt cx="1559927" cy="1839452"/>
          </a:xfrm>
        </p:grpSpPr>
        <p:grpSp>
          <p:nvGrpSpPr>
            <p:cNvPr id="33" name="组合 32"/>
            <p:cNvGrpSpPr/>
            <p:nvPr/>
          </p:nvGrpSpPr>
          <p:grpSpPr>
            <a:xfrm>
              <a:off x="3150395" y="933507"/>
              <a:ext cx="1559927" cy="1839452"/>
              <a:chOff x="3222820" y="1148080"/>
              <a:chExt cx="1484216" cy="1750177"/>
            </a:xfrm>
          </p:grpSpPr>
          <p:grpSp>
            <p:nvGrpSpPr>
              <p:cNvPr id="37" name="组合 36"/>
              <p:cNvGrpSpPr/>
              <p:nvPr/>
            </p:nvGrpSpPr>
            <p:grpSpPr>
              <a:xfrm>
                <a:off x="3420363" y="1295115"/>
                <a:ext cx="1286673" cy="1603142"/>
                <a:chOff x="7380501" y="2927402"/>
                <a:chExt cx="2311887" cy="2880512"/>
              </a:xfrm>
            </p:grpSpPr>
            <p:sp>
              <p:nvSpPr>
                <p:cNvPr id="39"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 fmla="*/ 13249 w 1687745"/>
                    <a:gd name="connsiteY0" fmla="*/ 1035368 h 2070736"/>
                    <a:gd name="connsiteX1" fmla="*/ 850497 w 1687745"/>
                    <a:gd name="connsiteY1" fmla="*/ 0 h 2070736"/>
                    <a:gd name="connsiteX2" fmla="*/ 1687745 w 1687745"/>
                    <a:gd name="connsiteY2" fmla="*/ 1035368 h 2070736"/>
                    <a:gd name="connsiteX3" fmla="*/ 850497 w 1687745"/>
                    <a:gd name="connsiteY3" fmla="*/ 2070736 h 2070736"/>
                    <a:gd name="connsiteX4" fmla="*/ 13249 w 1687745"/>
                    <a:gd name="connsiteY4" fmla="*/ 1035368 h 2070736"/>
                    <a:gd name="connsiteX0" fmla="*/ 13249 w 1696474"/>
                    <a:gd name="connsiteY0" fmla="*/ 1035368 h 2070736"/>
                    <a:gd name="connsiteX1" fmla="*/ 850497 w 1696474"/>
                    <a:gd name="connsiteY1" fmla="*/ 0 h 2070736"/>
                    <a:gd name="connsiteX2" fmla="*/ 1687745 w 1696474"/>
                    <a:gd name="connsiteY2" fmla="*/ 1035368 h 2070736"/>
                    <a:gd name="connsiteX3" fmla="*/ 850497 w 1696474"/>
                    <a:gd name="connsiteY3" fmla="*/ 2070736 h 2070736"/>
                    <a:gd name="connsiteX4" fmla="*/ 13249 w 1696474"/>
                    <a:gd name="connsiteY4" fmla="*/ 1035368 h 2070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sp>
              <p:nvSpPr>
                <p:cNvPr id="40" name="椭圆 39"/>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sp>
              <p:nvSpPr>
                <p:cNvPr id="41" name="椭圆 40"/>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grpSp>
          <p:sp>
            <p:nvSpPr>
              <p:cNvPr id="38" name="椭圆 37"/>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grpSp>
        <p:grpSp>
          <p:nvGrpSpPr>
            <p:cNvPr id="34" name="组合 33"/>
            <p:cNvGrpSpPr/>
            <p:nvPr/>
          </p:nvGrpSpPr>
          <p:grpSpPr>
            <a:xfrm>
              <a:off x="3437036" y="1269299"/>
              <a:ext cx="775805" cy="690870"/>
              <a:chOff x="1460111" y="2419508"/>
              <a:chExt cx="1032597" cy="919544"/>
            </a:xfrm>
          </p:grpSpPr>
          <p:sp>
            <p:nvSpPr>
              <p:cNvPr id="35" name="文本框 34"/>
              <p:cNvSpPr txBox="1"/>
              <p:nvPr/>
            </p:nvSpPr>
            <p:spPr>
              <a:xfrm>
                <a:off x="1460111" y="2419508"/>
                <a:ext cx="1030514" cy="819298"/>
              </a:xfrm>
              <a:prstGeom prst="rect">
                <a:avLst/>
              </a:prstGeom>
              <a:noFill/>
            </p:spPr>
            <p:txBody>
              <a:bodyPr wrap="square" rtlCol="0">
                <a:spAutoFit/>
              </a:bodyPr>
              <a:lstStyle/>
              <a:p>
                <a:pPr algn="ctr"/>
                <a:r>
                  <a:rPr lang="en-US" altLang="zh-CN" sz="2400" dirty="0" smtClean="0">
                    <a:solidFill>
                      <a:srgbClr val="01ACBE"/>
                    </a:solidFill>
                    <a:latin typeface="Impact" panose="020B0806030902050204" pitchFamily="34" charset="0"/>
                  </a:rPr>
                  <a:t>02</a:t>
                </a:r>
                <a:endParaRPr lang="zh-CN" altLang="en-US" sz="2400" dirty="0">
                  <a:solidFill>
                    <a:srgbClr val="01ACBE"/>
                  </a:solidFill>
                  <a:latin typeface="Impact" panose="020B0806030902050204" pitchFamily="34" charset="0"/>
                </a:endParaRPr>
              </a:p>
            </p:txBody>
          </p:sp>
          <p:sp>
            <p:nvSpPr>
              <p:cNvPr id="36" name="文本框 35"/>
              <p:cNvSpPr txBox="1"/>
              <p:nvPr/>
            </p:nvSpPr>
            <p:spPr>
              <a:xfrm>
                <a:off x="1462194" y="2949886"/>
                <a:ext cx="1030514" cy="389166"/>
              </a:xfrm>
              <a:prstGeom prst="rect">
                <a:avLst/>
              </a:prstGeom>
              <a:noFill/>
            </p:spPr>
            <p:txBody>
              <a:bodyPr wrap="square" rtlCol="0">
                <a:spAutoFit/>
              </a:bodyPr>
              <a:lstStyle/>
              <a:p>
                <a:pPr algn="ctr"/>
                <a:r>
                  <a:rPr lang="en-US" altLang="zh-CN" sz="825" dirty="0" smtClean="0">
                    <a:solidFill>
                      <a:srgbClr val="01ACBE"/>
                    </a:solidFill>
                    <a:latin typeface="LiHei Pro" panose="020B0500000000000000" pitchFamily="34" charset="-122"/>
                    <a:ea typeface="LiHei Pro" panose="020B0500000000000000" pitchFamily="34" charset="-122"/>
                  </a:rPr>
                  <a:t>OPTION</a:t>
                </a:r>
                <a:endParaRPr lang="zh-CN" altLang="en-US" sz="825" dirty="0">
                  <a:solidFill>
                    <a:srgbClr val="01ACBE"/>
                  </a:solidFill>
                  <a:latin typeface="LiHei Pro" panose="020B0500000000000000" pitchFamily="34" charset="-122"/>
                  <a:ea typeface="LiHei Pro" panose="020B0500000000000000" pitchFamily="34" charset="-122"/>
                </a:endParaRPr>
              </a:p>
            </p:txBody>
          </p:sp>
        </p:grpSp>
      </p:grpSp>
      <p:grpSp>
        <p:nvGrpSpPr>
          <p:cNvPr id="42" name="组合 41"/>
          <p:cNvGrpSpPr/>
          <p:nvPr/>
        </p:nvGrpSpPr>
        <p:grpSpPr>
          <a:xfrm>
            <a:off x="1279252" y="337335"/>
            <a:ext cx="2709582" cy="416865"/>
            <a:chOff x="3446960" y="1695027"/>
            <a:chExt cx="2709582" cy="416865"/>
          </a:xfrm>
        </p:grpSpPr>
        <p:sp>
          <p:nvSpPr>
            <p:cNvPr id="43" name="文本框 42"/>
            <p:cNvSpPr txBox="1"/>
            <p:nvPr/>
          </p:nvSpPr>
          <p:spPr>
            <a:xfrm>
              <a:off x="3446960" y="1706008"/>
              <a:ext cx="227883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九层之台，始于累土</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nvGrpSpPr>
            <p:cNvPr id="44" name="Group 18"/>
            <p:cNvGrpSpPr>
              <a:grpSpLocks noChangeAspect="1"/>
            </p:cNvGrpSpPr>
            <p:nvPr/>
          </p:nvGrpSpPr>
          <p:grpSpPr bwMode="auto">
            <a:xfrm>
              <a:off x="5709173" y="1695027"/>
              <a:ext cx="447369" cy="416865"/>
              <a:chOff x="3802" y="2858"/>
              <a:chExt cx="616" cy="574"/>
            </a:xfrm>
            <a:solidFill>
              <a:schemeClr val="bg1"/>
            </a:solidFill>
            <a:effectLst/>
          </p:grpSpPr>
          <p:sp>
            <p:nvSpPr>
              <p:cNvPr id="45" name="Rectangle 19"/>
              <p:cNvSpPr>
                <a:spLocks noChangeArrowheads="1"/>
              </p:cNvSpPr>
              <p:nvPr/>
            </p:nvSpPr>
            <p:spPr bwMode="auto">
              <a:xfrm>
                <a:off x="3802" y="3205"/>
                <a:ext cx="129" cy="2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46" name="Rectangle 20"/>
              <p:cNvSpPr>
                <a:spLocks noChangeArrowheads="1"/>
              </p:cNvSpPr>
              <p:nvPr/>
            </p:nvSpPr>
            <p:spPr bwMode="auto">
              <a:xfrm>
                <a:off x="3964" y="3174"/>
                <a:ext cx="129" cy="2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47" name="Rectangle 21"/>
              <p:cNvSpPr>
                <a:spLocks noChangeArrowheads="1"/>
              </p:cNvSpPr>
              <p:nvPr/>
            </p:nvSpPr>
            <p:spPr bwMode="auto">
              <a:xfrm>
                <a:off x="4129" y="3131"/>
                <a:ext cx="129" cy="30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48" name="Rectangle 22"/>
              <p:cNvSpPr>
                <a:spLocks noChangeArrowheads="1"/>
              </p:cNvSpPr>
              <p:nvPr/>
            </p:nvSpPr>
            <p:spPr bwMode="auto">
              <a:xfrm>
                <a:off x="4289" y="3078"/>
                <a:ext cx="129"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49" name="Freeform 23"/>
              <p:cNvSpPr>
                <a:spLocks/>
              </p:cNvSpPr>
              <p:nvPr/>
            </p:nvSpPr>
            <p:spPr bwMode="auto">
              <a:xfrm>
                <a:off x="3888" y="2858"/>
                <a:ext cx="370" cy="270"/>
              </a:xfrm>
              <a:custGeom>
                <a:avLst/>
                <a:gdLst>
                  <a:gd name="T0" fmla="*/ 94 w 155"/>
                  <a:gd name="T1" fmla="*/ 21 h 113"/>
                  <a:gd name="T2" fmla="*/ 0 w 155"/>
                  <a:gd name="T3" fmla="*/ 72 h 113"/>
                  <a:gd name="T4" fmla="*/ 114 w 155"/>
                  <a:gd name="T5" fmla="*/ 63 h 113"/>
                  <a:gd name="T6" fmla="*/ 122 w 155"/>
                  <a:gd name="T7" fmla="*/ 82 h 113"/>
                  <a:gd name="T8" fmla="*/ 155 w 155"/>
                  <a:gd name="T9" fmla="*/ 0 h 113"/>
                  <a:gd name="T10" fmla="*/ 85 w 155"/>
                  <a:gd name="T11" fmla="*/ 2 h 113"/>
                  <a:gd name="T12" fmla="*/ 94 w 155"/>
                  <a:gd name="T13" fmla="*/ 21 h 113"/>
                </a:gdLst>
                <a:ahLst/>
                <a:cxnLst>
                  <a:cxn ang="0">
                    <a:pos x="T0" y="T1"/>
                  </a:cxn>
                  <a:cxn ang="0">
                    <a:pos x="T2" y="T3"/>
                  </a:cxn>
                  <a:cxn ang="0">
                    <a:pos x="T4" y="T5"/>
                  </a:cxn>
                  <a:cxn ang="0">
                    <a:pos x="T6" y="T7"/>
                  </a:cxn>
                  <a:cxn ang="0">
                    <a:pos x="T8" y="T9"/>
                  </a:cxn>
                  <a:cxn ang="0">
                    <a:pos x="T10" y="T11"/>
                  </a:cxn>
                  <a:cxn ang="0">
                    <a:pos x="T12" y="T13"/>
                  </a:cxn>
                </a:cxnLst>
                <a:rect l="0" t="0" r="r" b="b"/>
                <a:pathLst>
                  <a:path w="155" h="113">
                    <a:moveTo>
                      <a:pt x="94" y="21"/>
                    </a:moveTo>
                    <a:cubicBezTo>
                      <a:pt x="85" y="33"/>
                      <a:pt x="53" y="68"/>
                      <a:pt x="0" y="72"/>
                    </a:cubicBezTo>
                    <a:cubicBezTo>
                      <a:pt x="0" y="72"/>
                      <a:pt x="31" y="113"/>
                      <a:pt x="114" y="63"/>
                    </a:cubicBezTo>
                    <a:cubicBezTo>
                      <a:pt x="122" y="82"/>
                      <a:pt x="122" y="82"/>
                      <a:pt x="122" y="82"/>
                    </a:cubicBezTo>
                    <a:cubicBezTo>
                      <a:pt x="155" y="0"/>
                      <a:pt x="155" y="0"/>
                      <a:pt x="155" y="0"/>
                    </a:cubicBezTo>
                    <a:cubicBezTo>
                      <a:pt x="85" y="2"/>
                      <a:pt x="85" y="2"/>
                      <a:pt x="85" y="2"/>
                    </a:cubicBezTo>
                    <a:lnTo>
                      <a:pt x="94"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graphicFrame>
        <p:nvGraphicFramePr>
          <p:cNvPr id="6" name="表 5"/>
          <p:cNvGraphicFramePr>
            <a:graphicFrameLocks noGrp="1"/>
          </p:cNvGraphicFramePr>
          <p:nvPr>
            <p:extLst>
              <p:ext uri="{D42A27DB-BD31-4B8C-83A1-F6EECF244321}">
                <p14:modId xmlns:p14="http://schemas.microsoft.com/office/powerpoint/2010/main" val="4261654258"/>
              </p:ext>
            </p:extLst>
          </p:nvPr>
        </p:nvGraphicFramePr>
        <p:xfrm>
          <a:off x="334061" y="1573607"/>
          <a:ext cx="8342396" cy="5019675"/>
        </p:xfrm>
        <a:graphic>
          <a:graphicData uri="http://schemas.openxmlformats.org/drawingml/2006/table">
            <a:tbl>
              <a:tblPr>
                <a:tableStyleId>{5C22544A-7EE6-4342-B048-85BDC9FD1C3A}</a:tableStyleId>
              </a:tblPr>
              <a:tblGrid>
                <a:gridCol w="425172"/>
                <a:gridCol w="376857"/>
                <a:gridCol w="1430125"/>
                <a:gridCol w="798809"/>
                <a:gridCol w="1687805"/>
                <a:gridCol w="1391473"/>
                <a:gridCol w="2232155"/>
              </a:tblGrid>
              <a:tr h="152400">
                <a:tc>
                  <a:txBody>
                    <a:bodyPr/>
                    <a:lstStyle/>
                    <a:p>
                      <a:pPr algn="ctr" fontAlgn="b"/>
                      <a:r>
                        <a:rPr lang="ja-JP" altLang="en-US" sz="1000" u="none" strike="noStrike">
                          <a:effectLst/>
                        </a:rPr>
                        <a:t>课时</a:t>
                      </a:r>
                      <a:r>
                        <a:rPr lang="en-US" sz="1000" u="none" strike="noStrike">
                          <a:effectLst/>
                        </a:rPr>
                        <a:t>H</a:t>
                      </a:r>
                      <a:endParaRPr lang="en-US" sz="10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序号</a:t>
                      </a:r>
                      <a:endParaRPr lang="ja-JP" altLang="en-US" sz="10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日期</a:t>
                      </a:r>
                      <a:endParaRPr lang="ja-JP" altLang="en-US" sz="10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星期</a:t>
                      </a:r>
                      <a:endParaRPr lang="ja-JP" altLang="en-US" sz="10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课程内容</a:t>
                      </a:r>
                      <a:endParaRPr lang="ja-JP" altLang="en-US" sz="10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备注</a:t>
                      </a:r>
                      <a:endParaRPr lang="ja-JP" altLang="en-US" sz="10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小测试安排</a:t>
                      </a:r>
                      <a:endParaRPr lang="ja-JP" altLang="en-US" sz="10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r>
              <a:tr h="152400">
                <a:tc>
                  <a:txBody>
                    <a:bodyPr/>
                    <a:lstStyle/>
                    <a:p>
                      <a:pPr algn="ctr" fontAlgn="ctr"/>
                      <a:r>
                        <a:rPr lang="en-US" altLang="ja-JP" sz="1000" u="none" strike="noStrike">
                          <a:effectLst/>
                        </a:rPr>
                        <a:t>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1</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6</a:t>
                      </a:r>
                      <a:r>
                        <a:rPr lang="ja-JP" altLang="en-US" sz="1000" u="none" strike="noStrike">
                          <a:effectLst/>
                        </a:rPr>
                        <a:t>月</a:t>
                      </a:r>
                      <a:r>
                        <a:rPr lang="en-US" altLang="ja-JP" sz="1000" u="none" strike="noStrike">
                          <a:effectLst/>
                        </a:rPr>
                        <a:t>25</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周一</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五十音图清音</a:t>
                      </a:r>
                      <a:r>
                        <a:rPr lang="en-US" altLang="zh-CN" sz="1000" u="none" strike="noStrike">
                          <a:effectLst/>
                        </a:rPr>
                        <a:t>1</a:t>
                      </a:r>
                      <a:endParaRPr lang="en-US" altLang="zh-CN"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en-US" altLang="ja-JP" sz="1000" u="none" strike="noStrike">
                          <a:effectLst/>
                        </a:rPr>
                        <a:t>16:00~17:30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6</a:t>
                      </a:r>
                      <a:r>
                        <a:rPr lang="ja-JP" altLang="en-US" sz="1000" u="none" strike="noStrike">
                          <a:effectLst/>
                        </a:rPr>
                        <a:t>月</a:t>
                      </a:r>
                      <a:r>
                        <a:rPr lang="en-US" altLang="ja-JP" sz="1000" u="none" strike="noStrike">
                          <a:effectLst/>
                        </a:rPr>
                        <a:t>26</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周二</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五十音图清音</a:t>
                      </a:r>
                      <a:r>
                        <a:rPr lang="en-US" altLang="zh-CN" sz="1000" u="none" strike="noStrike">
                          <a:effectLst/>
                        </a:rPr>
                        <a:t>2</a:t>
                      </a:r>
                      <a:endParaRPr lang="en-US" altLang="zh-CN"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en-US" altLang="ja-JP" sz="1000" u="none" strike="noStrike">
                          <a:effectLst/>
                        </a:rPr>
                        <a:t>16:00~17:30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3</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6</a:t>
                      </a:r>
                      <a:r>
                        <a:rPr lang="ja-JP" altLang="en-US" sz="1000" u="none" strike="noStrike">
                          <a:effectLst/>
                        </a:rPr>
                        <a:t>月</a:t>
                      </a:r>
                      <a:r>
                        <a:rPr lang="en-US" altLang="ja-JP" sz="1000" u="none" strike="noStrike">
                          <a:effectLst/>
                        </a:rPr>
                        <a:t>27</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周三</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五十音图清音</a:t>
                      </a:r>
                      <a:r>
                        <a:rPr lang="en-US" altLang="zh-CN" sz="1000" u="none" strike="noStrike">
                          <a:effectLst/>
                        </a:rPr>
                        <a:t>3</a:t>
                      </a:r>
                      <a:endParaRPr lang="en-US" altLang="zh-CN"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en-US" altLang="ja-JP" sz="1000" u="none" strike="noStrike">
                          <a:effectLst/>
                        </a:rPr>
                        <a:t>16:00~17:30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4</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6</a:t>
                      </a:r>
                      <a:r>
                        <a:rPr lang="ja-JP" altLang="en-US" sz="1000" u="none" strike="noStrike">
                          <a:effectLst/>
                        </a:rPr>
                        <a:t>月</a:t>
                      </a:r>
                      <a:r>
                        <a:rPr lang="en-US" altLang="ja-JP" sz="1000" u="none" strike="noStrike">
                          <a:effectLst/>
                        </a:rPr>
                        <a:t>28</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周四</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五十音图浊音，拗音</a:t>
                      </a:r>
                      <a:r>
                        <a:rPr lang="en-US" altLang="zh-CN" sz="1000" u="none" strike="noStrike">
                          <a:effectLst/>
                        </a:rPr>
                        <a:t>1</a:t>
                      </a:r>
                      <a:endParaRPr lang="en-US" altLang="zh-CN"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en-US" altLang="ja-JP" sz="1000" u="none" strike="noStrike" dirty="0">
                          <a:effectLst/>
                        </a:rPr>
                        <a:t>16:00~17:30</a:t>
                      </a:r>
                      <a:endParaRPr lang="en-US" altLang="ja-JP"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5</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7</a:t>
                      </a:r>
                      <a:r>
                        <a:rPr lang="ja-JP" altLang="en-US" sz="1000" u="none" strike="noStrike">
                          <a:effectLst/>
                        </a:rPr>
                        <a:t>月</a:t>
                      </a:r>
                      <a:r>
                        <a:rPr lang="en-US" altLang="ja-JP" sz="1000" u="none" strike="noStrike">
                          <a:effectLst/>
                        </a:rPr>
                        <a:t>2</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周一</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五十音图浊音，拗音</a:t>
                      </a:r>
                      <a:r>
                        <a:rPr lang="en-US" altLang="zh-CN" sz="1000" u="none" strike="noStrike">
                          <a:effectLst/>
                        </a:rPr>
                        <a:t>2</a:t>
                      </a:r>
                      <a:endParaRPr lang="en-US" altLang="zh-CN"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en-US" altLang="ja-JP" sz="1000" u="none" strike="noStrike">
                          <a:effectLst/>
                        </a:rPr>
                        <a:t>16:00~17:30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6</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7</a:t>
                      </a:r>
                      <a:r>
                        <a:rPr lang="ja-JP" altLang="en-US" sz="1000" u="none" strike="noStrike">
                          <a:effectLst/>
                        </a:rPr>
                        <a:t>月</a:t>
                      </a:r>
                      <a:r>
                        <a:rPr lang="en-US" altLang="ja-JP" sz="1000" u="none" strike="noStrike">
                          <a:effectLst/>
                        </a:rPr>
                        <a:t>3</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周二</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长音，促音</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en-US" altLang="ja-JP" sz="1000" u="none" strike="noStrike">
                          <a:effectLst/>
                        </a:rPr>
                        <a:t>16:00~17:30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7</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7</a:t>
                      </a:r>
                      <a:r>
                        <a:rPr lang="ja-JP" altLang="en-US" sz="1000" u="none" strike="noStrike">
                          <a:effectLst/>
                        </a:rPr>
                        <a:t>月</a:t>
                      </a:r>
                      <a:r>
                        <a:rPr lang="en-US" altLang="ja-JP" sz="1000" u="none" strike="noStrike">
                          <a:effectLst/>
                        </a:rPr>
                        <a:t>4</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周三</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音调，拨音</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en-US" altLang="ja-JP" sz="1000" u="none" strike="noStrike">
                          <a:effectLst/>
                        </a:rPr>
                        <a:t>16:00~17:30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8</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7</a:t>
                      </a:r>
                      <a:r>
                        <a:rPr lang="ja-JP" altLang="en-US" sz="1000" u="none" strike="noStrike">
                          <a:effectLst/>
                        </a:rPr>
                        <a:t>月</a:t>
                      </a:r>
                      <a:r>
                        <a:rPr lang="en-US" altLang="ja-JP" sz="1000" u="none" strike="noStrike">
                          <a:effectLst/>
                        </a:rPr>
                        <a:t>5</a:t>
                      </a:r>
                      <a:r>
                        <a:rPr lang="ja-JP" altLang="en-US" sz="1000" u="none" strike="noStrike">
                          <a:effectLst/>
                        </a:rPr>
                        <a:t>日</a:t>
                      </a:r>
                      <a:endParaRPr lang="ja-JP" altLang="en-US" sz="1000" b="1" i="0" u="none" strike="noStrike">
                        <a:solidFill>
                          <a:srgbClr val="FF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周四</a:t>
                      </a:r>
                      <a:endParaRPr lang="ja-JP" altLang="en-US" sz="1000" b="1" i="0" u="none" strike="noStrike">
                        <a:solidFill>
                          <a:srgbClr val="FF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假名测试</a:t>
                      </a:r>
                      <a:endParaRPr lang="ja-JP" altLang="en-US" sz="1000" b="1" i="0" u="none" strike="noStrike">
                        <a:solidFill>
                          <a:srgbClr val="FF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en-US" altLang="ja-JP" sz="1000" u="none" strike="noStrike">
                          <a:effectLst/>
                        </a:rPr>
                        <a:t>16:00~17:30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r>
                        <a:rPr lang="zh-CN" altLang="en-US" sz="1000" u="none" strike="noStrike">
                          <a:effectLst/>
                        </a:rPr>
                        <a:t>测试</a:t>
                      </a:r>
                      <a:r>
                        <a:rPr lang="en-US" altLang="zh-CN" sz="1000" u="none" strike="noStrike">
                          <a:effectLst/>
                        </a:rPr>
                        <a:t>1 </a:t>
                      </a:r>
                      <a:r>
                        <a:rPr lang="zh-CN" altLang="en-US" sz="1000" u="none" strike="noStrike">
                          <a:effectLst/>
                        </a:rPr>
                        <a:t>假名测试</a:t>
                      </a:r>
                      <a:endParaRPr lang="zh-CN" altLang="en-US" sz="1000" b="1"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9</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7</a:t>
                      </a:r>
                      <a:r>
                        <a:rPr lang="ja-JP" altLang="en-US" sz="1000" u="none" strike="noStrike">
                          <a:effectLst/>
                        </a:rPr>
                        <a:t>月</a:t>
                      </a:r>
                      <a:r>
                        <a:rPr lang="en-US" altLang="ja-JP" sz="1000" u="none" strike="noStrike">
                          <a:effectLst/>
                        </a:rPr>
                        <a:t>10</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周二</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第</a:t>
                      </a:r>
                      <a:r>
                        <a:rPr lang="en-US" altLang="ja-JP" sz="1000" u="none" strike="noStrike">
                          <a:effectLst/>
                        </a:rPr>
                        <a:t>1</a:t>
                      </a:r>
                      <a:r>
                        <a:rPr lang="ja-JP" altLang="en-US" sz="1000" u="none" strike="noStrike">
                          <a:effectLst/>
                        </a:rPr>
                        <a:t>课</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10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7</a:t>
                      </a:r>
                      <a:r>
                        <a:rPr lang="ja-JP" altLang="en-US" sz="1000" u="none" strike="noStrike">
                          <a:effectLst/>
                        </a:rPr>
                        <a:t>月</a:t>
                      </a:r>
                      <a:r>
                        <a:rPr lang="en-US" altLang="ja-JP" sz="1000" u="none" strike="noStrike">
                          <a:effectLst/>
                        </a:rPr>
                        <a:t>12</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周四</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第</a:t>
                      </a:r>
                      <a:r>
                        <a:rPr lang="en-US" altLang="ja-JP" sz="1000" u="none" strike="noStrike">
                          <a:effectLst/>
                        </a:rPr>
                        <a:t>2</a:t>
                      </a:r>
                      <a:r>
                        <a:rPr lang="ja-JP" altLang="en-US" sz="1000" u="none" strike="noStrike">
                          <a:effectLst/>
                        </a:rPr>
                        <a:t>课</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11</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7</a:t>
                      </a:r>
                      <a:r>
                        <a:rPr lang="ja-JP" altLang="en-US" sz="1000" u="none" strike="noStrike">
                          <a:effectLst/>
                        </a:rPr>
                        <a:t>月</a:t>
                      </a:r>
                      <a:r>
                        <a:rPr lang="en-US" altLang="ja-JP" sz="1000" u="none" strike="noStrike">
                          <a:effectLst/>
                        </a:rPr>
                        <a:t>17</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周二</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第</a:t>
                      </a:r>
                      <a:r>
                        <a:rPr lang="en-US" altLang="ja-JP" sz="1000" u="none" strike="noStrike">
                          <a:effectLst/>
                        </a:rPr>
                        <a:t>3</a:t>
                      </a:r>
                      <a:r>
                        <a:rPr lang="ja-JP" altLang="en-US" sz="1000" u="none" strike="noStrike">
                          <a:effectLst/>
                        </a:rPr>
                        <a:t>课</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1" i="0" u="none" strike="noStrike">
                        <a:solidFill>
                          <a:srgbClr val="FF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12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7</a:t>
                      </a:r>
                      <a:r>
                        <a:rPr lang="ja-JP" altLang="en-US" sz="1000" u="none" strike="noStrike">
                          <a:effectLst/>
                        </a:rPr>
                        <a:t>月</a:t>
                      </a:r>
                      <a:r>
                        <a:rPr lang="en-US" altLang="ja-JP" sz="1000" u="none" strike="noStrike">
                          <a:effectLst/>
                        </a:rPr>
                        <a:t>19</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周四</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第</a:t>
                      </a:r>
                      <a:r>
                        <a:rPr lang="en-US" altLang="ja-JP" sz="1000" u="none" strike="noStrike">
                          <a:effectLst/>
                        </a:rPr>
                        <a:t>4</a:t>
                      </a:r>
                      <a:r>
                        <a:rPr lang="ja-JP" altLang="en-US" sz="1000" u="none" strike="noStrike">
                          <a:effectLst/>
                        </a:rPr>
                        <a:t>课</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1" i="0" u="none" strike="noStrike">
                        <a:solidFill>
                          <a:srgbClr val="FF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13</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7</a:t>
                      </a:r>
                      <a:r>
                        <a:rPr lang="ja-JP" altLang="en-US" sz="1000" u="none" strike="noStrike">
                          <a:effectLst/>
                        </a:rPr>
                        <a:t>月</a:t>
                      </a:r>
                      <a:r>
                        <a:rPr lang="en-US" altLang="ja-JP" sz="1000" u="none" strike="noStrike">
                          <a:effectLst/>
                        </a:rPr>
                        <a:t>20</a:t>
                      </a:r>
                      <a:r>
                        <a:rPr lang="ja-JP" altLang="en-US" sz="1000" u="none" strike="noStrike">
                          <a:effectLst/>
                        </a:rPr>
                        <a:t>日</a:t>
                      </a:r>
                      <a:endParaRPr lang="ja-JP" altLang="en-US" sz="1000" b="1" i="0" u="none" strike="noStrike">
                        <a:solidFill>
                          <a:srgbClr val="FF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周五</a:t>
                      </a:r>
                      <a:endParaRPr lang="ja-JP" altLang="en-US" sz="1000" b="1" i="0" u="none" strike="noStrike">
                        <a:solidFill>
                          <a:srgbClr val="FF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en-US" sz="1000" u="none" strike="noStrike">
                          <a:effectLst/>
                        </a:rPr>
                        <a:t>IT</a:t>
                      </a:r>
                      <a:r>
                        <a:rPr lang="ja-JP" altLang="en-US" sz="1000" u="none" strike="noStrike">
                          <a:effectLst/>
                        </a:rPr>
                        <a:t>日语</a:t>
                      </a:r>
                      <a:r>
                        <a:rPr lang="en-US" altLang="ja-JP" sz="1000" u="none" strike="noStrike">
                          <a:effectLst/>
                        </a:rPr>
                        <a:t>1</a:t>
                      </a:r>
                      <a:endParaRPr lang="en-US" altLang="ja-JP" sz="1000" b="1" i="0" u="none" strike="noStrike">
                        <a:solidFill>
                          <a:srgbClr val="FF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1" i="0" u="none" strike="noStrike">
                        <a:solidFill>
                          <a:srgbClr val="FF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14</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7</a:t>
                      </a:r>
                      <a:r>
                        <a:rPr lang="ja-JP" altLang="en-US" sz="1000" u="none" strike="noStrike">
                          <a:effectLst/>
                        </a:rPr>
                        <a:t>月</a:t>
                      </a:r>
                      <a:r>
                        <a:rPr lang="en-US" altLang="ja-JP" sz="1000" u="none" strike="noStrike">
                          <a:effectLst/>
                        </a:rPr>
                        <a:t>24</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周二</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第</a:t>
                      </a:r>
                      <a:r>
                        <a:rPr lang="en-US" altLang="zh-CN" sz="1000" u="none" strike="noStrike">
                          <a:effectLst/>
                        </a:rPr>
                        <a:t>5</a:t>
                      </a:r>
                      <a:r>
                        <a:rPr lang="zh-CN" altLang="en-US" sz="1000" u="none" strike="noStrike">
                          <a:effectLst/>
                        </a:rPr>
                        <a:t>课单词语法</a:t>
                      </a:r>
                      <a:endParaRPr lang="zh-CN"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r>
                        <a:rPr lang="en-US" altLang="zh-CN" sz="1000" u="none" strike="noStrike">
                          <a:effectLst/>
                        </a:rPr>
                        <a:t>7/23  </a:t>
                      </a:r>
                      <a:r>
                        <a:rPr lang="zh-CN" altLang="en-US" sz="1000" u="none" strike="noStrike">
                          <a:effectLst/>
                        </a:rPr>
                        <a:t>周一 测试</a:t>
                      </a:r>
                      <a:r>
                        <a:rPr lang="en-US" altLang="zh-CN" sz="1000" u="none" strike="noStrike">
                          <a:effectLst/>
                        </a:rPr>
                        <a:t>2 </a:t>
                      </a:r>
                      <a:r>
                        <a:rPr lang="zh-CN" altLang="en-US" sz="1000" u="none" strike="noStrike">
                          <a:effectLst/>
                        </a:rPr>
                        <a:t>假名</a:t>
                      </a:r>
                      <a:r>
                        <a:rPr lang="en-US" altLang="zh-CN" sz="1000" u="none" strike="noStrike">
                          <a:effectLst/>
                        </a:rPr>
                        <a:t>+</a:t>
                      </a:r>
                      <a:r>
                        <a:rPr lang="zh-CN" altLang="en-US" sz="1000" u="none" strike="noStrike">
                          <a:effectLst/>
                        </a:rPr>
                        <a:t>单元</a:t>
                      </a:r>
                      <a:r>
                        <a:rPr lang="en-US" altLang="zh-CN" sz="1000" u="none" strike="noStrike">
                          <a:effectLst/>
                        </a:rPr>
                        <a:t>1</a:t>
                      </a:r>
                      <a:endParaRPr lang="en-US" altLang="zh-CN" sz="1000" b="1"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15</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7</a:t>
                      </a:r>
                      <a:r>
                        <a:rPr lang="ja-JP" altLang="en-US" sz="1000" u="none" strike="noStrike">
                          <a:effectLst/>
                        </a:rPr>
                        <a:t>月</a:t>
                      </a:r>
                      <a:r>
                        <a:rPr lang="en-US" altLang="ja-JP" sz="1000" u="none" strike="noStrike">
                          <a:effectLst/>
                        </a:rPr>
                        <a:t>26</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周四</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第</a:t>
                      </a:r>
                      <a:r>
                        <a:rPr lang="en-US" altLang="zh-CN" sz="1000" u="none" strike="noStrike">
                          <a:effectLst/>
                        </a:rPr>
                        <a:t>5</a:t>
                      </a:r>
                      <a:r>
                        <a:rPr lang="zh-CN" altLang="en-US" sz="1000" u="none" strike="noStrike">
                          <a:effectLst/>
                        </a:rPr>
                        <a:t>课课文练习</a:t>
                      </a:r>
                      <a:endParaRPr lang="zh-CN"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16</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7</a:t>
                      </a:r>
                      <a:r>
                        <a:rPr lang="ja-JP" altLang="en-US" sz="1000" u="none" strike="noStrike">
                          <a:effectLst/>
                        </a:rPr>
                        <a:t>月</a:t>
                      </a:r>
                      <a:r>
                        <a:rPr lang="en-US" altLang="ja-JP" sz="1000" u="none" strike="noStrike">
                          <a:effectLst/>
                        </a:rPr>
                        <a:t>31</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周二</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第</a:t>
                      </a:r>
                      <a:r>
                        <a:rPr lang="en-US" altLang="zh-CN" sz="1000" u="none" strike="noStrike">
                          <a:effectLst/>
                        </a:rPr>
                        <a:t>6</a:t>
                      </a:r>
                      <a:r>
                        <a:rPr lang="zh-CN" altLang="en-US" sz="1000" u="none" strike="noStrike">
                          <a:effectLst/>
                        </a:rPr>
                        <a:t>课单词语法</a:t>
                      </a:r>
                      <a:endParaRPr lang="zh-CN"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17</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8</a:t>
                      </a:r>
                      <a:r>
                        <a:rPr lang="ja-JP" altLang="en-US" sz="1000" u="none" strike="noStrike">
                          <a:effectLst/>
                        </a:rPr>
                        <a:t>月</a:t>
                      </a:r>
                      <a:r>
                        <a:rPr lang="en-US" altLang="ja-JP" sz="1000" u="none" strike="noStrike">
                          <a:effectLst/>
                        </a:rPr>
                        <a:t>2</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周四</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第</a:t>
                      </a:r>
                      <a:r>
                        <a:rPr lang="en-US" altLang="zh-CN" sz="1000" u="none" strike="noStrike">
                          <a:effectLst/>
                        </a:rPr>
                        <a:t>6</a:t>
                      </a:r>
                      <a:r>
                        <a:rPr lang="zh-CN" altLang="en-US" sz="1000" u="none" strike="noStrike">
                          <a:effectLst/>
                        </a:rPr>
                        <a:t>课课文练习</a:t>
                      </a:r>
                      <a:endParaRPr lang="zh-CN"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18</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8</a:t>
                      </a:r>
                      <a:r>
                        <a:rPr lang="ja-JP" altLang="en-US" sz="1000" u="none" strike="noStrike">
                          <a:effectLst/>
                        </a:rPr>
                        <a:t>月</a:t>
                      </a:r>
                      <a:r>
                        <a:rPr lang="en-US" altLang="ja-JP" sz="1000" u="none" strike="noStrike">
                          <a:effectLst/>
                        </a:rPr>
                        <a:t>7</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周二</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第</a:t>
                      </a:r>
                      <a:r>
                        <a:rPr lang="en-US" altLang="zh-CN" sz="1000" u="none" strike="noStrike">
                          <a:effectLst/>
                        </a:rPr>
                        <a:t>7</a:t>
                      </a:r>
                      <a:r>
                        <a:rPr lang="zh-CN" altLang="en-US" sz="1000" u="none" strike="noStrike">
                          <a:effectLst/>
                        </a:rPr>
                        <a:t>课单词语法</a:t>
                      </a:r>
                      <a:endParaRPr lang="zh-CN"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19</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8</a:t>
                      </a:r>
                      <a:r>
                        <a:rPr lang="ja-JP" altLang="en-US" sz="1000" u="none" strike="noStrike">
                          <a:effectLst/>
                        </a:rPr>
                        <a:t>月</a:t>
                      </a:r>
                      <a:r>
                        <a:rPr lang="en-US" altLang="ja-JP" sz="1000" u="none" strike="noStrike">
                          <a:effectLst/>
                        </a:rPr>
                        <a:t>9</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周四</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第</a:t>
                      </a:r>
                      <a:r>
                        <a:rPr lang="en-US" altLang="zh-CN" sz="1000" u="none" strike="noStrike">
                          <a:effectLst/>
                        </a:rPr>
                        <a:t>7</a:t>
                      </a:r>
                      <a:r>
                        <a:rPr lang="zh-CN" altLang="en-US" sz="1000" u="none" strike="noStrike">
                          <a:effectLst/>
                        </a:rPr>
                        <a:t>课课文练习</a:t>
                      </a:r>
                      <a:endParaRPr lang="zh-CN"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20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8</a:t>
                      </a:r>
                      <a:r>
                        <a:rPr lang="ja-JP" altLang="en-US" sz="1000" u="none" strike="noStrike">
                          <a:effectLst/>
                        </a:rPr>
                        <a:t>月</a:t>
                      </a:r>
                      <a:r>
                        <a:rPr lang="en-US" altLang="ja-JP" sz="1000" u="none" strike="noStrike">
                          <a:effectLst/>
                        </a:rPr>
                        <a:t>21</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周二</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第</a:t>
                      </a:r>
                      <a:r>
                        <a:rPr lang="en-US" altLang="zh-CN" sz="1000" u="none" strike="noStrike">
                          <a:effectLst/>
                        </a:rPr>
                        <a:t>8</a:t>
                      </a:r>
                      <a:r>
                        <a:rPr lang="zh-CN" altLang="en-US" sz="1000" u="none" strike="noStrike">
                          <a:effectLst/>
                        </a:rPr>
                        <a:t>课单词语法</a:t>
                      </a:r>
                      <a:endParaRPr lang="zh-CN"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en-US" altLang="ja-JP" sz="1000" u="none" strike="noStrike">
                          <a:effectLst/>
                        </a:rPr>
                        <a:t>8/13~8/17 </a:t>
                      </a:r>
                      <a:r>
                        <a:rPr lang="ja-JP" altLang="en-US" sz="1000" u="none" strike="noStrike">
                          <a:effectLst/>
                        </a:rPr>
                        <a:t>高温假</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21</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8</a:t>
                      </a:r>
                      <a:r>
                        <a:rPr lang="ja-JP" altLang="en-US" sz="1000" u="none" strike="noStrike">
                          <a:effectLst/>
                        </a:rPr>
                        <a:t>月</a:t>
                      </a:r>
                      <a:r>
                        <a:rPr lang="en-US" altLang="ja-JP" sz="1000" u="none" strike="noStrike">
                          <a:effectLst/>
                        </a:rPr>
                        <a:t>23</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周四</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第</a:t>
                      </a:r>
                      <a:r>
                        <a:rPr lang="en-US" altLang="zh-CN" sz="1000" u="none" strike="noStrike">
                          <a:effectLst/>
                        </a:rPr>
                        <a:t>8</a:t>
                      </a:r>
                      <a:r>
                        <a:rPr lang="zh-CN" altLang="en-US" sz="1000" u="none" strike="noStrike">
                          <a:effectLst/>
                        </a:rPr>
                        <a:t>课课文练习</a:t>
                      </a:r>
                      <a:endParaRPr lang="zh-CN"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endParaRPr lang="ja-JP" altLang="en-US" sz="1000" b="1"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22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8</a:t>
                      </a:r>
                      <a:r>
                        <a:rPr lang="ja-JP" altLang="en-US" sz="1000" u="none" strike="noStrike">
                          <a:effectLst/>
                        </a:rPr>
                        <a:t>月</a:t>
                      </a:r>
                      <a:r>
                        <a:rPr lang="en-US" altLang="ja-JP" sz="1000" u="none" strike="noStrike">
                          <a:effectLst/>
                        </a:rPr>
                        <a:t>24</a:t>
                      </a:r>
                      <a:r>
                        <a:rPr lang="ja-JP" altLang="en-US" sz="1000" u="none" strike="noStrike">
                          <a:effectLst/>
                        </a:rPr>
                        <a:t>日</a:t>
                      </a:r>
                      <a:endParaRPr lang="ja-JP" altLang="en-US" sz="1000" b="1" i="0" u="none" strike="noStrike">
                        <a:solidFill>
                          <a:srgbClr val="FF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周五</a:t>
                      </a:r>
                      <a:endParaRPr lang="ja-JP" altLang="en-US" sz="1000" b="1" i="0" u="none" strike="noStrike">
                        <a:solidFill>
                          <a:srgbClr val="FF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en-US" sz="1000" u="none" strike="noStrike">
                          <a:effectLst/>
                        </a:rPr>
                        <a:t>IT</a:t>
                      </a:r>
                      <a:r>
                        <a:rPr lang="ja-JP" altLang="en-US" sz="1000" u="none" strike="noStrike">
                          <a:effectLst/>
                        </a:rPr>
                        <a:t>日语</a:t>
                      </a:r>
                      <a:r>
                        <a:rPr lang="en-US" altLang="ja-JP" sz="1000" u="none" strike="noStrike">
                          <a:effectLst/>
                        </a:rPr>
                        <a:t>2</a:t>
                      </a:r>
                      <a:endParaRPr lang="en-US" altLang="ja-JP" sz="1000" b="1" i="0" u="none" strike="noStrike">
                        <a:solidFill>
                          <a:srgbClr val="FF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23</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8</a:t>
                      </a:r>
                      <a:r>
                        <a:rPr lang="ja-JP" altLang="en-US" sz="1000" u="none" strike="noStrike">
                          <a:effectLst/>
                        </a:rPr>
                        <a:t>月</a:t>
                      </a:r>
                      <a:r>
                        <a:rPr lang="en-US" altLang="ja-JP" sz="1000" u="none" strike="noStrike">
                          <a:effectLst/>
                        </a:rPr>
                        <a:t>28</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周二</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第</a:t>
                      </a:r>
                      <a:r>
                        <a:rPr lang="en-US" altLang="zh-CN" sz="1000" u="none" strike="noStrike">
                          <a:effectLst/>
                        </a:rPr>
                        <a:t>9</a:t>
                      </a:r>
                      <a:r>
                        <a:rPr lang="zh-CN" altLang="en-US" sz="1000" u="none" strike="noStrike">
                          <a:effectLst/>
                        </a:rPr>
                        <a:t>课单词语法</a:t>
                      </a:r>
                      <a:endParaRPr lang="zh-CN"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endParaRPr lang="ja-JP" altLang="en-US" sz="1000" b="1"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24</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8</a:t>
                      </a:r>
                      <a:r>
                        <a:rPr lang="ja-JP" altLang="en-US" sz="1000" u="none" strike="noStrike">
                          <a:effectLst/>
                        </a:rPr>
                        <a:t>月</a:t>
                      </a:r>
                      <a:r>
                        <a:rPr lang="en-US" altLang="ja-JP" sz="1000" u="none" strike="noStrike">
                          <a:effectLst/>
                        </a:rPr>
                        <a:t>30</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周四</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第</a:t>
                      </a:r>
                      <a:r>
                        <a:rPr lang="en-US" altLang="zh-CN" sz="1000" u="none" strike="noStrike">
                          <a:effectLst/>
                        </a:rPr>
                        <a:t>9</a:t>
                      </a:r>
                      <a:r>
                        <a:rPr lang="zh-CN" altLang="en-US" sz="1000" u="none" strike="noStrike">
                          <a:effectLst/>
                        </a:rPr>
                        <a:t>课课文练习</a:t>
                      </a:r>
                      <a:endParaRPr lang="zh-CN"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endParaRPr lang="ja-JP" altLang="en-US" sz="1000" b="1"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25</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9</a:t>
                      </a:r>
                      <a:r>
                        <a:rPr lang="ja-JP" altLang="en-US" sz="1000" u="none" strike="noStrike">
                          <a:effectLst/>
                        </a:rPr>
                        <a:t>月</a:t>
                      </a:r>
                      <a:r>
                        <a:rPr lang="en-US" altLang="ja-JP" sz="1000" u="none" strike="noStrike">
                          <a:effectLst/>
                        </a:rPr>
                        <a:t>4</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周二</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第</a:t>
                      </a:r>
                      <a:r>
                        <a:rPr lang="en-US" altLang="zh-CN" sz="1000" u="none" strike="noStrike">
                          <a:effectLst/>
                        </a:rPr>
                        <a:t>10</a:t>
                      </a:r>
                      <a:r>
                        <a:rPr lang="zh-CN" altLang="en-US" sz="1000" u="none" strike="noStrike">
                          <a:effectLst/>
                        </a:rPr>
                        <a:t>课单词语法</a:t>
                      </a:r>
                      <a:endParaRPr lang="zh-CN"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endParaRPr lang="ja-JP" altLang="en-US" sz="1000" b="1"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26</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9</a:t>
                      </a:r>
                      <a:r>
                        <a:rPr lang="ja-JP" altLang="en-US" sz="1000" u="none" strike="noStrike">
                          <a:effectLst/>
                        </a:rPr>
                        <a:t>月</a:t>
                      </a:r>
                      <a:r>
                        <a:rPr lang="en-US" altLang="ja-JP" sz="1000" u="none" strike="noStrike">
                          <a:effectLst/>
                        </a:rPr>
                        <a:t>6</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周四</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第</a:t>
                      </a:r>
                      <a:r>
                        <a:rPr lang="en-US" altLang="zh-CN" sz="1000" u="none" strike="noStrike">
                          <a:effectLst/>
                        </a:rPr>
                        <a:t>10</a:t>
                      </a:r>
                      <a:r>
                        <a:rPr lang="zh-CN" altLang="en-US" sz="1000" u="none" strike="noStrike">
                          <a:effectLst/>
                        </a:rPr>
                        <a:t>课课文练习</a:t>
                      </a:r>
                      <a:endParaRPr lang="zh-CN"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endParaRPr lang="ja-JP" altLang="en-US" sz="1000" b="1"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27</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9</a:t>
                      </a:r>
                      <a:r>
                        <a:rPr lang="ja-JP" altLang="en-US" sz="1000" u="none" strike="noStrike">
                          <a:effectLst/>
                        </a:rPr>
                        <a:t>月</a:t>
                      </a:r>
                      <a:r>
                        <a:rPr lang="en-US" altLang="ja-JP" sz="1000" u="none" strike="noStrike">
                          <a:effectLst/>
                        </a:rPr>
                        <a:t>11</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周二</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第</a:t>
                      </a:r>
                      <a:r>
                        <a:rPr lang="en-US" altLang="zh-CN" sz="1000" u="none" strike="noStrike">
                          <a:effectLst/>
                        </a:rPr>
                        <a:t>11</a:t>
                      </a:r>
                      <a:r>
                        <a:rPr lang="zh-CN" altLang="en-US" sz="1000" u="none" strike="noStrike">
                          <a:effectLst/>
                        </a:rPr>
                        <a:t>课单词语法</a:t>
                      </a:r>
                      <a:endParaRPr lang="zh-CN"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endParaRPr lang="ja-JP" altLang="en-US" sz="1000" b="1"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28</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9</a:t>
                      </a:r>
                      <a:r>
                        <a:rPr lang="ja-JP" altLang="en-US" sz="1000" u="none" strike="noStrike">
                          <a:effectLst/>
                        </a:rPr>
                        <a:t>月</a:t>
                      </a:r>
                      <a:r>
                        <a:rPr lang="en-US" altLang="ja-JP" sz="1000" u="none" strike="noStrike">
                          <a:effectLst/>
                        </a:rPr>
                        <a:t>13</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周四</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第</a:t>
                      </a:r>
                      <a:r>
                        <a:rPr lang="en-US" altLang="zh-CN" sz="1000" u="none" strike="noStrike">
                          <a:effectLst/>
                        </a:rPr>
                        <a:t>11</a:t>
                      </a:r>
                      <a:r>
                        <a:rPr lang="zh-CN" altLang="en-US" sz="1000" u="none" strike="noStrike">
                          <a:effectLst/>
                        </a:rPr>
                        <a:t>课课文练习</a:t>
                      </a:r>
                      <a:endParaRPr lang="zh-CN"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endParaRPr lang="ja-JP" altLang="en-US" sz="1000" b="1"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29</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9</a:t>
                      </a:r>
                      <a:r>
                        <a:rPr lang="ja-JP" altLang="en-US" sz="1000" u="none" strike="noStrike">
                          <a:effectLst/>
                        </a:rPr>
                        <a:t>月</a:t>
                      </a:r>
                      <a:r>
                        <a:rPr lang="en-US" altLang="ja-JP" sz="1000" u="none" strike="noStrike">
                          <a:effectLst/>
                        </a:rPr>
                        <a:t>14</a:t>
                      </a:r>
                      <a:r>
                        <a:rPr lang="ja-JP" altLang="en-US" sz="1000" u="none" strike="noStrike">
                          <a:effectLst/>
                        </a:rPr>
                        <a:t>日</a:t>
                      </a:r>
                      <a:endParaRPr lang="ja-JP" altLang="en-US" sz="1000" b="1" i="0" u="none" strike="noStrike">
                        <a:solidFill>
                          <a:srgbClr val="FF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周五</a:t>
                      </a:r>
                      <a:endParaRPr lang="ja-JP" altLang="en-US" sz="1000" b="1" i="0" u="none" strike="noStrike">
                        <a:solidFill>
                          <a:srgbClr val="FF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en-US" sz="1000" u="none" strike="noStrike">
                          <a:effectLst/>
                        </a:rPr>
                        <a:t>IT</a:t>
                      </a:r>
                      <a:r>
                        <a:rPr lang="ja-JP" altLang="en-US" sz="1000" u="none" strike="noStrike">
                          <a:effectLst/>
                        </a:rPr>
                        <a:t>日语</a:t>
                      </a:r>
                      <a:r>
                        <a:rPr lang="en-US" altLang="ja-JP" sz="1000" u="none" strike="noStrike">
                          <a:effectLst/>
                        </a:rPr>
                        <a:t>3</a:t>
                      </a:r>
                      <a:endParaRPr lang="en-US" altLang="ja-JP" sz="1000" b="1" i="0" u="none" strike="noStrike">
                        <a:solidFill>
                          <a:srgbClr val="FF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endParaRPr lang="ja-JP" altLang="en-US" sz="1000" b="1"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r h="152400">
                <a:tc>
                  <a:txBody>
                    <a:bodyPr/>
                    <a:lstStyle/>
                    <a:p>
                      <a:pPr algn="ctr" fontAlgn="ctr"/>
                      <a:r>
                        <a:rPr lang="en-US" altLang="ja-JP" sz="1000" u="none" strike="noStrike">
                          <a:effectLst/>
                        </a:rPr>
                        <a:t>2</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ctr" fontAlgn="b"/>
                      <a:r>
                        <a:rPr lang="en-US" altLang="ja-JP" sz="1000" u="none" strike="noStrike">
                          <a:effectLst/>
                        </a:rPr>
                        <a:t>30</a:t>
                      </a:r>
                      <a:endParaRPr lang="en-US" altLang="ja-JP"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平成</a:t>
                      </a:r>
                      <a:r>
                        <a:rPr lang="en-US" altLang="ja-JP" sz="1000" u="none" strike="noStrike">
                          <a:effectLst/>
                        </a:rPr>
                        <a:t>30</a:t>
                      </a:r>
                      <a:r>
                        <a:rPr lang="ja-JP" altLang="en-US" sz="1000" u="none" strike="noStrike">
                          <a:effectLst/>
                        </a:rPr>
                        <a:t>年</a:t>
                      </a:r>
                      <a:r>
                        <a:rPr lang="en-US" altLang="ja-JP" sz="1000" u="none" strike="noStrike">
                          <a:effectLst/>
                        </a:rPr>
                        <a:t>9</a:t>
                      </a:r>
                      <a:r>
                        <a:rPr lang="ja-JP" altLang="en-US" sz="1000" u="none" strike="noStrike">
                          <a:effectLst/>
                        </a:rPr>
                        <a:t>月</a:t>
                      </a:r>
                      <a:r>
                        <a:rPr lang="en-US" altLang="ja-JP" sz="1000" u="none" strike="noStrike">
                          <a:effectLst/>
                        </a:rPr>
                        <a:t>18</a:t>
                      </a:r>
                      <a:r>
                        <a:rPr lang="ja-JP" altLang="en-US" sz="1000" u="none" strike="noStrike">
                          <a:effectLst/>
                        </a:rPr>
                        <a:t>日</a:t>
                      </a:r>
                      <a:endParaRPr lang="ja-JP" altLang="en-US" sz="10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ja-JP" altLang="en-US" sz="1000" u="none" strike="noStrike">
                          <a:effectLst/>
                        </a:rPr>
                        <a:t>周二</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zh-CN" altLang="en-US" sz="1000" u="none" strike="noStrike">
                          <a:effectLst/>
                        </a:rPr>
                        <a:t>第</a:t>
                      </a:r>
                      <a:r>
                        <a:rPr lang="en-US" altLang="zh-CN" sz="1000" u="none" strike="noStrike">
                          <a:effectLst/>
                        </a:rPr>
                        <a:t>12</a:t>
                      </a:r>
                      <a:r>
                        <a:rPr lang="zh-CN" altLang="en-US" sz="1000" u="none" strike="noStrike">
                          <a:effectLst/>
                        </a:rPr>
                        <a:t>课单词语法</a:t>
                      </a:r>
                      <a:endParaRPr lang="zh-CN"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b"/>
                      <a:r>
                        <a:rPr lang="ja-JP" altLang="en-US" sz="1000" u="none" strike="noStrike">
                          <a:effectLst/>
                        </a:rPr>
                        <a:t>　</a:t>
                      </a:r>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b"/>
                </a:tc>
                <a:tc>
                  <a:txBody>
                    <a:bodyPr/>
                    <a:lstStyle/>
                    <a:p>
                      <a:pPr algn="ctr" fontAlgn="ctr"/>
                      <a:endParaRPr lang="ja-JP" altLang="en-US" sz="10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r>
            </a:tbl>
          </a:graphicData>
        </a:graphic>
      </p:graphicFrame>
    </p:spTree>
    <p:extLst>
      <p:ext uri="{BB962C8B-B14F-4D97-AF65-F5344CB8AC3E}">
        <p14:creationId xmlns:p14="http://schemas.microsoft.com/office/powerpoint/2010/main" val="734741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0-#ppt_w/2"/>
                                          </p:val>
                                        </p:tav>
                                        <p:tav tm="100000">
                                          <p:val>
                                            <p:strVal val="#ppt_x"/>
                                          </p:val>
                                        </p:tav>
                                      </p:tavLst>
                                    </p:anim>
                                    <p:anim calcmode="lin" valueType="num">
                                      <p:cBhvr additive="base">
                                        <p:cTn id="8" dur="500" fill="hold"/>
                                        <p:tgtEl>
                                          <p:spTgt spid="3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1+#ppt_w/2"/>
                                          </p:val>
                                        </p:tav>
                                        <p:tav tm="100000">
                                          <p:val>
                                            <p:strVal val="#ppt_x"/>
                                          </p:val>
                                        </p:tav>
                                      </p:tavLst>
                                    </p:anim>
                                    <p:anim calcmode="lin" valueType="num">
                                      <p:cBhvr additive="base">
                                        <p:cTn id="12" dur="500" fill="hold"/>
                                        <p:tgtEl>
                                          <p:spTgt spid="29"/>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barn(inVertical)">
                                      <p:cBhvr>
                                        <p:cTn id="16" dur="500"/>
                                        <p:tgtEl>
                                          <p:spTgt spid="42"/>
                                        </p:tgtEl>
                                      </p:cBhvr>
                                    </p:animEffect>
                                  </p:childTnLst>
                                </p:cTn>
                              </p:par>
                            </p:childTnLst>
                          </p:cTn>
                        </p:par>
                        <p:par>
                          <p:cTn id="17" fill="hold">
                            <p:stCondLst>
                              <p:cond delay="1000"/>
                            </p:stCondLst>
                            <p:childTnLst>
                              <p:par>
                                <p:cTn id="18" presetID="2" presetClass="entr" presetSubtype="4" fill="hold" grpId="0" nodeType="afterEffect">
                                  <p:stCondLst>
                                    <p:cond delay="0"/>
                                  </p:stCondLst>
                                  <p:childTnLst>
                                    <p:set>
                                      <p:cBhvr>
                                        <p:cTn id="19" dur="1" fill="hold">
                                          <p:stCondLst>
                                            <p:cond delay="0"/>
                                          </p:stCondLst>
                                        </p:cTn>
                                        <p:tgtEl>
                                          <p:spTgt spid="75"/>
                                        </p:tgtEl>
                                        <p:attrNameLst>
                                          <p:attrName>style.visibility</p:attrName>
                                        </p:attrNameLst>
                                      </p:cBhvr>
                                      <p:to>
                                        <p:strVal val="visible"/>
                                      </p:to>
                                    </p:set>
                                    <p:anim calcmode="lin" valueType="num">
                                      <p:cBhvr additive="base">
                                        <p:cTn id="20" dur="500" fill="hold"/>
                                        <p:tgtEl>
                                          <p:spTgt spid="75"/>
                                        </p:tgtEl>
                                        <p:attrNameLst>
                                          <p:attrName>ppt_x</p:attrName>
                                        </p:attrNameLst>
                                      </p:cBhvr>
                                      <p:tavLst>
                                        <p:tav tm="0">
                                          <p:val>
                                            <p:strVal val="#ppt_x"/>
                                          </p:val>
                                        </p:tav>
                                        <p:tav tm="100000">
                                          <p:val>
                                            <p:strVal val="#ppt_x"/>
                                          </p:val>
                                        </p:tav>
                                      </p:tavLst>
                                    </p:anim>
                                    <p:anim calcmode="lin" valueType="num">
                                      <p:cBhvr additive="base">
                                        <p:cTn id="21"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81BB7609-8E8F-4B57-9227-14DAD6151A60}" type="slidenum">
              <a:rPr lang="de-DE" altLang="ja-JP" smtClean="0"/>
              <a:pPr/>
              <a:t>5</a:t>
            </a:fld>
            <a:endParaRPr lang="de-DE" altLang="ja-JP"/>
          </a:p>
        </p:txBody>
      </p:sp>
      <p:sp>
        <p:nvSpPr>
          <p:cNvPr id="5" name="页脚占位符 4"/>
          <p:cNvSpPr>
            <a:spLocks noGrp="1"/>
          </p:cNvSpPr>
          <p:nvPr>
            <p:ph type="ftr" sz="quarter" idx="11"/>
          </p:nvPr>
        </p:nvSpPr>
        <p:spPr/>
        <p:txBody>
          <a:bodyPr/>
          <a:lstStyle/>
          <a:p>
            <a:r>
              <a:rPr lang="de-DE" altLang="ja-JP" dirty="0" smtClean="0"/>
              <a:t>Copyright 2018 FUJITSU LIMITED</a:t>
            </a:r>
            <a:endParaRPr lang="de-DE" altLang="ja-JP" dirty="0"/>
          </a:p>
        </p:txBody>
      </p:sp>
      <p:grpSp>
        <p:nvGrpSpPr>
          <p:cNvPr id="6" name="组合 5"/>
          <p:cNvGrpSpPr/>
          <p:nvPr/>
        </p:nvGrpSpPr>
        <p:grpSpPr>
          <a:xfrm>
            <a:off x="127611" y="157669"/>
            <a:ext cx="4319423" cy="852875"/>
            <a:chOff x="3129129" y="1121776"/>
            <a:chExt cx="5933741" cy="1171624"/>
          </a:xfrm>
        </p:grpSpPr>
        <p:sp>
          <p:nvSpPr>
            <p:cNvPr id="7" name="圆角矩形 6"/>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sp>
          <p:nvSpPr>
            <p:cNvPr id="8" name="圆角矩形 7"/>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grpSp>
      <p:grpSp>
        <p:nvGrpSpPr>
          <p:cNvPr id="9" name="组合 8"/>
          <p:cNvGrpSpPr/>
          <p:nvPr/>
        </p:nvGrpSpPr>
        <p:grpSpPr>
          <a:xfrm>
            <a:off x="78119" y="73199"/>
            <a:ext cx="1169945" cy="1379589"/>
            <a:chOff x="3150395" y="933507"/>
            <a:chExt cx="1559927" cy="1839452"/>
          </a:xfrm>
        </p:grpSpPr>
        <p:grpSp>
          <p:nvGrpSpPr>
            <p:cNvPr id="10" name="组合 9"/>
            <p:cNvGrpSpPr/>
            <p:nvPr/>
          </p:nvGrpSpPr>
          <p:grpSpPr>
            <a:xfrm>
              <a:off x="3150395" y="933507"/>
              <a:ext cx="1559927" cy="1839452"/>
              <a:chOff x="3222820" y="1148080"/>
              <a:chExt cx="1484216" cy="1750177"/>
            </a:xfrm>
          </p:grpSpPr>
          <p:grpSp>
            <p:nvGrpSpPr>
              <p:cNvPr id="14" name="组合 13"/>
              <p:cNvGrpSpPr/>
              <p:nvPr/>
            </p:nvGrpSpPr>
            <p:grpSpPr>
              <a:xfrm>
                <a:off x="3420363" y="1295115"/>
                <a:ext cx="1286673" cy="1603142"/>
                <a:chOff x="7380501" y="2927402"/>
                <a:chExt cx="2311887" cy="2880512"/>
              </a:xfrm>
            </p:grpSpPr>
            <p:sp>
              <p:nvSpPr>
                <p:cNvPr id="16"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 fmla="*/ 13249 w 1687745"/>
                    <a:gd name="connsiteY0" fmla="*/ 1035368 h 2070736"/>
                    <a:gd name="connsiteX1" fmla="*/ 850497 w 1687745"/>
                    <a:gd name="connsiteY1" fmla="*/ 0 h 2070736"/>
                    <a:gd name="connsiteX2" fmla="*/ 1687745 w 1687745"/>
                    <a:gd name="connsiteY2" fmla="*/ 1035368 h 2070736"/>
                    <a:gd name="connsiteX3" fmla="*/ 850497 w 1687745"/>
                    <a:gd name="connsiteY3" fmla="*/ 2070736 h 2070736"/>
                    <a:gd name="connsiteX4" fmla="*/ 13249 w 1687745"/>
                    <a:gd name="connsiteY4" fmla="*/ 1035368 h 2070736"/>
                    <a:gd name="connsiteX0" fmla="*/ 13249 w 1696474"/>
                    <a:gd name="connsiteY0" fmla="*/ 1035368 h 2070736"/>
                    <a:gd name="connsiteX1" fmla="*/ 850497 w 1696474"/>
                    <a:gd name="connsiteY1" fmla="*/ 0 h 2070736"/>
                    <a:gd name="connsiteX2" fmla="*/ 1687745 w 1696474"/>
                    <a:gd name="connsiteY2" fmla="*/ 1035368 h 2070736"/>
                    <a:gd name="connsiteX3" fmla="*/ 850497 w 1696474"/>
                    <a:gd name="connsiteY3" fmla="*/ 2070736 h 2070736"/>
                    <a:gd name="connsiteX4" fmla="*/ 13249 w 1696474"/>
                    <a:gd name="connsiteY4" fmla="*/ 1035368 h 2070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sp>
              <p:nvSpPr>
                <p:cNvPr id="17" name="椭圆 16"/>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sp>
              <p:nvSpPr>
                <p:cNvPr id="18" name="椭圆 17"/>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grpSp>
          <p:sp>
            <p:nvSpPr>
              <p:cNvPr id="15" name="椭圆 14"/>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grpSp>
        <p:grpSp>
          <p:nvGrpSpPr>
            <p:cNvPr id="11" name="组合 10"/>
            <p:cNvGrpSpPr/>
            <p:nvPr/>
          </p:nvGrpSpPr>
          <p:grpSpPr>
            <a:xfrm>
              <a:off x="3437036" y="1269298"/>
              <a:ext cx="775805" cy="690872"/>
              <a:chOff x="1460111" y="2419508"/>
              <a:chExt cx="1032597" cy="919547"/>
            </a:xfrm>
          </p:grpSpPr>
          <p:sp>
            <p:nvSpPr>
              <p:cNvPr id="12" name="文本框 11"/>
              <p:cNvSpPr txBox="1"/>
              <p:nvPr/>
            </p:nvSpPr>
            <p:spPr>
              <a:xfrm>
                <a:off x="1460111" y="2419508"/>
                <a:ext cx="1030514" cy="819298"/>
              </a:xfrm>
              <a:prstGeom prst="rect">
                <a:avLst/>
              </a:prstGeom>
              <a:noFill/>
            </p:spPr>
            <p:txBody>
              <a:bodyPr wrap="square" rtlCol="0">
                <a:spAutoFit/>
              </a:bodyPr>
              <a:lstStyle/>
              <a:p>
                <a:pPr algn="ctr"/>
                <a:r>
                  <a:rPr lang="en-US" altLang="zh-CN" sz="2400" dirty="0" smtClean="0">
                    <a:solidFill>
                      <a:srgbClr val="E87071"/>
                    </a:solidFill>
                    <a:latin typeface="Impact" panose="020B0806030902050204" pitchFamily="34" charset="0"/>
                  </a:rPr>
                  <a:t>03</a:t>
                </a:r>
                <a:endParaRPr lang="zh-CN" altLang="en-US" sz="2400" dirty="0">
                  <a:solidFill>
                    <a:srgbClr val="E87071"/>
                  </a:solidFill>
                  <a:latin typeface="Impact" panose="020B0806030902050204" pitchFamily="34" charset="0"/>
                </a:endParaRPr>
              </a:p>
            </p:txBody>
          </p:sp>
          <p:sp>
            <p:nvSpPr>
              <p:cNvPr id="13" name="文本框 12"/>
              <p:cNvSpPr txBox="1"/>
              <p:nvPr/>
            </p:nvSpPr>
            <p:spPr>
              <a:xfrm>
                <a:off x="1462194" y="2949888"/>
                <a:ext cx="1030514" cy="389167"/>
              </a:xfrm>
              <a:prstGeom prst="rect">
                <a:avLst/>
              </a:prstGeom>
              <a:noFill/>
            </p:spPr>
            <p:txBody>
              <a:bodyPr wrap="square" rtlCol="0">
                <a:spAutoFit/>
              </a:bodyPr>
              <a:lstStyle/>
              <a:p>
                <a:pPr algn="ctr"/>
                <a:r>
                  <a:rPr lang="en-US" altLang="zh-CN" sz="825" dirty="0">
                    <a:solidFill>
                      <a:srgbClr val="E87071"/>
                    </a:solidFill>
                    <a:latin typeface="LiHei Pro" panose="020B0500000000000000" pitchFamily="34" charset="-122"/>
                    <a:ea typeface="LiHei Pro" panose="020B0500000000000000" pitchFamily="34" charset="-122"/>
                  </a:rPr>
                  <a:t>OPTION</a:t>
                </a:r>
                <a:endParaRPr lang="zh-CN" altLang="en-US" sz="825" dirty="0">
                  <a:solidFill>
                    <a:srgbClr val="E87071"/>
                  </a:solidFill>
                  <a:latin typeface="LiHei Pro" panose="020B0500000000000000" pitchFamily="34" charset="-122"/>
                  <a:ea typeface="LiHei Pro" panose="020B0500000000000000" pitchFamily="34" charset="-122"/>
                </a:endParaRPr>
              </a:p>
            </p:txBody>
          </p:sp>
        </p:grpSp>
      </p:grpSp>
      <p:grpSp>
        <p:nvGrpSpPr>
          <p:cNvPr id="19" name="组合 18"/>
          <p:cNvGrpSpPr/>
          <p:nvPr/>
        </p:nvGrpSpPr>
        <p:grpSpPr>
          <a:xfrm>
            <a:off x="1283776" y="343483"/>
            <a:ext cx="2722917" cy="471330"/>
            <a:chOff x="3446961" y="1701175"/>
            <a:chExt cx="2722917" cy="471330"/>
          </a:xfrm>
        </p:grpSpPr>
        <p:sp>
          <p:nvSpPr>
            <p:cNvPr id="20" name="文本框 19"/>
            <p:cNvSpPr txBox="1"/>
            <p:nvPr/>
          </p:nvSpPr>
          <p:spPr>
            <a:xfrm>
              <a:off x="3446961" y="1706008"/>
              <a:ext cx="2257088"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仰望星空，脚踏实地</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nvGrpSpPr>
            <p:cNvPr id="21" name="Group 13"/>
            <p:cNvGrpSpPr>
              <a:grpSpLocks noChangeAspect="1"/>
            </p:cNvGrpSpPr>
            <p:nvPr/>
          </p:nvGrpSpPr>
          <p:grpSpPr bwMode="auto">
            <a:xfrm>
              <a:off x="5704049" y="1701175"/>
              <a:ext cx="465829" cy="471330"/>
              <a:chOff x="2426" y="2781"/>
              <a:chExt cx="593" cy="600"/>
            </a:xfrm>
            <a:solidFill>
              <a:schemeClr val="bg1"/>
            </a:solidFill>
            <a:effectLst/>
          </p:grpSpPr>
          <p:sp>
            <p:nvSpPr>
              <p:cNvPr id="22" name="Freeform 14"/>
              <p:cNvSpPr>
                <a:spLocks/>
              </p:cNvSpPr>
              <p:nvPr/>
            </p:nvSpPr>
            <p:spPr bwMode="auto">
              <a:xfrm>
                <a:off x="2442" y="2805"/>
                <a:ext cx="577"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23"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pic>
        <p:nvPicPr>
          <p:cNvPr id="2" name="図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3834" y="1607473"/>
            <a:ext cx="4204042" cy="3067151"/>
          </a:xfrm>
          <a:prstGeom prst="rect">
            <a:avLst/>
          </a:prstGeom>
        </p:spPr>
      </p:pic>
      <p:sp>
        <p:nvSpPr>
          <p:cNvPr id="74" name="椭圆 23"/>
          <p:cNvSpPr/>
          <p:nvPr/>
        </p:nvSpPr>
        <p:spPr>
          <a:xfrm>
            <a:off x="441459" y="4949749"/>
            <a:ext cx="492760" cy="492760"/>
          </a:xfrm>
          <a:prstGeom prst="ellipse">
            <a:avLst/>
          </a:prstGeom>
          <a:solidFill>
            <a:srgbClr val="DAB9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Freeform 113"/>
          <p:cNvSpPr>
            <a:spLocks noEditPoints="1"/>
          </p:cNvSpPr>
          <p:nvPr/>
        </p:nvSpPr>
        <p:spPr bwMode="auto">
          <a:xfrm>
            <a:off x="548342" y="5033410"/>
            <a:ext cx="325438" cy="325438"/>
          </a:xfrm>
          <a:custGeom>
            <a:avLst/>
            <a:gdLst>
              <a:gd name="T0" fmla="*/ 67 w 71"/>
              <a:gd name="T1" fmla="*/ 8 h 71"/>
              <a:gd name="T2" fmla="*/ 67 w 71"/>
              <a:gd name="T3" fmla="*/ 8 h 71"/>
              <a:gd name="T4" fmla="*/ 67 w 71"/>
              <a:gd name="T5" fmla="*/ 26 h 71"/>
              <a:gd name="T6" fmla="*/ 57 w 71"/>
              <a:gd name="T7" fmla="*/ 36 h 71"/>
              <a:gd name="T8" fmla="*/ 39 w 71"/>
              <a:gd name="T9" fmla="*/ 36 h 71"/>
              <a:gd name="T10" fmla="*/ 39 w 71"/>
              <a:gd name="T11" fmla="*/ 36 h 71"/>
              <a:gd name="T12" fmla="*/ 36 w 71"/>
              <a:gd name="T13" fmla="*/ 39 h 71"/>
              <a:gd name="T14" fmla="*/ 36 w 71"/>
              <a:gd name="T15" fmla="*/ 57 h 71"/>
              <a:gd name="T16" fmla="*/ 26 w 71"/>
              <a:gd name="T17" fmla="*/ 67 h 71"/>
              <a:gd name="T18" fmla="*/ 17 w 71"/>
              <a:gd name="T19" fmla="*/ 71 h 71"/>
              <a:gd name="T20" fmla="*/ 3 w 71"/>
              <a:gd name="T21" fmla="*/ 63 h 71"/>
              <a:gd name="T22" fmla="*/ 3 w 71"/>
              <a:gd name="T23" fmla="*/ 45 h 71"/>
              <a:gd name="T24" fmla="*/ 3 w 71"/>
              <a:gd name="T25" fmla="*/ 45 h 71"/>
              <a:gd name="T26" fmla="*/ 22 w 71"/>
              <a:gd name="T27" fmla="*/ 31 h 71"/>
              <a:gd name="T28" fmla="*/ 31 w 71"/>
              <a:gd name="T29" fmla="*/ 35 h 71"/>
              <a:gd name="T30" fmla="*/ 35 w 71"/>
              <a:gd name="T31" fmla="*/ 32 h 71"/>
              <a:gd name="T32" fmla="*/ 31 w 71"/>
              <a:gd name="T33" fmla="*/ 23 h 71"/>
              <a:gd name="T34" fmla="*/ 35 w 71"/>
              <a:gd name="T35" fmla="*/ 14 h 71"/>
              <a:gd name="T36" fmla="*/ 45 w 71"/>
              <a:gd name="T37" fmla="*/ 4 h 71"/>
              <a:gd name="T38" fmla="*/ 53 w 71"/>
              <a:gd name="T39" fmla="*/ 0 h 71"/>
              <a:gd name="T40" fmla="*/ 62 w 71"/>
              <a:gd name="T41" fmla="*/ 4 h 71"/>
              <a:gd name="T42" fmla="*/ 63 w 71"/>
              <a:gd name="T43" fmla="*/ 12 h 71"/>
              <a:gd name="T44" fmla="*/ 58 w 71"/>
              <a:gd name="T45" fmla="*/ 8 h 71"/>
              <a:gd name="T46" fmla="*/ 48 w 71"/>
              <a:gd name="T47" fmla="*/ 8 h 71"/>
              <a:gd name="T48" fmla="*/ 36 w 71"/>
              <a:gd name="T49" fmla="*/ 23 h 71"/>
              <a:gd name="T50" fmla="*/ 38 w 71"/>
              <a:gd name="T51" fmla="*/ 28 h 71"/>
              <a:gd name="T52" fmla="*/ 39 w 71"/>
              <a:gd name="T53" fmla="*/ 28 h 71"/>
              <a:gd name="T54" fmla="*/ 47 w 71"/>
              <a:gd name="T55" fmla="*/ 23 h 71"/>
              <a:gd name="T56" fmla="*/ 43 w 71"/>
              <a:gd name="T57" fmla="*/ 32 h 71"/>
              <a:gd name="T58" fmla="*/ 43 w 71"/>
              <a:gd name="T59" fmla="*/ 32 h 71"/>
              <a:gd name="T60" fmla="*/ 53 w 71"/>
              <a:gd name="T61" fmla="*/ 32 h 71"/>
              <a:gd name="T62" fmla="*/ 63 w 71"/>
              <a:gd name="T63" fmla="*/ 22 h 71"/>
              <a:gd name="T64" fmla="*/ 65 w 71"/>
              <a:gd name="T65" fmla="*/ 17 h 71"/>
              <a:gd name="T66" fmla="*/ 63 w 71"/>
              <a:gd name="T67" fmla="*/ 12 h 71"/>
              <a:gd name="T68" fmla="*/ 32 w 71"/>
              <a:gd name="T69" fmla="*/ 43 h 71"/>
              <a:gd name="T70" fmla="*/ 27 w 71"/>
              <a:gd name="T71" fmla="*/ 48 h 71"/>
              <a:gd name="T72" fmla="*/ 23 w 71"/>
              <a:gd name="T73" fmla="*/ 44 h 71"/>
              <a:gd name="T74" fmla="*/ 27 w 71"/>
              <a:gd name="T75" fmla="*/ 39 h 71"/>
              <a:gd name="T76" fmla="*/ 22 w 71"/>
              <a:gd name="T77" fmla="*/ 37 h 71"/>
              <a:gd name="T78" fmla="*/ 17 w 71"/>
              <a:gd name="T79" fmla="*/ 39 h 71"/>
              <a:gd name="T80" fmla="*/ 7 w 71"/>
              <a:gd name="T81" fmla="*/ 49 h 71"/>
              <a:gd name="T82" fmla="*/ 7 w 71"/>
              <a:gd name="T83" fmla="*/ 59 h 71"/>
              <a:gd name="T84" fmla="*/ 17 w 71"/>
              <a:gd name="T85" fmla="*/ 65 h 71"/>
              <a:gd name="T86" fmla="*/ 22 w 71"/>
              <a:gd name="T87" fmla="*/ 63 h 71"/>
              <a:gd name="T88" fmla="*/ 32 w 71"/>
              <a:gd name="T89" fmla="*/ 53 h 71"/>
              <a:gd name="T90" fmla="*/ 32 w 71"/>
              <a:gd name="T91" fmla="*/ 4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1" h="71">
                <a:moveTo>
                  <a:pt x="62" y="4"/>
                </a:moveTo>
                <a:cubicBezTo>
                  <a:pt x="67" y="8"/>
                  <a:pt x="67" y="8"/>
                  <a:pt x="67" y="8"/>
                </a:cubicBezTo>
                <a:cubicBezTo>
                  <a:pt x="67" y="8"/>
                  <a:pt x="67" y="8"/>
                  <a:pt x="67" y="8"/>
                </a:cubicBezTo>
                <a:cubicBezTo>
                  <a:pt x="67" y="8"/>
                  <a:pt x="67" y="8"/>
                  <a:pt x="67" y="8"/>
                </a:cubicBezTo>
                <a:cubicBezTo>
                  <a:pt x="69" y="11"/>
                  <a:pt x="71" y="14"/>
                  <a:pt x="71" y="17"/>
                </a:cubicBezTo>
                <a:cubicBezTo>
                  <a:pt x="71" y="20"/>
                  <a:pt x="69" y="24"/>
                  <a:pt x="67" y="26"/>
                </a:cubicBezTo>
                <a:cubicBezTo>
                  <a:pt x="67" y="26"/>
                  <a:pt x="67" y="26"/>
                  <a:pt x="67" y="26"/>
                </a:cubicBezTo>
                <a:cubicBezTo>
                  <a:pt x="57" y="36"/>
                  <a:pt x="57" y="36"/>
                  <a:pt x="57" y="36"/>
                </a:cubicBezTo>
                <a:cubicBezTo>
                  <a:pt x="55" y="39"/>
                  <a:pt x="51" y="40"/>
                  <a:pt x="48" y="40"/>
                </a:cubicBezTo>
                <a:cubicBezTo>
                  <a:pt x="45" y="40"/>
                  <a:pt x="42" y="39"/>
                  <a:pt x="39" y="36"/>
                </a:cubicBezTo>
                <a:cubicBezTo>
                  <a:pt x="39" y="36"/>
                  <a:pt x="39" y="36"/>
                  <a:pt x="39" y="36"/>
                </a:cubicBezTo>
                <a:cubicBezTo>
                  <a:pt x="39" y="36"/>
                  <a:pt x="39" y="36"/>
                  <a:pt x="39" y="36"/>
                </a:cubicBezTo>
                <a:cubicBezTo>
                  <a:pt x="35" y="39"/>
                  <a:pt x="35" y="39"/>
                  <a:pt x="35" y="39"/>
                </a:cubicBezTo>
                <a:cubicBezTo>
                  <a:pt x="36" y="39"/>
                  <a:pt x="36" y="39"/>
                  <a:pt x="36" y="39"/>
                </a:cubicBezTo>
                <a:cubicBezTo>
                  <a:pt x="38" y="42"/>
                  <a:pt x="40" y="45"/>
                  <a:pt x="40" y="48"/>
                </a:cubicBezTo>
                <a:cubicBezTo>
                  <a:pt x="40" y="52"/>
                  <a:pt x="38" y="55"/>
                  <a:pt x="36" y="57"/>
                </a:cubicBezTo>
                <a:cubicBezTo>
                  <a:pt x="36" y="57"/>
                  <a:pt x="36" y="57"/>
                  <a:pt x="36" y="57"/>
                </a:cubicBezTo>
                <a:cubicBezTo>
                  <a:pt x="26" y="67"/>
                  <a:pt x="26" y="67"/>
                  <a:pt x="26" y="67"/>
                </a:cubicBezTo>
                <a:cubicBezTo>
                  <a:pt x="26" y="67"/>
                  <a:pt x="26" y="67"/>
                  <a:pt x="26" y="67"/>
                </a:cubicBezTo>
                <a:cubicBezTo>
                  <a:pt x="23" y="70"/>
                  <a:pt x="20" y="71"/>
                  <a:pt x="17" y="71"/>
                </a:cubicBezTo>
                <a:cubicBezTo>
                  <a:pt x="14" y="71"/>
                  <a:pt x="11" y="70"/>
                  <a:pt x="8" y="67"/>
                </a:cubicBezTo>
                <a:cubicBezTo>
                  <a:pt x="3" y="63"/>
                  <a:pt x="3" y="63"/>
                  <a:pt x="3" y="63"/>
                </a:cubicBezTo>
                <a:cubicBezTo>
                  <a:pt x="1" y="60"/>
                  <a:pt x="0" y="57"/>
                  <a:pt x="0" y="54"/>
                </a:cubicBezTo>
                <a:cubicBezTo>
                  <a:pt x="0" y="50"/>
                  <a:pt x="1" y="47"/>
                  <a:pt x="3" y="45"/>
                </a:cubicBezTo>
                <a:cubicBezTo>
                  <a:pt x="3" y="45"/>
                  <a:pt x="3" y="45"/>
                  <a:pt x="3" y="45"/>
                </a:cubicBezTo>
                <a:cubicBezTo>
                  <a:pt x="3" y="45"/>
                  <a:pt x="3" y="45"/>
                  <a:pt x="3" y="45"/>
                </a:cubicBezTo>
                <a:cubicBezTo>
                  <a:pt x="13" y="35"/>
                  <a:pt x="13" y="35"/>
                  <a:pt x="13" y="35"/>
                </a:cubicBezTo>
                <a:cubicBezTo>
                  <a:pt x="16" y="32"/>
                  <a:pt x="19" y="31"/>
                  <a:pt x="22" y="31"/>
                </a:cubicBezTo>
                <a:cubicBezTo>
                  <a:pt x="26" y="31"/>
                  <a:pt x="29" y="32"/>
                  <a:pt x="31" y="35"/>
                </a:cubicBezTo>
                <a:cubicBezTo>
                  <a:pt x="31" y="35"/>
                  <a:pt x="31" y="35"/>
                  <a:pt x="31" y="35"/>
                </a:cubicBezTo>
                <a:cubicBezTo>
                  <a:pt x="32" y="35"/>
                  <a:pt x="32" y="35"/>
                  <a:pt x="32" y="35"/>
                </a:cubicBezTo>
                <a:cubicBezTo>
                  <a:pt x="35" y="32"/>
                  <a:pt x="35" y="32"/>
                  <a:pt x="35" y="32"/>
                </a:cubicBezTo>
                <a:cubicBezTo>
                  <a:pt x="35" y="31"/>
                  <a:pt x="35" y="31"/>
                  <a:pt x="35" y="31"/>
                </a:cubicBezTo>
                <a:cubicBezTo>
                  <a:pt x="32" y="29"/>
                  <a:pt x="31" y="26"/>
                  <a:pt x="31" y="23"/>
                </a:cubicBezTo>
                <a:cubicBezTo>
                  <a:pt x="31" y="19"/>
                  <a:pt x="32" y="16"/>
                  <a:pt x="35" y="14"/>
                </a:cubicBezTo>
                <a:cubicBezTo>
                  <a:pt x="35" y="14"/>
                  <a:pt x="35" y="14"/>
                  <a:pt x="35" y="14"/>
                </a:cubicBezTo>
                <a:cubicBezTo>
                  <a:pt x="35" y="14"/>
                  <a:pt x="35" y="14"/>
                  <a:pt x="35" y="14"/>
                </a:cubicBezTo>
                <a:cubicBezTo>
                  <a:pt x="45" y="4"/>
                  <a:pt x="45" y="4"/>
                  <a:pt x="45" y="4"/>
                </a:cubicBezTo>
                <a:cubicBezTo>
                  <a:pt x="44" y="4"/>
                  <a:pt x="44" y="4"/>
                  <a:pt x="44" y="4"/>
                </a:cubicBezTo>
                <a:cubicBezTo>
                  <a:pt x="47" y="1"/>
                  <a:pt x="50" y="0"/>
                  <a:pt x="53" y="0"/>
                </a:cubicBezTo>
                <a:cubicBezTo>
                  <a:pt x="57" y="0"/>
                  <a:pt x="60" y="1"/>
                  <a:pt x="62" y="4"/>
                </a:cubicBezTo>
                <a:cubicBezTo>
                  <a:pt x="62" y="4"/>
                  <a:pt x="62" y="4"/>
                  <a:pt x="62" y="4"/>
                </a:cubicBezTo>
                <a:close/>
                <a:moveTo>
                  <a:pt x="63" y="12"/>
                </a:moveTo>
                <a:cubicBezTo>
                  <a:pt x="63" y="12"/>
                  <a:pt x="63" y="12"/>
                  <a:pt x="63" y="12"/>
                </a:cubicBezTo>
                <a:cubicBezTo>
                  <a:pt x="59" y="8"/>
                  <a:pt x="59" y="8"/>
                  <a:pt x="59" y="8"/>
                </a:cubicBezTo>
                <a:cubicBezTo>
                  <a:pt x="58" y="8"/>
                  <a:pt x="58" y="8"/>
                  <a:pt x="58" y="8"/>
                </a:cubicBezTo>
                <a:cubicBezTo>
                  <a:pt x="57" y="6"/>
                  <a:pt x="55" y="6"/>
                  <a:pt x="53" y="6"/>
                </a:cubicBezTo>
                <a:cubicBezTo>
                  <a:pt x="52" y="6"/>
                  <a:pt x="50" y="6"/>
                  <a:pt x="48" y="8"/>
                </a:cubicBezTo>
                <a:cubicBezTo>
                  <a:pt x="38" y="18"/>
                  <a:pt x="38" y="18"/>
                  <a:pt x="38" y="18"/>
                </a:cubicBezTo>
                <a:cubicBezTo>
                  <a:pt x="37" y="19"/>
                  <a:pt x="36" y="21"/>
                  <a:pt x="36" y="23"/>
                </a:cubicBezTo>
                <a:cubicBezTo>
                  <a:pt x="36" y="23"/>
                  <a:pt x="36" y="23"/>
                  <a:pt x="36" y="23"/>
                </a:cubicBezTo>
                <a:cubicBezTo>
                  <a:pt x="36" y="24"/>
                  <a:pt x="37" y="26"/>
                  <a:pt x="38" y="28"/>
                </a:cubicBezTo>
                <a:cubicBezTo>
                  <a:pt x="38" y="28"/>
                  <a:pt x="38" y="28"/>
                  <a:pt x="38" y="28"/>
                </a:cubicBezTo>
                <a:cubicBezTo>
                  <a:pt x="39" y="28"/>
                  <a:pt x="39" y="28"/>
                  <a:pt x="39" y="28"/>
                </a:cubicBezTo>
                <a:cubicBezTo>
                  <a:pt x="44" y="23"/>
                  <a:pt x="44" y="23"/>
                  <a:pt x="44" y="23"/>
                </a:cubicBezTo>
                <a:cubicBezTo>
                  <a:pt x="45" y="22"/>
                  <a:pt x="46" y="22"/>
                  <a:pt x="47" y="23"/>
                </a:cubicBezTo>
                <a:cubicBezTo>
                  <a:pt x="48" y="24"/>
                  <a:pt x="48" y="26"/>
                  <a:pt x="47" y="27"/>
                </a:cubicBezTo>
                <a:cubicBezTo>
                  <a:pt x="43" y="32"/>
                  <a:pt x="43" y="32"/>
                  <a:pt x="43" y="32"/>
                </a:cubicBezTo>
                <a:cubicBezTo>
                  <a:pt x="43" y="32"/>
                  <a:pt x="43" y="32"/>
                  <a:pt x="43" y="32"/>
                </a:cubicBezTo>
                <a:cubicBezTo>
                  <a:pt x="43" y="32"/>
                  <a:pt x="43" y="32"/>
                  <a:pt x="43" y="32"/>
                </a:cubicBezTo>
                <a:cubicBezTo>
                  <a:pt x="44" y="34"/>
                  <a:pt x="46" y="34"/>
                  <a:pt x="48" y="34"/>
                </a:cubicBezTo>
                <a:cubicBezTo>
                  <a:pt x="50" y="34"/>
                  <a:pt x="52" y="34"/>
                  <a:pt x="53" y="32"/>
                </a:cubicBezTo>
                <a:cubicBezTo>
                  <a:pt x="53" y="32"/>
                  <a:pt x="53" y="32"/>
                  <a:pt x="53" y="32"/>
                </a:cubicBezTo>
                <a:cubicBezTo>
                  <a:pt x="63" y="22"/>
                  <a:pt x="63" y="22"/>
                  <a:pt x="63" y="22"/>
                </a:cubicBezTo>
                <a:cubicBezTo>
                  <a:pt x="63" y="22"/>
                  <a:pt x="63" y="22"/>
                  <a:pt x="63" y="22"/>
                </a:cubicBezTo>
                <a:cubicBezTo>
                  <a:pt x="64" y="21"/>
                  <a:pt x="65" y="19"/>
                  <a:pt x="65" y="17"/>
                </a:cubicBezTo>
                <a:cubicBezTo>
                  <a:pt x="65" y="17"/>
                  <a:pt x="65" y="17"/>
                  <a:pt x="65" y="17"/>
                </a:cubicBezTo>
                <a:cubicBezTo>
                  <a:pt x="65" y="15"/>
                  <a:pt x="64" y="14"/>
                  <a:pt x="63" y="12"/>
                </a:cubicBezTo>
                <a:close/>
                <a:moveTo>
                  <a:pt x="32" y="43"/>
                </a:moveTo>
                <a:cubicBezTo>
                  <a:pt x="32" y="43"/>
                  <a:pt x="32" y="43"/>
                  <a:pt x="32" y="43"/>
                </a:cubicBezTo>
                <a:cubicBezTo>
                  <a:pt x="32" y="43"/>
                  <a:pt x="32" y="43"/>
                  <a:pt x="32" y="43"/>
                </a:cubicBezTo>
                <a:cubicBezTo>
                  <a:pt x="27" y="48"/>
                  <a:pt x="27" y="48"/>
                  <a:pt x="27" y="48"/>
                </a:cubicBezTo>
                <a:cubicBezTo>
                  <a:pt x="26" y="49"/>
                  <a:pt x="24" y="49"/>
                  <a:pt x="23" y="48"/>
                </a:cubicBezTo>
                <a:cubicBezTo>
                  <a:pt x="22" y="47"/>
                  <a:pt x="22" y="45"/>
                  <a:pt x="23" y="44"/>
                </a:cubicBezTo>
                <a:cubicBezTo>
                  <a:pt x="28" y="39"/>
                  <a:pt x="28" y="39"/>
                  <a:pt x="28" y="39"/>
                </a:cubicBezTo>
                <a:cubicBezTo>
                  <a:pt x="27" y="39"/>
                  <a:pt x="27" y="39"/>
                  <a:pt x="27" y="39"/>
                </a:cubicBezTo>
                <a:cubicBezTo>
                  <a:pt x="27" y="39"/>
                  <a:pt x="27" y="39"/>
                  <a:pt x="27" y="39"/>
                </a:cubicBezTo>
                <a:cubicBezTo>
                  <a:pt x="26" y="37"/>
                  <a:pt x="24" y="37"/>
                  <a:pt x="22" y="37"/>
                </a:cubicBezTo>
                <a:cubicBezTo>
                  <a:pt x="21" y="37"/>
                  <a:pt x="19" y="37"/>
                  <a:pt x="17" y="39"/>
                </a:cubicBezTo>
                <a:cubicBezTo>
                  <a:pt x="17" y="39"/>
                  <a:pt x="17" y="39"/>
                  <a:pt x="17" y="39"/>
                </a:cubicBezTo>
                <a:cubicBezTo>
                  <a:pt x="7" y="49"/>
                  <a:pt x="7" y="49"/>
                  <a:pt x="7" y="49"/>
                </a:cubicBezTo>
                <a:cubicBezTo>
                  <a:pt x="7" y="49"/>
                  <a:pt x="7" y="49"/>
                  <a:pt x="7" y="49"/>
                </a:cubicBezTo>
                <a:cubicBezTo>
                  <a:pt x="6" y="50"/>
                  <a:pt x="5" y="52"/>
                  <a:pt x="5" y="54"/>
                </a:cubicBezTo>
                <a:cubicBezTo>
                  <a:pt x="5" y="55"/>
                  <a:pt x="6" y="57"/>
                  <a:pt x="7" y="59"/>
                </a:cubicBezTo>
                <a:cubicBezTo>
                  <a:pt x="12" y="63"/>
                  <a:pt x="12" y="63"/>
                  <a:pt x="12" y="63"/>
                </a:cubicBezTo>
                <a:cubicBezTo>
                  <a:pt x="13" y="65"/>
                  <a:pt x="15" y="65"/>
                  <a:pt x="17" y="65"/>
                </a:cubicBezTo>
                <a:cubicBezTo>
                  <a:pt x="19" y="65"/>
                  <a:pt x="21" y="65"/>
                  <a:pt x="22" y="63"/>
                </a:cubicBezTo>
                <a:cubicBezTo>
                  <a:pt x="22" y="63"/>
                  <a:pt x="22" y="63"/>
                  <a:pt x="22" y="63"/>
                </a:cubicBezTo>
                <a:cubicBezTo>
                  <a:pt x="32" y="53"/>
                  <a:pt x="32" y="53"/>
                  <a:pt x="32" y="53"/>
                </a:cubicBezTo>
                <a:cubicBezTo>
                  <a:pt x="32" y="53"/>
                  <a:pt x="32" y="53"/>
                  <a:pt x="32" y="53"/>
                </a:cubicBezTo>
                <a:cubicBezTo>
                  <a:pt x="33" y="52"/>
                  <a:pt x="34" y="50"/>
                  <a:pt x="34" y="48"/>
                </a:cubicBezTo>
                <a:cubicBezTo>
                  <a:pt x="34" y="46"/>
                  <a:pt x="33" y="45"/>
                  <a:pt x="32" y="43"/>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 name="正方形/長方形 2"/>
          <p:cNvSpPr/>
          <p:nvPr/>
        </p:nvSpPr>
        <p:spPr>
          <a:xfrm>
            <a:off x="1090889" y="5011463"/>
            <a:ext cx="2775119" cy="369332"/>
          </a:xfrm>
          <a:prstGeom prst="rect">
            <a:avLst/>
          </a:prstGeom>
        </p:spPr>
        <p:txBody>
          <a:bodyPr wrap="none">
            <a:spAutoFit/>
          </a:bodyPr>
          <a:lstStyle/>
          <a:p>
            <a:r>
              <a:rPr lang="en-US" altLang="zh-CN" dirty="0" smtClean="0">
                <a:solidFill>
                  <a:schemeClr val="tx1">
                    <a:lumMod val="65000"/>
                    <a:lumOff val="35000"/>
                  </a:schemeClr>
                </a:solidFill>
                <a:cs typeface="Calibri" panose="020F0502020204030204" pitchFamily="18" charset="0"/>
                <a:sym typeface="+mn-ea"/>
              </a:rPr>
              <a:t>2018</a:t>
            </a:r>
            <a:r>
              <a:rPr lang="zh-CN" altLang="en-US" dirty="0" smtClean="0">
                <a:solidFill>
                  <a:schemeClr val="tx1">
                    <a:lumMod val="65000"/>
                    <a:lumOff val="35000"/>
                  </a:schemeClr>
                </a:solidFill>
                <a:cs typeface="Calibri" panose="020F0502020204030204" pitchFamily="18" charset="0"/>
                <a:sym typeface="+mn-ea"/>
              </a:rPr>
              <a:t>新人演习最佳团队奖</a:t>
            </a:r>
            <a:endParaRPr lang="en-US" altLang="zh-CN" dirty="0">
              <a:solidFill>
                <a:schemeClr val="tx1">
                  <a:lumMod val="65000"/>
                  <a:lumOff val="35000"/>
                </a:schemeClr>
              </a:solidFill>
              <a:cs typeface="Calibri" panose="020F0502020204030204" pitchFamily="18" charset="0"/>
            </a:endParaRPr>
          </a:p>
        </p:txBody>
      </p:sp>
      <p:pic>
        <p:nvPicPr>
          <p:cNvPr id="28" name="図 2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99007" y="1607472"/>
            <a:ext cx="2745401" cy="3067151"/>
          </a:xfrm>
          <a:prstGeom prst="rect">
            <a:avLst/>
          </a:prstGeom>
        </p:spPr>
      </p:pic>
      <p:sp>
        <p:nvSpPr>
          <p:cNvPr id="78" name="椭圆 20"/>
          <p:cNvSpPr/>
          <p:nvPr/>
        </p:nvSpPr>
        <p:spPr>
          <a:xfrm>
            <a:off x="5017408" y="4949749"/>
            <a:ext cx="492760" cy="492760"/>
          </a:xfrm>
          <a:prstGeom prst="ellipse">
            <a:avLst/>
          </a:prstGeom>
          <a:solidFill>
            <a:srgbClr val="DAB9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Freeform 92"/>
          <p:cNvSpPr>
            <a:spLocks noEditPoints="1"/>
          </p:cNvSpPr>
          <p:nvPr/>
        </p:nvSpPr>
        <p:spPr bwMode="auto">
          <a:xfrm>
            <a:off x="5101069" y="5081829"/>
            <a:ext cx="325438" cy="228600"/>
          </a:xfrm>
          <a:custGeom>
            <a:avLst/>
            <a:gdLst>
              <a:gd name="T0" fmla="*/ 57 w 71"/>
              <a:gd name="T1" fmla="*/ 44 h 50"/>
              <a:gd name="T2" fmla="*/ 65 w 71"/>
              <a:gd name="T3" fmla="*/ 36 h 50"/>
              <a:gd name="T4" fmla="*/ 58 w 71"/>
              <a:gd name="T5" fmla="*/ 27 h 50"/>
              <a:gd name="T6" fmla="*/ 56 w 71"/>
              <a:gd name="T7" fmla="*/ 24 h 50"/>
              <a:gd name="T8" fmla="*/ 37 w 71"/>
              <a:gd name="T9" fmla="*/ 6 h 50"/>
              <a:gd name="T10" fmla="*/ 20 w 71"/>
              <a:gd name="T11" fmla="*/ 17 h 50"/>
              <a:gd name="T12" fmla="*/ 9 w 71"/>
              <a:gd name="T13" fmla="*/ 23 h 50"/>
              <a:gd name="T14" fmla="*/ 9 w 71"/>
              <a:gd name="T15" fmla="*/ 41 h 50"/>
              <a:gd name="T16" fmla="*/ 18 w 71"/>
              <a:gd name="T17" fmla="*/ 44 h 50"/>
              <a:gd name="T18" fmla="*/ 19 w 71"/>
              <a:gd name="T19" fmla="*/ 30 h 50"/>
              <a:gd name="T20" fmla="*/ 19 w 71"/>
              <a:gd name="T21" fmla="*/ 28 h 50"/>
              <a:gd name="T22" fmla="*/ 24 w 71"/>
              <a:gd name="T23" fmla="*/ 31 h 50"/>
              <a:gd name="T24" fmla="*/ 26 w 71"/>
              <a:gd name="T25" fmla="*/ 20 h 50"/>
              <a:gd name="T26" fmla="*/ 28 w 71"/>
              <a:gd name="T27" fmla="*/ 31 h 50"/>
              <a:gd name="T28" fmla="*/ 33 w 71"/>
              <a:gd name="T29" fmla="*/ 28 h 50"/>
              <a:gd name="T30" fmla="*/ 27 w 71"/>
              <a:gd name="T31" fmla="*/ 36 h 50"/>
              <a:gd name="T32" fmla="*/ 27 w 71"/>
              <a:gd name="T33" fmla="*/ 36 h 50"/>
              <a:gd name="T34" fmla="*/ 27 w 71"/>
              <a:gd name="T35" fmla="*/ 37 h 50"/>
              <a:gd name="T36" fmla="*/ 27 w 71"/>
              <a:gd name="T37" fmla="*/ 37 h 50"/>
              <a:gd name="T38" fmla="*/ 25 w 71"/>
              <a:gd name="T39" fmla="*/ 37 h 50"/>
              <a:gd name="T40" fmla="*/ 25 w 71"/>
              <a:gd name="T41" fmla="*/ 37 h 50"/>
              <a:gd name="T42" fmla="*/ 25 w 71"/>
              <a:gd name="T43" fmla="*/ 36 h 50"/>
              <a:gd name="T44" fmla="*/ 25 w 71"/>
              <a:gd name="T45" fmla="*/ 36 h 50"/>
              <a:gd name="T46" fmla="*/ 38 w 71"/>
              <a:gd name="T47" fmla="*/ 29 h 50"/>
              <a:gd name="T48" fmla="*/ 35 w 71"/>
              <a:gd name="T49" fmla="*/ 29 h 50"/>
              <a:gd name="T50" fmla="*/ 41 w 71"/>
              <a:gd name="T51" fmla="*/ 21 h 50"/>
              <a:gd name="T52" fmla="*/ 41 w 71"/>
              <a:gd name="T53" fmla="*/ 21 h 50"/>
              <a:gd name="T54" fmla="*/ 42 w 71"/>
              <a:gd name="T55" fmla="*/ 20 h 50"/>
              <a:gd name="T56" fmla="*/ 42 w 71"/>
              <a:gd name="T57" fmla="*/ 20 h 50"/>
              <a:gd name="T58" fmla="*/ 43 w 71"/>
              <a:gd name="T59" fmla="*/ 20 h 50"/>
              <a:gd name="T60" fmla="*/ 43 w 71"/>
              <a:gd name="T61" fmla="*/ 20 h 50"/>
              <a:gd name="T62" fmla="*/ 44 w 71"/>
              <a:gd name="T63" fmla="*/ 21 h 50"/>
              <a:gd name="T64" fmla="*/ 44 w 71"/>
              <a:gd name="T65" fmla="*/ 21 h 50"/>
              <a:gd name="T66" fmla="*/ 50 w 71"/>
              <a:gd name="T67" fmla="*/ 29 h 50"/>
              <a:gd name="T68" fmla="*/ 44 w 71"/>
              <a:gd name="T69" fmla="*/ 26 h 50"/>
              <a:gd name="T70" fmla="*/ 43 w 71"/>
              <a:gd name="T71" fmla="*/ 37 h 50"/>
              <a:gd name="T72" fmla="*/ 41 w 71"/>
              <a:gd name="T73" fmla="*/ 26 h 50"/>
              <a:gd name="T74" fmla="*/ 67 w 71"/>
              <a:gd name="T75" fmla="*/ 46 h 50"/>
              <a:gd name="T76" fmla="*/ 57 w 71"/>
              <a:gd name="T77" fmla="*/ 50 h 50"/>
              <a:gd name="T78" fmla="*/ 18 w 71"/>
              <a:gd name="T79" fmla="*/ 50 h 50"/>
              <a:gd name="T80" fmla="*/ 0 w 71"/>
              <a:gd name="T81" fmla="*/ 31 h 50"/>
              <a:gd name="T82" fmla="*/ 16 w 71"/>
              <a:gd name="T83" fmla="*/ 13 h 50"/>
              <a:gd name="T84" fmla="*/ 37 w 71"/>
              <a:gd name="T85" fmla="*/ 0 h 50"/>
              <a:gd name="T86" fmla="*/ 61 w 71"/>
              <a:gd name="T87" fmla="*/ 22 h 50"/>
              <a:gd name="T88" fmla="*/ 71 w 71"/>
              <a:gd name="T89" fmla="*/ 36 h 50"/>
              <a:gd name="T90" fmla="*/ 67 w 71"/>
              <a:gd name="T91" fmla="*/ 4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1" h="50">
                <a:moveTo>
                  <a:pt x="57" y="44"/>
                </a:moveTo>
                <a:cubicBezTo>
                  <a:pt x="57" y="44"/>
                  <a:pt x="57" y="44"/>
                  <a:pt x="57" y="44"/>
                </a:cubicBezTo>
                <a:cubicBezTo>
                  <a:pt x="59" y="44"/>
                  <a:pt x="61" y="43"/>
                  <a:pt x="63" y="42"/>
                </a:cubicBezTo>
                <a:cubicBezTo>
                  <a:pt x="64" y="40"/>
                  <a:pt x="65" y="38"/>
                  <a:pt x="65" y="36"/>
                </a:cubicBezTo>
                <a:cubicBezTo>
                  <a:pt x="65" y="33"/>
                  <a:pt x="65" y="32"/>
                  <a:pt x="63" y="30"/>
                </a:cubicBezTo>
                <a:cubicBezTo>
                  <a:pt x="62" y="28"/>
                  <a:pt x="60" y="27"/>
                  <a:pt x="58" y="27"/>
                </a:cubicBezTo>
                <a:cubicBezTo>
                  <a:pt x="57" y="27"/>
                  <a:pt x="56" y="26"/>
                  <a:pt x="56" y="24"/>
                </a:cubicBezTo>
                <a:cubicBezTo>
                  <a:pt x="56" y="24"/>
                  <a:pt x="56" y="24"/>
                  <a:pt x="56" y="24"/>
                </a:cubicBezTo>
                <a:cubicBezTo>
                  <a:pt x="56" y="19"/>
                  <a:pt x="54" y="14"/>
                  <a:pt x="50" y="11"/>
                </a:cubicBezTo>
                <a:cubicBezTo>
                  <a:pt x="47" y="8"/>
                  <a:pt x="42" y="6"/>
                  <a:pt x="37" y="6"/>
                </a:cubicBezTo>
                <a:cubicBezTo>
                  <a:pt x="33" y="6"/>
                  <a:pt x="30" y="7"/>
                  <a:pt x="27" y="9"/>
                </a:cubicBezTo>
                <a:cubicBezTo>
                  <a:pt x="24" y="11"/>
                  <a:pt x="21" y="14"/>
                  <a:pt x="20" y="17"/>
                </a:cubicBezTo>
                <a:cubicBezTo>
                  <a:pt x="19" y="18"/>
                  <a:pt x="18" y="19"/>
                  <a:pt x="17" y="19"/>
                </a:cubicBezTo>
                <a:cubicBezTo>
                  <a:pt x="14" y="19"/>
                  <a:pt x="11" y="20"/>
                  <a:pt x="9" y="23"/>
                </a:cubicBezTo>
                <a:cubicBezTo>
                  <a:pt x="7" y="25"/>
                  <a:pt x="5" y="28"/>
                  <a:pt x="5" y="31"/>
                </a:cubicBezTo>
                <a:cubicBezTo>
                  <a:pt x="5" y="35"/>
                  <a:pt x="7" y="38"/>
                  <a:pt x="9" y="41"/>
                </a:cubicBezTo>
                <a:cubicBezTo>
                  <a:pt x="9" y="41"/>
                  <a:pt x="9" y="41"/>
                  <a:pt x="9" y="41"/>
                </a:cubicBezTo>
                <a:cubicBezTo>
                  <a:pt x="12" y="43"/>
                  <a:pt x="15" y="44"/>
                  <a:pt x="18" y="44"/>
                </a:cubicBezTo>
                <a:cubicBezTo>
                  <a:pt x="57" y="44"/>
                  <a:pt x="57" y="44"/>
                  <a:pt x="57" y="44"/>
                </a:cubicBezTo>
                <a:close/>
                <a:moveTo>
                  <a:pt x="19" y="30"/>
                </a:moveTo>
                <a:cubicBezTo>
                  <a:pt x="19" y="30"/>
                  <a:pt x="19" y="30"/>
                  <a:pt x="19" y="30"/>
                </a:cubicBezTo>
                <a:cubicBezTo>
                  <a:pt x="18" y="30"/>
                  <a:pt x="18" y="29"/>
                  <a:pt x="19" y="28"/>
                </a:cubicBezTo>
                <a:cubicBezTo>
                  <a:pt x="19" y="27"/>
                  <a:pt x="20" y="27"/>
                  <a:pt x="21" y="28"/>
                </a:cubicBezTo>
                <a:cubicBezTo>
                  <a:pt x="24" y="31"/>
                  <a:pt x="24" y="31"/>
                  <a:pt x="24" y="31"/>
                </a:cubicBezTo>
                <a:cubicBezTo>
                  <a:pt x="24" y="22"/>
                  <a:pt x="24" y="22"/>
                  <a:pt x="24" y="22"/>
                </a:cubicBezTo>
                <a:cubicBezTo>
                  <a:pt x="24" y="21"/>
                  <a:pt x="25" y="20"/>
                  <a:pt x="26" y="20"/>
                </a:cubicBezTo>
                <a:cubicBezTo>
                  <a:pt x="27" y="20"/>
                  <a:pt x="28" y="21"/>
                  <a:pt x="28" y="22"/>
                </a:cubicBezTo>
                <a:cubicBezTo>
                  <a:pt x="28" y="31"/>
                  <a:pt x="28" y="31"/>
                  <a:pt x="28" y="31"/>
                </a:cubicBezTo>
                <a:cubicBezTo>
                  <a:pt x="31" y="28"/>
                  <a:pt x="31" y="28"/>
                  <a:pt x="31" y="28"/>
                </a:cubicBezTo>
                <a:cubicBezTo>
                  <a:pt x="31" y="27"/>
                  <a:pt x="32" y="27"/>
                  <a:pt x="33" y="28"/>
                </a:cubicBezTo>
                <a:cubicBezTo>
                  <a:pt x="34" y="29"/>
                  <a:pt x="34" y="30"/>
                  <a:pt x="33" y="30"/>
                </a:cubicBezTo>
                <a:cubicBezTo>
                  <a:pt x="27" y="36"/>
                  <a:pt x="27" y="36"/>
                  <a:pt x="27" y="36"/>
                </a:cubicBezTo>
                <a:cubicBezTo>
                  <a:pt x="27" y="36"/>
                  <a:pt x="27" y="36"/>
                  <a:pt x="27" y="36"/>
                </a:cubicBezTo>
                <a:cubicBezTo>
                  <a:pt x="27" y="36"/>
                  <a:pt x="27" y="36"/>
                  <a:pt x="27" y="36"/>
                </a:cubicBezTo>
                <a:cubicBezTo>
                  <a:pt x="27" y="36"/>
                  <a:pt x="27" y="36"/>
                  <a:pt x="27" y="36"/>
                </a:cubicBezTo>
                <a:cubicBezTo>
                  <a:pt x="27" y="36"/>
                  <a:pt x="27" y="36"/>
                  <a:pt x="27" y="37"/>
                </a:cubicBezTo>
                <a:cubicBezTo>
                  <a:pt x="27" y="37"/>
                  <a:pt x="27" y="37"/>
                  <a:pt x="27" y="37"/>
                </a:cubicBezTo>
                <a:cubicBezTo>
                  <a:pt x="27" y="37"/>
                  <a:pt x="27" y="37"/>
                  <a:pt x="27" y="37"/>
                </a:cubicBezTo>
                <a:cubicBezTo>
                  <a:pt x="26" y="37"/>
                  <a:pt x="26" y="37"/>
                  <a:pt x="26" y="37"/>
                </a:cubicBezTo>
                <a:cubicBezTo>
                  <a:pt x="26" y="37"/>
                  <a:pt x="25" y="37"/>
                  <a:pt x="25" y="37"/>
                </a:cubicBezTo>
                <a:cubicBezTo>
                  <a:pt x="25" y="37"/>
                  <a:pt x="25" y="37"/>
                  <a:pt x="25" y="37"/>
                </a:cubicBezTo>
                <a:cubicBezTo>
                  <a:pt x="25" y="37"/>
                  <a:pt x="25" y="37"/>
                  <a:pt x="25" y="37"/>
                </a:cubicBezTo>
                <a:cubicBezTo>
                  <a:pt x="25" y="36"/>
                  <a:pt x="25" y="36"/>
                  <a:pt x="25" y="36"/>
                </a:cubicBezTo>
                <a:cubicBezTo>
                  <a:pt x="25" y="36"/>
                  <a:pt x="25" y="36"/>
                  <a:pt x="25" y="36"/>
                </a:cubicBezTo>
                <a:cubicBezTo>
                  <a:pt x="25" y="36"/>
                  <a:pt x="25" y="36"/>
                  <a:pt x="25" y="36"/>
                </a:cubicBezTo>
                <a:cubicBezTo>
                  <a:pt x="25" y="36"/>
                  <a:pt x="25" y="36"/>
                  <a:pt x="25" y="36"/>
                </a:cubicBezTo>
                <a:cubicBezTo>
                  <a:pt x="19" y="30"/>
                  <a:pt x="19" y="30"/>
                  <a:pt x="19" y="30"/>
                </a:cubicBezTo>
                <a:close/>
                <a:moveTo>
                  <a:pt x="38" y="29"/>
                </a:moveTo>
                <a:cubicBezTo>
                  <a:pt x="38" y="29"/>
                  <a:pt x="38" y="29"/>
                  <a:pt x="38" y="29"/>
                </a:cubicBezTo>
                <a:cubicBezTo>
                  <a:pt x="37" y="30"/>
                  <a:pt x="36" y="30"/>
                  <a:pt x="35" y="29"/>
                </a:cubicBezTo>
                <a:cubicBezTo>
                  <a:pt x="35" y="28"/>
                  <a:pt x="35" y="27"/>
                  <a:pt x="35" y="27"/>
                </a:cubicBezTo>
                <a:cubicBezTo>
                  <a:pt x="41" y="21"/>
                  <a:pt x="41" y="21"/>
                  <a:pt x="41" y="21"/>
                </a:cubicBezTo>
                <a:cubicBezTo>
                  <a:pt x="41" y="21"/>
                  <a:pt x="41" y="21"/>
                  <a:pt x="41" y="21"/>
                </a:cubicBezTo>
                <a:cubicBezTo>
                  <a:pt x="41" y="21"/>
                  <a:pt x="41" y="21"/>
                  <a:pt x="41" y="21"/>
                </a:cubicBezTo>
                <a:cubicBezTo>
                  <a:pt x="41" y="21"/>
                  <a:pt x="41" y="21"/>
                  <a:pt x="41" y="21"/>
                </a:cubicBezTo>
                <a:cubicBezTo>
                  <a:pt x="42" y="20"/>
                  <a:pt x="42" y="20"/>
                  <a:pt x="42" y="20"/>
                </a:cubicBezTo>
                <a:cubicBezTo>
                  <a:pt x="42" y="20"/>
                  <a:pt x="42" y="20"/>
                  <a:pt x="42" y="20"/>
                </a:cubicBezTo>
                <a:cubicBezTo>
                  <a:pt x="42" y="20"/>
                  <a:pt x="42" y="20"/>
                  <a:pt x="42" y="20"/>
                </a:cubicBezTo>
                <a:cubicBezTo>
                  <a:pt x="42" y="20"/>
                  <a:pt x="42" y="20"/>
                  <a:pt x="43" y="20"/>
                </a:cubicBezTo>
                <a:cubicBezTo>
                  <a:pt x="43" y="20"/>
                  <a:pt x="43" y="20"/>
                  <a:pt x="43" y="20"/>
                </a:cubicBezTo>
                <a:cubicBezTo>
                  <a:pt x="43" y="20"/>
                  <a:pt x="43" y="20"/>
                  <a:pt x="43" y="20"/>
                </a:cubicBezTo>
                <a:cubicBezTo>
                  <a:pt x="43" y="20"/>
                  <a:pt x="43" y="20"/>
                  <a:pt x="43" y="20"/>
                </a:cubicBezTo>
                <a:cubicBezTo>
                  <a:pt x="44" y="20"/>
                  <a:pt x="44" y="20"/>
                  <a:pt x="44" y="21"/>
                </a:cubicBezTo>
                <a:cubicBezTo>
                  <a:pt x="44" y="21"/>
                  <a:pt x="44" y="21"/>
                  <a:pt x="44" y="21"/>
                </a:cubicBezTo>
                <a:cubicBezTo>
                  <a:pt x="44" y="21"/>
                  <a:pt x="44" y="21"/>
                  <a:pt x="44" y="21"/>
                </a:cubicBezTo>
                <a:cubicBezTo>
                  <a:pt x="44" y="21"/>
                  <a:pt x="44" y="21"/>
                  <a:pt x="44" y="21"/>
                </a:cubicBezTo>
                <a:cubicBezTo>
                  <a:pt x="50" y="27"/>
                  <a:pt x="50" y="27"/>
                  <a:pt x="50" y="27"/>
                </a:cubicBezTo>
                <a:cubicBezTo>
                  <a:pt x="50" y="27"/>
                  <a:pt x="50" y="28"/>
                  <a:pt x="50" y="29"/>
                </a:cubicBezTo>
                <a:cubicBezTo>
                  <a:pt x="49" y="30"/>
                  <a:pt x="48" y="30"/>
                  <a:pt x="47" y="29"/>
                </a:cubicBezTo>
                <a:cubicBezTo>
                  <a:pt x="44" y="26"/>
                  <a:pt x="44" y="26"/>
                  <a:pt x="44" y="26"/>
                </a:cubicBezTo>
                <a:cubicBezTo>
                  <a:pt x="44" y="35"/>
                  <a:pt x="44" y="35"/>
                  <a:pt x="44" y="35"/>
                </a:cubicBezTo>
                <a:cubicBezTo>
                  <a:pt x="44" y="36"/>
                  <a:pt x="43" y="37"/>
                  <a:pt x="43" y="37"/>
                </a:cubicBezTo>
                <a:cubicBezTo>
                  <a:pt x="42" y="37"/>
                  <a:pt x="41" y="36"/>
                  <a:pt x="41" y="35"/>
                </a:cubicBezTo>
                <a:cubicBezTo>
                  <a:pt x="41" y="26"/>
                  <a:pt x="41" y="26"/>
                  <a:pt x="41" y="26"/>
                </a:cubicBezTo>
                <a:cubicBezTo>
                  <a:pt x="38" y="29"/>
                  <a:pt x="38" y="29"/>
                  <a:pt x="38" y="29"/>
                </a:cubicBezTo>
                <a:close/>
                <a:moveTo>
                  <a:pt x="67" y="46"/>
                </a:moveTo>
                <a:cubicBezTo>
                  <a:pt x="67" y="46"/>
                  <a:pt x="67" y="46"/>
                  <a:pt x="67" y="46"/>
                </a:cubicBezTo>
                <a:cubicBezTo>
                  <a:pt x="64" y="48"/>
                  <a:pt x="61" y="50"/>
                  <a:pt x="57" y="50"/>
                </a:cubicBezTo>
                <a:cubicBezTo>
                  <a:pt x="57" y="50"/>
                  <a:pt x="57" y="50"/>
                  <a:pt x="57" y="50"/>
                </a:cubicBezTo>
                <a:cubicBezTo>
                  <a:pt x="18" y="50"/>
                  <a:pt x="18" y="50"/>
                  <a:pt x="18" y="50"/>
                </a:cubicBezTo>
                <a:cubicBezTo>
                  <a:pt x="13" y="50"/>
                  <a:pt x="9" y="48"/>
                  <a:pt x="5" y="44"/>
                </a:cubicBezTo>
                <a:cubicBezTo>
                  <a:pt x="2" y="41"/>
                  <a:pt x="0" y="36"/>
                  <a:pt x="0" y="31"/>
                </a:cubicBezTo>
                <a:cubicBezTo>
                  <a:pt x="0" y="27"/>
                  <a:pt x="2" y="22"/>
                  <a:pt x="5" y="19"/>
                </a:cubicBezTo>
                <a:cubicBezTo>
                  <a:pt x="8" y="16"/>
                  <a:pt x="11" y="14"/>
                  <a:pt x="16" y="13"/>
                </a:cubicBezTo>
                <a:cubicBezTo>
                  <a:pt x="18" y="10"/>
                  <a:pt x="20" y="6"/>
                  <a:pt x="24" y="4"/>
                </a:cubicBezTo>
                <a:cubicBezTo>
                  <a:pt x="28" y="2"/>
                  <a:pt x="32" y="0"/>
                  <a:pt x="37" y="0"/>
                </a:cubicBezTo>
                <a:cubicBezTo>
                  <a:pt x="44" y="0"/>
                  <a:pt x="50" y="3"/>
                  <a:pt x="54" y="7"/>
                </a:cubicBezTo>
                <a:cubicBezTo>
                  <a:pt x="58" y="11"/>
                  <a:pt x="61" y="16"/>
                  <a:pt x="61" y="22"/>
                </a:cubicBezTo>
                <a:cubicBezTo>
                  <a:pt x="64" y="23"/>
                  <a:pt x="66" y="25"/>
                  <a:pt x="67" y="27"/>
                </a:cubicBezTo>
                <a:cubicBezTo>
                  <a:pt x="69" y="29"/>
                  <a:pt x="71" y="32"/>
                  <a:pt x="71" y="36"/>
                </a:cubicBezTo>
                <a:cubicBezTo>
                  <a:pt x="71" y="40"/>
                  <a:pt x="69" y="43"/>
                  <a:pt x="67" y="46"/>
                </a:cubicBezTo>
                <a:cubicBezTo>
                  <a:pt x="67" y="46"/>
                  <a:pt x="67" y="46"/>
                  <a:pt x="67" y="46"/>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正方形/長方形 28"/>
          <p:cNvSpPr/>
          <p:nvPr/>
        </p:nvSpPr>
        <p:spPr>
          <a:xfrm>
            <a:off x="5559340" y="5008916"/>
            <a:ext cx="2403222" cy="369332"/>
          </a:xfrm>
          <a:prstGeom prst="rect">
            <a:avLst/>
          </a:prstGeom>
        </p:spPr>
        <p:txBody>
          <a:bodyPr wrap="none">
            <a:spAutoFit/>
          </a:bodyPr>
          <a:lstStyle/>
          <a:p>
            <a:r>
              <a:rPr lang="en-US" altLang="zh-CN" dirty="0" smtClean="0">
                <a:solidFill>
                  <a:schemeClr val="tx1">
                    <a:lumMod val="65000"/>
                    <a:lumOff val="35000"/>
                  </a:schemeClr>
                </a:solidFill>
                <a:cs typeface="Calibri" panose="020F0502020204030204" pitchFamily="18" charset="0"/>
                <a:sym typeface="+mn-ea"/>
              </a:rPr>
              <a:t>2018.7 N2</a:t>
            </a:r>
            <a:r>
              <a:rPr lang="zh-CN" altLang="en-US" dirty="0" smtClean="0">
                <a:solidFill>
                  <a:schemeClr val="tx1">
                    <a:lumMod val="65000"/>
                    <a:lumOff val="35000"/>
                  </a:schemeClr>
                </a:solidFill>
                <a:cs typeface="Calibri" panose="020F0502020204030204" pitchFamily="18" charset="0"/>
                <a:sym typeface="+mn-ea"/>
              </a:rPr>
              <a:t>能力认定书</a:t>
            </a:r>
            <a:endParaRPr lang="en-US" altLang="zh-CN" dirty="0">
              <a:solidFill>
                <a:schemeClr val="tx1">
                  <a:lumMod val="65000"/>
                  <a:lumOff val="35000"/>
                </a:schemeClr>
              </a:solidFill>
              <a:cs typeface="Calibri" panose="020F0502020204030204" pitchFamily="18" charset="0"/>
            </a:endParaRPr>
          </a:p>
        </p:txBody>
      </p:sp>
    </p:spTree>
    <p:extLst>
      <p:ext uri="{BB962C8B-B14F-4D97-AF65-F5344CB8AC3E}">
        <p14:creationId xmlns:p14="http://schemas.microsoft.com/office/powerpoint/2010/main" val="3416783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arn(inVertical)">
                                      <p:cBhvr>
                                        <p:cTn id="16" dur="500"/>
                                        <p:tgtEl>
                                          <p:spTgt spid="19"/>
                                        </p:tgtEl>
                                      </p:cBhvr>
                                    </p:animEffect>
                                  </p:childTnLst>
                                </p:cTn>
                              </p:par>
                            </p:childTnLst>
                          </p:cTn>
                        </p:par>
                        <p:par>
                          <p:cTn id="17" fill="hold">
                            <p:stCondLst>
                              <p:cond delay="1000"/>
                            </p:stCondLst>
                            <p:childTnLst>
                              <p:par>
                                <p:cTn id="18" presetID="2" presetClass="entr" presetSubtype="4" fill="hold" grpId="0" nodeType="afterEffect">
                                  <p:stCondLst>
                                    <p:cond delay="0"/>
                                  </p:stCondLst>
                                  <p:childTnLst>
                                    <p:set>
                                      <p:cBhvr>
                                        <p:cTn id="19" dur="1" fill="hold">
                                          <p:stCondLst>
                                            <p:cond delay="0"/>
                                          </p:stCondLst>
                                        </p:cTn>
                                        <p:tgtEl>
                                          <p:spTgt spid="74"/>
                                        </p:tgtEl>
                                        <p:attrNameLst>
                                          <p:attrName>style.visibility</p:attrName>
                                        </p:attrNameLst>
                                      </p:cBhvr>
                                      <p:to>
                                        <p:strVal val="visible"/>
                                      </p:to>
                                    </p:set>
                                    <p:anim calcmode="lin" valueType="num">
                                      <p:cBhvr additive="base">
                                        <p:cTn id="20" dur="500" fill="hold"/>
                                        <p:tgtEl>
                                          <p:spTgt spid="74"/>
                                        </p:tgtEl>
                                        <p:attrNameLst>
                                          <p:attrName>ppt_x</p:attrName>
                                        </p:attrNameLst>
                                      </p:cBhvr>
                                      <p:tavLst>
                                        <p:tav tm="0">
                                          <p:val>
                                            <p:strVal val="#ppt_x"/>
                                          </p:val>
                                        </p:tav>
                                        <p:tav tm="100000">
                                          <p:val>
                                            <p:strVal val="#ppt_x"/>
                                          </p:val>
                                        </p:tav>
                                      </p:tavLst>
                                    </p:anim>
                                    <p:anim calcmode="lin" valueType="num">
                                      <p:cBhvr additive="base">
                                        <p:cTn id="21" dur="500" fill="hold"/>
                                        <p:tgtEl>
                                          <p:spTgt spid="74"/>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75"/>
                                        </p:tgtEl>
                                        <p:attrNameLst>
                                          <p:attrName>style.visibility</p:attrName>
                                        </p:attrNameLst>
                                      </p:cBhvr>
                                      <p:to>
                                        <p:strVal val="visible"/>
                                      </p:to>
                                    </p:set>
                                    <p:anim calcmode="lin" valueType="num">
                                      <p:cBhvr additive="base">
                                        <p:cTn id="24" dur="500" fill="hold"/>
                                        <p:tgtEl>
                                          <p:spTgt spid="75"/>
                                        </p:tgtEl>
                                        <p:attrNameLst>
                                          <p:attrName>ppt_x</p:attrName>
                                        </p:attrNameLst>
                                      </p:cBhvr>
                                      <p:tavLst>
                                        <p:tav tm="0">
                                          <p:val>
                                            <p:strVal val="#ppt_x"/>
                                          </p:val>
                                        </p:tav>
                                        <p:tav tm="100000">
                                          <p:val>
                                            <p:strVal val="#ppt_x"/>
                                          </p:val>
                                        </p:tav>
                                      </p:tavLst>
                                    </p:anim>
                                    <p:anim calcmode="lin" valueType="num">
                                      <p:cBhvr additive="base">
                                        <p:cTn id="25" dur="500" fill="hold"/>
                                        <p:tgtEl>
                                          <p:spTgt spid="75"/>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78"/>
                                        </p:tgtEl>
                                        <p:attrNameLst>
                                          <p:attrName>style.visibility</p:attrName>
                                        </p:attrNameLst>
                                      </p:cBhvr>
                                      <p:to>
                                        <p:strVal val="visible"/>
                                      </p:to>
                                    </p:set>
                                    <p:anim calcmode="lin" valueType="num">
                                      <p:cBhvr additive="base">
                                        <p:cTn id="28" dur="500" fill="hold"/>
                                        <p:tgtEl>
                                          <p:spTgt spid="78"/>
                                        </p:tgtEl>
                                        <p:attrNameLst>
                                          <p:attrName>ppt_x</p:attrName>
                                        </p:attrNameLst>
                                      </p:cBhvr>
                                      <p:tavLst>
                                        <p:tav tm="0">
                                          <p:val>
                                            <p:strVal val="#ppt_x"/>
                                          </p:val>
                                        </p:tav>
                                        <p:tav tm="100000">
                                          <p:val>
                                            <p:strVal val="#ppt_x"/>
                                          </p:val>
                                        </p:tav>
                                      </p:tavLst>
                                    </p:anim>
                                    <p:anim calcmode="lin" valueType="num">
                                      <p:cBhvr additive="base">
                                        <p:cTn id="29" dur="500" fill="hold"/>
                                        <p:tgtEl>
                                          <p:spTgt spid="78"/>
                                        </p:tgtEl>
                                        <p:attrNameLst>
                                          <p:attrName>ppt_y</p:attrName>
                                        </p:attrNameLst>
                                      </p:cBhvr>
                                      <p:tavLst>
                                        <p:tav tm="0">
                                          <p:val>
                                            <p:strVal val="1+#ppt_h/2"/>
                                          </p:val>
                                        </p:tav>
                                        <p:tav tm="100000">
                                          <p:val>
                                            <p:strVal val="#ppt_y"/>
                                          </p:val>
                                        </p:tav>
                                      </p:tavLst>
                                    </p:anim>
                                  </p:childTnLst>
                                </p:cTn>
                              </p:par>
                            </p:childTnLst>
                          </p:cTn>
                        </p:par>
                        <p:par>
                          <p:cTn id="30" fill="hold">
                            <p:stCondLst>
                              <p:cond delay="1500"/>
                            </p:stCondLst>
                            <p:childTnLst>
                              <p:par>
                                <p:cTn id="31" presetID="2" presetClass="entr" presetSubtype="4" fill="hold" grpId="0" nodeType="afterEffect">
                                  <p:stCondLst>
                                    <p:cond delay="0"/>
                                  </p:stCondLst>
                                  <p:childTnLst>
                                    <p:set>
                                      <p:cBhvr>
                                        <p:cTn id="32" dur="1" fill="hold">
                                          <p:stCondLst>
                                            <p:cond delay="0"/>
                                          </p:stCondLst>
                                        </p:cTn>
                                        <p:tgtEl>
                                          <p:spTgt spid="79"/>
                                        </p:tgtEl>
                                        <p:attrNameLst>
                                          <p:attrName>style.visibility</p:attrName>
                                        </p:attrNameLst>
                                      </p:cBhvr>
                                      <p:to>
                                        <p:strVal val="visible"/>
                                      </p:to>
                                    </p:set>
                                    <p:anim calcmode="lin" valueType="num">
                                      <p:cBhvr additive="base">
                                        <p:cTn id="33" dur="500" fill="hold"/>
                                        <p:tgtEl>
                                          <p:spTgt spid="79"/>
                                        </p:tgtEl>
                                        <p:attrNameLst>
                                          <p:attrName>ppt_x</p:attrName>
                                        </p:attrNameLst>
                                      </p:cBhvr>
                                      <p:tavLst>
                                        <p:tav tm="0">
                                          <p:val>
                                            <p:strVal val="#ppt_x"/>
                                          </p:val>
                                        </p:tav>
                                        <p:tav tm="100000">
                                          <p:val>
                                            <p:strVal val="#ppt_x"/>
                                          </p:val>
                                        </p:tav>
                                      </p:tavLst>
                                    </p:anim>
                                    <p:anim calcmode="lin" valueType="num">
                                      <p:cBhvr additive="base">
                                        <p:cTn id="34"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bldLvl="0" animBg="1"/>
      <p:bldP spid="75" grpId="0" bldLvl="0" animBg="1"/>
      <p:bldP spid="78" grpId="0" bldLvl="0" animBg="1"/>
      <p:bldP spid="79"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81BB7609-8E8F-4B57-9227-14DAD6151A60}" type="slidenum">
              <a:rPr lang="de-DE" altLang="ja-JP" smtClean="0">
                <a:solidFill>
                  <a:srgbClr val="000000"/>
                </a:solidFill>
              </a:rPr>
              <a:pPr/>
              <a:t>6</a:t>
            </a:fld>
            <a:endParaRPr lang="de-DE" altLang="ja-JP">
              <a:solidFill>
                <a:srgbClr val="000000"/>
              </a:solidFill>
            </a:endParaRPr>
          </a:p>
        </p:txBody>
      </p:sp>
      <p:sp>
        <p:nvSpPr>
          <p:cNvPr id="5" name="页脚占位符 4"/>
          <p:cNvSpPr>
            <a:spLocks noGrp="1"/>
          </p:cNvSpPr>
          <p:nvPr>
            <p:ph type="ftr" sz="quarter" idx="11"/>
          </p:nvPr>
        </p:nvSpPr>
        <p:spPr/>
        <p:txBody>
          <a:bodyPr/>
          <a:lstStyle/>
          <a:p>
            <a:r>
              <a:rPr lang="de-DE" altLang="ja-JP" dirty="0" smtClean="0">
                <a:solidFill>
                  <a:srgbClr val="000000"/>
                </a:solidFill>
              </a:rPr>
              <a:t>Copyright 2018 FUJITSU LIMITED</a:t>
            </a:r>
            <a:endParaRPr lang="de-DE" altLang="ja-JP" dirty="0">
              <a:solidFill>
                <a:srgbClr val="000000"/>
              </a:solidFill>
            </a:endParaRPr>
          </a:p>
        </p:txBody>
      </p:sp>
      <p:grpSp>
        <p:nvGrpSpPr>
          <p:cNvPr id="6" name="组合 5"/>
          <p:cNvGrpSpPr/>
          <p:nvPr/>
        </p:nvGrpSpPr>
        <p:grpSpPr>
          <a:xfrm>
            <a:off x="127611" y="157669"/>
            <a:ext cx="4319423" cy="852875"/>
            <a:chOff x="3129129" y="1121776"/>
            <a:chExt cx="5933741" cy="1171624"/>
          </a:xfrm>
        </p:grpSpPr>
        <p:sp>
          <p:nvSpPr>
            <p:cNvPr id="7" name="圆角矩形 6"/>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sp>
          <p:nvSpPr>
            <p:cNvPr id="8" name="圆角矩形 7"/>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grpSp>
      <p:grpSp>
        <p:nvGrpSpPr>
          <p:cNvPr id="9" name="组合 8"/>
          <p:cNvGrpSpPr/>
          <p:nvPr/>
        </p:nvGrpSpPr>
        <p:grpSpPr>
          <a:xfrm>
            <a:off x="78119" y="73199"/>
            <a:ext cx="1169945" cy="1379589"/>
            <a:chOff x="3150395" y="933507"/>
            <a:chExt cx="1559927" cy="1839452"/>
          </a:xfrm>
        </p:grpSpPr>
        <p:grpSp>
          <p:nvGrpSpPr>
            <p:cNvPr id="10" name="组合 9"/>
            <p:cNvGrpSpPr/>
            <p:nvPr/>
          </p:nvGrpSpPr>
          <p:grpSpPr>
            <a:xfrm>
              <a:off x="3150395" y="933507"/>
              <a:ext cx="1559927" cy="1839452"/>
              <a:chOff x="3222820" y="1148080"/>
              <a:chExt cx="1484216" cy="1750177"/>
            </a:xfrm>
          </p:grpSpPr>
          <p:grpSp>
            <p:nvGrpSpPr>
              <p:cNvPr id="14" name="组合 13"/>
              <p:cNvGrpSpPr/>
              <p:nvPr/>
            </p:nvGrpSpPr>
            <p:grpSpPr>
              <a:xfrm>
                <a:off x="3420363" y="1295115"/>
                <a:ext cx="1286673" cy="1603142"/>
                <a:chOff x="7380501" y="2927402"/>
                <a:chExt cx="2311887" cy="2880512"/>
              </a:xfrm>
            </p:grpSpPr>
            <p:sp>
              <p:nvSpPr>
                <p:cNvPr id="16"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 fmla="*/ 13249 w 1687745"/>
                    <a:gd name="connsiteY0" fmla="*/ 1035368 h 2070736"/>
                    <a:gd name="connsiteX1" fmla="*/ 850497 w 1687745"/>
                    <a:gd name="connsiteY1" fmla="*/ 0 h 2070736"/>
                    <a:gd name="connsiteX2" fmla="*/ 1687745 w 1687745"/>
                    <a:gd name="connsiteY2" fmla="*/ 1035368 h 2070736"/>
                    <a:gd name="connsiteX3" fmla="*/ 850497 w 1687745"/>
                    <a:gd name="connsiteY3" fmla="*/ 2070736 h 2070736"/>
                    <a:gd name="connsiteX4" fmla="*/ 13249 w 1687745"/>
                    <a:gd name="connsiteY4" fmla="*/ 1035368 h 2070736"/>
                    <a:gd name="connsiteX0" fmla="*/ 13249 w 1696474"/>
                    <a:gd name="connsiteY0" fmla="*/ 1035368 h 2070736"/>
                    <a:gd name="connsiteX1" fmla="*/ 850497 w 1696474"/>
                    <a:gd name="connsiteY1" fmla="*/ 0 h 2070736"/>
                    <a:gd name="connsiteX2" fmla="*/ 1687745 w 1696474"/>
                    <a:gd name="connsiteY2" fmla="*/ 1035368 h 2070736"/>
                    <a:gd name="connsiteX3" fmla="*/ 850497 w 1696474"/>
                    <a:gd name="connsiteY3" fmla="*/ 2070736 h 2070736"/>
                    <a:gd name="connsiteX4" fmla="*/ 13249 w 1696474"/>
                    <a:gd name="connsiteY4" fmla="*/ 1035368 h 2070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sp>
              <p:nvSpPr>
                <p:cNvPr id="17" name="椭圆 16"/>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sp>
              <p:nvSpPr>
                <p:cNvPr id="18" name="椭圆 17"/>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grpSp>
          <p:sp>
            <p:nvSpPr>
              <p:cNvPr id="15" name="椭圆 14"/>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ndParaRPr>
              </a:p>
            </p:txBody>
          </p:sp>
        </p:grpSp>
        <p:grpSp>
          <p:nvGrpSpPr>
            <p:cNvPr id="11" name="组合 10"/>
            <p:cNvGrpSpPr/>
            <p:nvPr/>
          </p:nvGrpSpPr>
          <p:grpSpPr>
            <a:xfrm>
              <a:off x="3437036" y="1269298"/>
              <a:ext cx="775805" cy="690872"/>
              <a:chOff x="1460111" y="2419508"/>
              <a:chExt cx="1032597" cy="919547"/>
            </a:xfrm>
          </p:grpSpPr>
          <p:sp>
            <p:nvSpPr>
              <p:cNvPr id="12" name="文本框 11"/>
              <p:cNvSpPr txBox="1"/>
              <p:nvPr/>
            </p:nvSpPr>
            <p:spPr>
              <a:xfrm>
                <a:off x="1460111" y="2419508"/>
                <a:ext cx="1030514" cy="819298"/>
              </a:xfrm>
              <a:prstGeom prst="rect">
                <a:avLst/>
              </a:prstGeom>
              <a:noFill/>
            </p:spPr>
            <p:txBody>
              <a:bodyPr wrap="square" rtlCol="0">
                <a:spAutoFit/>
              </a:bodyPr>
              <a:lstStyle/>
              <a:p>
                <a:pPr algn="ctr"/>
                <a:r>
                  <a:rPr lang="en-US" altLang="zh-CN" sz="2400" dirty="0" smtClean="0">
                    <a:solidFill>
                      <a:srgbClr val="E87071"/>
                    </a:solidFill>
                    <a:latin typeface="Impact" panose="020B0806030902050204" pitchFamily="34" charset="0"/>
                  </a:rPr>
                  <a:t>03</a:t>
                </a:r>
                <a:endParaRPr lang="zh-CN" altLang="en-US" sz="2400" dirty="0">
                  <a:solidFill>
                    <a:srgbClr val="E87071"/>
                  </a:solidFill>
                  <a:latin typeface="Impact" panose="020B0806030902050204" pitchFamily="34" charset="0"/>
                </a:endParaRPr>
              </a:p>
            </p:txBody>
          </p:sp>
          <p:sp>
            <p:nvSpPr>
              <p:cNvPr id="13" name="文本框 12"/>
              <p:cNvSpPr txBox="1"/>
              <p:nvPr/>
            </p:nvSpPr>
            <p:spPr>
              <a:xfrm>
                <a:off x="1462194" y="2949888"/>
                <a:ext cx="1030514" cy="389167"/>
              </a:xfrm>
              <a:prstGeom prst="rect">
                <a:avLst/>
              </a:prstGeom>
              <a:noFill/>
            </p:spPr>
            <p:txBody>
              <a:bodyPr wrap="square" rtlCol="0">
                <a:spAutoFit/>
              </a:bodyPr>
              <a:lstStyle/>
              <a:p>
                <a:pPr algn="ctr"/>
                <a:r>
                  <a:rPr lang="en-US" altLang="zh-CN" sz="825" dirty="0">
                    <a:solidFill>
                      <a:srgbClr val="E87071"/>
                    </a:solidFill>
                    <a:latin typeface="LiHei Pro" panose="020B0500000000000000" pitchFamily="34" charset="-122"/>
                    <a:ea typeface="LiHei Pro" panose="020B0500000000000000" pitchFamily="34" charset="-122"/>
                  </a:rPr>
                  <a:t>OPTION</a:t>
                </a:r>
                <a:endParaRPr lang="zh-CN" altLang="en-US" sz="825" dirty="0">
                  <a:solidFill>
                    <a:srgbClr val="E87071"/>
                  </a:solidFill>
                  <a:latin typeface="LiHei Pro" panose="020B0500000000000000" pitchFamily="34" charset="-122"/>
                  <a:ea typeface="LiHei Pro" panose="020B0500000000000000" pitchFamily="34" charset="-122"/>
                </a:endParaRPr>
              </a:p>
            </p:txBody>
          </p:sp>
        </p:grpSp>
      </p:grpSp>
      <p:grpSp>
        <p:nvGrpSpPr>
          <p:cNvPr id="19" name="组合 18"/>
          <p:cNvGrpSpPr/>
          <p:nvPr/>
        </p:nvGrpSpPr>
        <p:grpSpPr>
          <a:xfrm>
            <a:off x="1283776" y="343483"/>
            <a:ext cx="2722917" cy="471330"/>
            <a:chOff x="3446961" y="1701175"/>
            <a:chExt cx="2722917" cy="471330"/>
          </a:xfrm>
        </p:grpSpPr>
        <p:sp>
          <p:nvSpPr>
            <p:cNvPr id="20" name="文本框 19"/>
            <p:cNvSpPr txBox="1"/>
            <p:nvPr/>
          </p:nvSpPr>
          <p:spPr>
            <a:xfrm>
              <a:off x="3446961" y="1706008"/>
              <a:ext cx="2257088"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仰望星空，脚踏实地</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nvGrpSpPr>
            <p:cNvPr id="21" name="Group 13"/>
            <p:cNvGrpSpPr>
              <a:grpSpLocks noChangeAspect="1"/>
            </p:cNvGrpSpPr>
            <p:nvPr/>
          </p:nvGrpSpPr>
          <p:grpSpPr bwMode="auto">
            <a:xfrm>
              <a:off x="5704049" y="1701175"/>
              <a:ext cx="465829" cy="471330"/>
              <a:chOff x="2426" y="2781"/>
              <a:chExt cx="593" cy="600"/>
            </a:xfrm>
            <a:solidFill>
              <a:schemeClr val="bg1"/>
            </a:solidFill>
            <a:effectLst/>
          </p:grpSpPr>
          <p:sp>
            <p:nvSpPr>
              <p:cNvPr id="22" name="Freeform 14"/>
              <p:cNvSpPr>
                <a:spLocks/>
              </p:cNvSpPr>
              <p:nvPr/>
            </p:nvSpPr>
            <p:spPr bwMode="auto">
              <a:xfrm>
                <a:off x="2442" y="2805"/>
                <a:ext cx="577"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23"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sp>
        <p:nvSpPr>
          <p:cNvPr id="30" name="角丸四角形 29"/>
          <p:cNvSpPr/>
          <p:nvPr/>
        </p:nvSpPr>
        <p:spPr bwMode="auto">
          <a:xfrm>
            <a:off x="4638908" y="98096"/>
            <a:ext cx="814272" cy="1087230"/>
          </a:xfrm>
          <a:prstGeom prst="roundRect">
            <a:avLst/>
          </a:prstGeom>
          <a:gradFill rotWithShape="0">
            <a:gsLst>
              <a:gs pos="0">
                <a:srgbClr val="FFFFFF"/>
              </a:gs>
              <a:gs pos="100000">
                <a:srgbClr val="CACAC7"/>
              </a:gs>
            </a:gsLst>
            <a:lin ang="5400000" scaled="1"/>
          </a:gra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pic>
        <p:nvPicPr>
          <p:cNvPr id="31" name="図 30"/>
          <p:cNvPicPr>
            <a:picLocks noChangeAspect="1"/>
          </p:cNvPicPr>
          <p:nvPr/>
        </p:nvPicPr>
        <p:blipFill>
          <a:blip r:embed="rId2"/>
          <a:stretch>
            <a:fillRect/>
          </a:stretch>
        </p:blipFill>
        <p:spPr>
          <a:xfrm>
            <a:off x="4750236" y="253494"/>
            <a:ext cx="591615" cy="786711"/>
          </a:xfrm>
          <a:prstGeom prst="rect">
            <a:avLst/>
          </a:prstGeom>
        </p:spPr>
      </p:pic>
      <p:sp>
        <p:nvSpPr>
          <p:cNvPr id="32" name="矩形 206"/>
          <p:cNvSpPr/>
          <p:nvPr/>
        </p:nvSpPr>
        <p:spPr bwMode="auto">
          <a:xfrm>
            <a:off x="241033" y="2904904"/>
            <a:ext cx="7918987" cy="93997"/>
          </a:xfrm>
          <a:prstGeom prst="rect">
            <a:avLst/>
          </a:prstGeom>
          <a:solidFill>
            <a:schemeClr val="bg1">
              <a:lumMod val="50000"/>
            </a:schemeClr>
          </a:solidFill>
          <a:ln w="12700">
            <a:noFill/>
          </a:ln>
        </p:spPr>
        <p:txBody>
          <a:bodyPr rot="0" spcFirstLastPara="0" vertOverflow="overflow" horzOverflow="overflow" vert="horz" wrap="square" lIns="91440" tIns="45720" rIns="91440" bIns="45720" numCol="1" spcCol="0" rtlCol="0" fromWordArt="0" anchor="t" anchorCtr="0" forceAA="0" compatLnSpc="1">
            <a:spAutoFit/>
          </a:bodyPr>
          <a:lstStyle/>
          <a:p>
            <a:pPr algn="ctr"/>
            <a:endParaRPr kumimoji="1" lang="ja-JP" altLang="en-US" sz="1200" b="1" i="0" u="none" strike="noStrike" cap="none" normalizeH="0" baseline="0" dirty="0" smtClean="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33" name="组合 89"/>
          <p:cNvGrpSpPr/>
          <p:nvPr/>
        </p:nvGrpSpPr>
        <p:grpSpPr>
          <a:xfrm>
            <a:off x="73596" y="2287731"/>
            <a:ext cx="468000" cy="617174"/>
            <a:chOff x="745694" y="4323822"/>
            <a:chExt cx="400050" cy="689719"/>
          </a:xfrm>
        </p:grpSpPr>
        <p:pic>
          <p:nvPicPr>
            <p:cNvPr id="34" name="图片 90"/>
            <p:cNvPicPr>
              <a:picLocks noChangeAspect="1"/>
            </p:cNvPicPr>
            <p:nvPr/>
          </p:nvPicPr>
          <p:blipFill>
            <a:blip r:embed="rId3"/>
            <a:stretch>
              <a:fillRect/>
            </a:stretch>
          </p:blipFill>
          <p:spPr>
            <a:xfrm>
              <a:off x="745694" y="4323822"/>
              <a:ext cx="400050" cy="514350"/>
            </a:xfrm>
            <a:prstGeom prst="rect">
              <a:avLst/>
            </a:prstGeom>
          </p:spPr>
        </p:pic>
        <p:sp>
          <p:nvSpPr>
            <p:cNvPr id="35" name="矩形 91"/>
            <p:cNvSpPr/>
            <p:nvPr/>
          </p:nvSpPr>
          <p:spPr bwMode="auto">
            <a:xfrm>
              <a:off x="900000" y="4797541"/>
              <a:ext cx="45719" cy="216000"/>
            </a:xfrm>
            <a:prstGeom prst="rect">
              <a:avLst/>
            </a:prstGeom>
            <a:solidFill>
              <a:schemeClr val="bg1">
                <a:lumMod val="50000"/>
              </a:schemeClr>
            </a:solidFill>
            <a:ln w="12700">
              <a:solidFill>
                <a:schemeClr val="bg1">
                  <a:lumMod val="50000"/>
                </a:schemeClr>
              </a:solidFill>
            </a:ln>
          </p:spPr>
          <p:txBody>
            <a:bodyPr rot="0" spcFirstLastPara="0" vertOverflow="overflow" horzOverflow="overflow" vert="horz" wrap="square" lIns="91440" tIns="45720" rIns="91440" bIns="45720" numCol="1" spcCol="0" rtlCol="0" fromWordArt="0" anchor="t" anchorCtr="0" forceAA="0" compatLnSpc="1">
              <a:spAutoFit/>
            </a:bodyPr>
            <a:lstStyle/>
            <a:p>
              <a:pPr algn="ctr"/>
              <a:endParaRPr kumimoji="1" lang="ja-JP" altLang="en-US" sz="1200" b="1" i="0" u="none" strike="noStrike" cap="none" normalizeH="0" baseline="0" dirty="0" smtClean="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36" name="角丸四角形 124"/>
          <p:cNvSpPr/>
          <p:nvPr/>
        </p:nvSpPr>
        <p:spPr bwMode="auto">
          <a:xfrm>
            <a:off x="129315" y="1589332"/>
            <a:ext cx="2447443" cy="415686"/>
          </a:xfrm>
          <a:prstGeom prst="roundRect">
            <a:avLst/>
          </a:prstGeom>
          <a:solidFill>
            <a:schemeClr val="accent2">
              <a:lumMod val="20000"/>
              <a:lumOff val="80000"/>
            </a:schemeClr>
          </a:solidFill>
          <a:ln>
            <a:prstDash val="sysDash"/>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 </a:t>
            </a:r>
            <a:r>
              <a:rPr lang="zh-CN" altLang="en-US"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学习阶段</a:t>
            </a:r>
            <a:endParaRPr kumimoji="1" lang="ja-JP" altLang="en-US"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7" name="角丸四角形 124"/>
          <p:cNvSpPr/>
          <p:nvPr/>
        </p:nvSpPr>
        <p:spPr bwMode="auto">
          <a:xfrm>
            <a:off x="2576759" y="1592863"/>
            <a:ext cx="2787330" cy="408623"/>
          </a:xfrm>
          <a:prstGeom prst="roundRect">
            <a:avLst/>
          </a:prstGeom>
          <a:solidFill>
            <a:schemeClr val="accent2">
              <a:lumMod val="20000"/>
              <a:lumOff val="80000"/>
            </a:schemeClr>
          </a:solidFill>
          <a:ln>
            <a:prstDash val="sysDash"/>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spAutoFit/>
          </a:bodyPr>
          <a:lstStyle/>
          <a:p>
            <a:pPr algn="ctr"/>
            <a:r>
              <a:rPr lang="zh-CN" altLang="en-US"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尝试障害对应阶段</a:t>
            </a:r>
            <a:endParaRPr kumimoji="1" lang="ja-JP" altLang="en-US"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角丸四角形 124"/>
          <p:cNvSpPr/>
          <p:nvPr/>
        </p:nvSpPr>
        <p:spPr bwMode="auto">
          <a:xfrm>
            <a:off x="5364089" y="1592862"/>
            <a:ext cx="3035521" cy="408623"/>
          </a:xfrm>
          <a:prstGeom prst="roundRect">
            <a:avLst/>
          </a:prstGeom>
          <a:solidFill>
            <a:schemeClr val="accent2">
              <a:lumMod val="20000"/>
              <a:lumOff val="80000"/>
            </a:schemeClr>
          </a:solidFill>
          <a:ln>
            <a:prstDash val="sysDash"/>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spAutoFit/>
          </a:bodyPr>
          <a:lstStyle/>
          <a:p>
            <a:pPr algn="ctr"/>
            <a:r>
              <a:rPr kumimoji="1" lang="zh-CN" altLang="en-US"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独立担当开发阶段</a:t>
            </a:r>
            <a:endParaRPr kumimoji="1" lang="ja-JP" altLang="en-US"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文本框 225"/>
          <p:cNvSpPr txBox="1"/>
          <p:nvPr/>
        </p:nvSpPr>
        <p:spPr>
          <a:xfrm>
            <a:off x="80878" y="2021235"/>
            <a:ext cx="8984797" cy="369332"/>
          </a:xfrm>
          <a:prstGeom prst="rect">
            <a:avLst/>
          </a:prstGeom>
          <a:noFill/>
        </p:spPr>
        <p:txBody>
          <a:bodyPr wrap="square" rtlCol="0">
            <a:spAutoFit/>
          </a:bodyPr>
          <a:lstStyle/>
          <a:p>
            <a:r>
              <a:rPr lang="en-US" altLang="ja-JP" dirty="0" smtClean="0">
                <a:latin typeface="Meiryo UI" panose="020B0604030504040204" pitchFamily="50" charset="-128"/>
                <a:ea typeface="Meiryo UI" panose="020B0604030504040204" pitchFamily="50" charset="-128"/>
                <a:cs typeface="Meiryo UI" panose="020B0604030504040204" pitchFamily="50" charset="-128"/>
              </a:rPr>
              <a:t>4</a:t>
            </a:r>
            <a:r>
              <a:rPr lang="zh-CN" altLang="en-US" dirty="0" smtClean="0">
                <a:latin typeface="Meiryo UI" panose="020B0604030504040204" pitchFamily="50" charset="-128"/>
                <a:ea typeface="Meiryo UI" panose="020B0604030504040204" pitchFamily="50" charset="-128"/>
                <a:cs typeface="Meiryo UI" panose="020B0604030504040204" pitchFamily="50" charset="-128"/>
              </a:rPr>
              <a:t>月</a:t>
            </a:r>
            <a:r>
              <a:rPr lang="en-US" altLang="zh-CN" dirty="0" smtClean="0">
                <a:latin typeface="Meiryo UI" panose="020B0604030504040204" pitchFamily="50" charset="-128"/>
                <a:ea typeface="Meiryo UI" panose="020B0604030504040204" pitchFamily="50" charset="-128"/>
                <a:cs typeface="Meiryo UI" panose="020B0604030504040204" pitchFamily="50" charset="-128"/>
              </a:rPr>
              <a:t>(5~6</a:t>
            </a:r>
            <a:r>
              <a:rPr lang="zh-CN" altLang="en-US" dirty="0" smtClean="0">
                <a:latin typeface="Meiryo UI" panose="020B0604030504040204" pitchFamily="50" charset="-128"/>
                <a:ea typeface="Meiryo UI" panose="020B0604030504040204" pitchFamily="50" charset="-128"/>
                <a:cs typeface="Meiryo UI" panose="020B0604030504040204" pitchFamily="50" charset="-128"/>
              </a:rPr>
              <a:t>月返校</a:t>
            </a:r>
            <a:r>
              <a:rPr lang="en-US" altLang="zh-CN" dirty="0" smtClean="0">
                <a:latin typeface="Meiryo UI" panose="020B0604030504040204" pitchFamily="50" charset="-128"/>
                <a:ea typeface="Meiryo UI" panose="020B0604030504040204" pitchFamily="50" charset="-128"/>
                <a:cs typeface="Meiryo UI" panose="020B0604030504040204" pitchFamily="50" charset="-128"/>
              </a:rPr>
              <a:t>)</a:t>
            </a:r>
            <a:r>
              <a:rPr lang="zh-CN" altLang="en-US" dirty="0">
                <a:latin typeface="Meiryo UI" panose="020B0604030504040204" pitchFamily="50" charset="-128"/>
                <a:ea typeface="Meiryo UI" panose="020B0604030504040204" pitchFamily="50" charset="-128"/>
                <a:cs typeface="Meiryo UI" panose="020B0604030504040204" pitchFamily="50" charset="-128"/>
              </a:rPr>
              <a:t> </a:t>
            </a:r>
            <a:r>
              <a:rPr lang="zh-CN" altLang="en-US" dirty="0" smtClean="0">
                <a:latin typeface="Meiryo UI" panose="020B0604030504040204" pitchFamily="50" charset="-128"/>
                <a:ea typeface="Meiryo UI" panose="020B0604030504040204" pitchFamily="50" charset="-128"/>
                <a:cs typeface="Meiryo UI" panose="020B0604030504040204" pitchFamily="50" charset="-128"/>
              </a:rPr>
              <a:t>  </a:t>
            </a:r>
            <a:r>
              <a:rPr lang="en-US" altLang="zh-CN" dirty="0">
                <a:latin typeface="Meiryo UI" panose="020B0604030504040204" pitchFamily="50" charset="-128"/>
                <a:ea typeface="Meiryo UI" panose="020B0604030504040204" pitchFamily="50" charset="-128"/>
                <a:cs typeface="Meiryo UI" panose="020B0604030504040204" pitchFamily="50" charset="-128"/>
              </a:rPr>
              <a:t> </a:t>
            </a:r>
            <a:r>
              <a:rPr lang="en-US" altLang="zh-CN" dirty="0" smtClean="0">
                <a:latin typeface="Meiryo UI" panose="020B0604030504040204" pitchFamily="50" charset="-128"/>
                <a:ea typeface="Meiryo UI" panose="020B0604030504040204" pitchFamily="50" charset="-128"/>
                <a:cs typeface="Meiryo UI" panose="020B0604030504040204" pitchFamily="50" charset="-128"/>
              </a:rPr>
              <a:t>     9</a:t>
            </a:r>
            <a:r>
              <a:rPr lang="zh-CN" altLang="en-US" dirty="0" smtClean="0">
                <a:latin typeface="Meiryo UI" panose="020B0604030504040204" pitchFamily="50" charset="-128"/>
                <a:ea typeface="Meiryo UI" panose="020B0604030504040204" pitchFamily="50" charset="-128"/>
                <a:cs typeface="Meiryo UI" panose="020B0604030504040204" pitchFamily="50" charset="-128"/>
              </a:rPr>
              <a:t>月                          </a:t>
            </a:r>
            <a:r>
              <a:rPr lang="en-US" altLang="zh-CN" dirty="0" smtClean="0">
                <a:latin typeface="Meiryo UI" panose="020B0604030504040204" pitchFamily="50" charset="-128"/>
                <a:ea typeface="Meiryo UI" panose="020B0604030504040204" pitchFamily="50" charset="-128"/>
                <a:cs typeface="Meiryo UI" panose="020B0604030504040204" pitchFamily="50" charset="-128"/>
              </a:rPr>
              <a:t>10</a:t>
            </a:r>
            <a:r>
              <a:rPr lang="zh-CN" altLang="en-US" dirty="0" smtClean="0">
                <a:latin typeface="Meiryo UI" panose="020B0604030504040204" pitchFamily="50" charset="-128"/>
                <a:ea typeface="Meiryo UI" panose="020B0604030504040204" pitchFamily="50" charset="-128"/>
                <a:cs typeface="Meiryo UI" panose="020B0604030504040204" pitchFamily="50" charset="-128"/>
              </a:rPr>
              <a:t>月                              </a:t>
            </a:r>
            <a:r>
              <a:rPr lang="en-US" altLang="zh-CN" dirty="0" smtClean="0">
                <a:latin typeface="Meiryo UI" panose="020B0604030504040204" pitchFamily="50" charset="-128"/>
                <a:ea typeface="Meiryo UI" panose="020B0604030504040204" pitchFamily="50" charset="-128"/>
                <a:cs typeface="Meiryo UI" panose="020B0604030504040204" pitchFamily="50" charset="-128"/>
              </a:rPr>
              <a:t>12</a:t>
            </a:r>
            <a:r>
              <a:rPr lang="zh-CN" altLang="en-US" dirty="0" smtClean="0">
                <a:latin typeface="Meiryo UI" panose="020B0604030504040204" pitchFamily="50" charset="-128"/>
                <a:ea typeface="Meiryo UI" panose="020B0604030504040204" pitchFamily="50" charset="-128"/>
                <a:cs typeface="Meiryo UI" panose="020B0604030504040204" pitchFamily="50" charset="-128"/>
              </a:rPr>
              <a:t>月</a:t>
            </a:r>
            <a:endParaRPr kumimoji="1" lang="ja-JP" altLang="en-US"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圆角矩形 227"/>
          <p:cNvSpPr/>
          <p:nvPr/>
        </p:nvSpPr>
        <p:spPr>
          <a:xfrm>
            <a:off x="346125" y="3031327"/>
            <a:ext cx="1866255" cy="1317244"/>
          </a:xfrm>
          <a:prstGeom prst="roundRect">
            <a:avLst>
              <a:gd name="adj" fmla="val 12557"/>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444500" dist="1778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171450" indent="-171450">
              <a:buFont typeface="Arial" panose="020B0604020202020204" pitchFamily="34" charset="0"/>
              <a:buChar char="•"/>
            </a:pPr>
            <a:r>
              <a:rPr lang="en-US" altLang="zh-CN" sz="1013" dirty="0">
                <a:solidFill>
                  <a:schemeClr val="bg1">
                    <a:lumMod val="50000"/>
                  </a:schemeClr>
                </a:solidFill>
              </a:rPr>
              <a:t>SVPM</a:t>
            </a:r>
            <a:r>
              <a:rPr lang="zh-CN" altLang="en-US" sz="1013" dirty="0" smtClean="0">
                <a:solidFill>
                  <a:schemeClr val="bg1">
                    <a:lumMod val="50000"/>
                  </a:schemeClr>
                </a:solidFill>
              </a:rPr>
              <a:t>项目整体构成学习</a:t>
            </a:r>
            <a:endParaRPr lang="en-US" altLang="zh-CN" sz="1013" dirty="0" smtClean="0">
              <a:solidFill>
                <a:schemeClr val="bg1">
                  <a:lumMod val="50000"/>
                </a:schemeClr>
              </a:solidFill>
            </a:endParaRPr>
          </a:p>
          <a:p>
            <a:pPr marL="171450" indent="-171450">
              <a:buFont typeface="Arial" panose="020B0604020202020204" pitchFamily="34" charset="0"/>
              <a:buChar char="•"/>
            </a:pPr>
            <a:r>
              <a:rPr lang="en-US" altLang="zh-CN" sz="1013" dirty="0">
                <a:solidFill>
                  <a:schemeClr val="bg1">
                    <a:lumMod val="50000"/>
                  </a:schemeClr>
                </a:solidFill>
              </a:rPr>
              <a:t>PHP</a:t>
            </a:r>
            <a:r>
              <a:rPr lang="zh-CN" altLang="en-US" sz="1013" dirty="0" smtClean="0">
                <a:solidFill>
                  <a:schemeClr val="bg1">
                    <a:lumMod val="50000"/>
                  </a:schemeClr>
                </a:solidFill>
              </a:rPr>
              <a:t>学习</a:t>
            </a:r>
            <a:endParaRPr lang="en-US" altLang="zh-CN" sz="1013" dirty="0" smtClean="0">
              <a:solidFill>
                <a:schemeClr val="bg1">
                  <a:lumMod val="50000"/>
                </a:schemeClr>
              </a:solidFill>
            </a:endParaRPr>
          </a:p>
          <a:p>
            <a:pPr marL="171450" indent="-171450">
              <a:buFont typeface="Arial" panose="020B0604020202020204" pitchFamily="34" charset="0"/>
              <a:buChar char="•"/>
            </a:pPr>
            <a:r>
              <a:rPr lang="en-US" altLang="zh-CN" sz="1013" dirty="0" smtClean="0">
                <a:solidFill>
                  <a:schemeClr val="bg1">
                    <a:lumMod val="50000"/>
                  </a:schemeClr>
                </a:solidFill>
              </a:rPr>
              <a:t>C</a:t>
            </a:r>
            <a:r>
              <a:rPr lang="zh-CN" altLang="en-US" sz="1013" dirty="0" smtClean="0">
                <a:solidFill>
                  <a:schemeClr val="bg1">
                    <a:lumMod val="50000"/>
                  </a:schemeClr>
                </a:solidFill>
              </a:rPr>
              <a:t>和</a:t>
            </a:r>
            <a:r>
              <a:rPr lang="en-US" altLang="zh-CN" sz="1013" dirty="0" smtClean="0">
                <a:solidFill>
                  <a:schemeClr val="bg1">
                    <a:lumMod val="50000"/>
                  </a:schemeClr>
                </a:solidFill>
              </a:rPr>
              <a:t>GTK</a:t>
            </a:r>
            <a:r>
              <a:rPr lang="zh-CN" altLang="en-US" sz="1013" dirty="0" smtClean="0">
                <a:solidFill>
                  <a:schemeClr val="bg1">
                    <a:lumMod val="50000"/>
                  </a:schemeClr>
                </a:solidFill>
              </a:rPr>
              <a:t>框架学习</a:t>
            </a:r>
            <a:endParaRPr lang="en-US" altLang="zh-CN" sz="1013" dirty="0" smtClean="0">
              <a:solidFill>
                <a:schemeClr val="bg1">
                  <a:lumMod val="50000"/>
                </a:schemeClr>
              </a:solidFill>
            </a:endParaRPr>
          </a:p>
          <a:p>
            <a:pPr marL="171450" indent="-171450">
              <a:buFont typeface="Arial" panose="020B0604020202020204" pitchFamily="34" charset="0"/>
              <a:buChar char="•"/>
            </a:pPr>
            <a:r>
              <a:rPr lang="en-US" altLang="zh-CN" sz="1013" dirty="0" smtClean="0">
                <a:solidFill>
                  <a:schemeClr val="bg1">
                    <a:lumMod val="50000"/>
                  </a:schemeClr>
                </a:solidFill>
              </a:rPr>
              <a:t>GIT</a:t>
            </a:r>
            <a:r>
              <a:rPr lang="zh-CN" altLang="en-US" sz="1013" dirty="0" smtClean="0">
                <a:solidFill>
                  <a:schemeClr val="bg1">
                    <a:lumMod val="50000"/>
                  </a:schemeClr>
                </a:solidFill>
              </a:rPr>
              <a:t>学习</a:t>
            </a:r>
            <a:endParaRPr lang="en-US" altLang="zh-CN" sz="1013" dirty="0" smtClean="0">
              <a:solidFill>
                <a:schemeClr val="bg1">
                  <a:lumMod val="50000"/>
                </a:schemeClr>
              </a:solidFill>
            </a:endParaRPr>
          </a:p>
        </p:txBody>
      </p:sp>
      <p:grpSp>
        <p:nvGrpSpPr>
          <p:cNvPr id="41" name="组合 89"/>
          <p:cNvGrpSpPr/>
          <p:nvPr/>
        </p:nvGrpSpPr>
        <p:grpSpPr>
          <a:xfrm>
            <a:off x="5040104" y="2301335"/>
            <a:ext cx="468000" cy="684000"/>
            <a:chOff x="745694" y="4323822"/>
            <a:chExt cx="400050" cy="689719"/>
          </a:xfrm>
        </p:grpSpPr>
        <p:pic>
          <p:nvPicPr>
            <p:cNvPr id="42" name="图片 90"/>
            <p:cNvPicPr>
              <a:picLocks noChangeAspect="1"/>
            </p:cNvPicPr>
            <p:nvPr/>
          </p:nvPicPr>
          <p:blipFill>
            <a:blip r:embed="rId3"/>
            <a:stretch>
              <a:fillRect/>
            </a:stretch>
          </p:blipFill>
          <p:spPr>
            <a:xfrm>
              <a:off x="745694" y="4323822"/>
              <a:ext cx="400050" cy="514350"/>
            </a:xfrm>
            <a:prstGeom prst="rect">
              <a:avLst/>
            </a:prstGeom>
          </p:spPr>
        </p:pic>
        <p:sp>
          <p:nvSpPr>
            <p:cNvPr id="43" name="矩形 91"/>
            <p:cNvSpPr/>
            <p:nvPr/>
          </p:nvSpPr>
          <p:spPr bwMode="auto">
            <a:xfrm>
              <a:off x="900000" y="4797541"/>
              <a:ext cx="45719" cy="216000"/>
            </a:xfrm>
            <a:prstGeom prst="rect">
              <a:avLst/>
            </a:prstGeom>
            <a:solidFill>
              <a:schemeClr val="bg1">
                <a:lumMod val="50000"/>
              </a:schemeClr>
            </a:solidFill>
            <a:ln w="12700">
              <a:solidFill>
                <a:schemeClr val="bg1">
                  <a:lumMod val="50000"/>
                </a:schemeClr>
              </a:solidFill>
            </a:ln>
          </p:spPr>
          <p:txBody>
            <a:bodyPr rot="0" spcFirstLastPara="0" vertOverflow="overflow" horzOverflow="overflow" vert="horz" wrap="square" lIns="91440" tIns="45720" rIns="91440" bIns="45720" numCol="1" spcCol="0" rtlCol="0" fromWordArt="0" anchor="t" anchorCtr="0" forceAA="0" compatLnSpc="1">
              <a:spAutoFit/>
            </a:bodyPr>
            <a:lstStyle/>
            <a:p>
              <a:pPr algn="ctr"/>
              <a:endParaRPr kumimoji="1" lang="ja-JP" altLang="en-US" sz="1200" b="1" i="0" u="none" strike="noStrike" cap="none" normalizeH="0" baseline="0" dirty="0" smtClean="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44" name="组合 89"/>
          <p:cNvGrpSpPr/>
          <p:nvPr/>
        </p:nvGrpSpPr>
        <p:grpSpPr>
          <a:xfrm>
            <a:off x="2521342" y="2308089"/>
            <a:ext cx="468000" cy="684000"/>
            <a:chOff x="745694" y="4323822"/>
            <a:chExt cx="400050" cy="689719"/>
          </a:xfrm>
        </p:grpSpPr>
        <p:pic>
          <p:nvPicPr>
            <p:cNvPr id="45" name="图片 90"/>
            <p:cNvPicPr>
              <a:picLocks noChangeAspect="1"/>
            </p:cNvPicPr>
            <p:nvPr/>
          </p:nvPicPr>
          <p:blipFill>
            <a:blip r:embed="rId3"/>
            <a:stretch>
              <a:fillRect/>
            </a:stretch>
          </p:blipFill>
          <p:spPr>
            <a:xfrm>
              <a:off x="745694" y="4323822"/>
              <a:ext cx="400050" cy="514350"/>
            </a:xfrm>
            <a:prstGeom prst="rect">
              <a:avLst/>
            </a:prstGeom>
          </p:spPr>
        </p:pic>
        <p:sp>
          <p:nvSpPr>
            <p:cNvPr id="46" name="矩形 91"/>
            <p:cNvSpPr/>
            <p:nvPr/>
          </p:nvSpPr>
          <p:spPr bwMode="auto">
            <a:xfrm>
              <a:off x="900000" y="4797541"/>
              <a:ext cx="45719" cy="216000"/>
            </a:xfrm>
            <a:prstGeom prst="rect">
              <a:avLst/>
            </a:prstGeom>
            <a:solidFill>
              <a:schemeClr val="bg1">
                <a:lumMod val="50000"/>
              </a:schemeClr>
            </a:solidFill>
            <a:ln w="12700">
              <a:solidFill>
                <a:schemeClr val="bg1">
                  <a:lumMod val="50000"/>
                </a:schemeClr>
              </a:solidFill>
            </a:ln>
          </p:spPr>
          <p:txBody>
            <a:bodyPr rot="0" spcFirstLastPara="0" vertOverflow="overflow" horzOverflow="overflow" vert="horz" wrap="square" lIns="91440" tIns="45720" rIns="91440" bIns="45720" numCol="1" spcCol="0" rtlCol="0" fromWordArt="0" anchor="t" anchorCtr="0" forceAA="0" compatLnSpc="1">
              <a:spAutoFit/>
            </a:bodyPr>
            <a:lstStyle/>
            <a:p>
              <a:pPr algn="ctr"/>
              <a:endParaRPr kumimoji="1" lang="ja-JP" altLang="en-US" sz="1200" b="1" i="0" u="none" strike="noStrike" cap="none" normalizeH="0" baseline="0" dirty="0" smtClean="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47" name="组合 89"/>
          <p:cNvGrpSpPr/>
          <p:nvPr/>
        </p:nvGrpSpPr>
        <p:grpSpPr>
          <a:xfrm>
            <a:off x="7926020" y="2292526"/>
            <a:ext cx="468000" cy="684000"/>
            <a:chOff x="745694" y="4323822"/>
            <a:chExt cx="400050" cy="689719"/>
          </a:xfrm>
        </p:grpSpPr>
        <p:pic>
          <p:nvPicPr>
            <p:cNvPr id="48" name="图片 90"/>
            <p:cNvPicPr>
              <a:picLocks noChangeAspect="1"/>
            </p:cNvPicPr>
            <p:nvPr/>
          </p:nvPicPr>
          <p:blipFill>
            <a:blip r:embed="rId3"/>
            <a:stretch>
              <a:fillRect/>
            </a:stretch>
          </p:blipFill>
          <p:spPr>
            <a:xfrm>
              <a:off x="745694" y="4323822"/>
              <a:ext cx="400050" cy="514350"/>
            </a:xfrm>
            <a:prstGeom prst="rect">
              <a:avLst/>
            </a:prstGeom>
          </p:spPr>
        </p:pic>
        <p:sp>
          <p:nvSpPr>
            <p:cNvPr id="49" name="矩形 91"/>
            <p:cNvSpPr/>
            <p:nvPr/>
          </p:nvSpPr>
          <p:spPr bwMode="auto">
            <a:xfrm>
              <a:off x="900000" y="4797541"/>
              <a:ext cx="45719" cy="216000"/>
            </a:xfrm>
            <a:prstGeom prst="rect">
              <a:avLst/>
            </a:prstGeom>
            <a:solidFill>
              <a:schemeClr val="bg1">
                <a:lumMod val="50000"/>
              </a:schemeClr>
            </a:solidFill>
            <a:ln w="12700">
              <a:solidFill>
                <a:schemeClr val="bg1">
                  <a:lumMod val="50000"/>
                </a:schemeClr>
              </a:solidFill>
            </a:ln>
          </p:spPr>
          <p:txBody>
            <a:bodyPr rot="0" spcFirstLastPara="0" vertOverflow="overflow" horzOverflow="overflow" vert="horz" wrap="square" lIns="91440" tIns="45720" rIns="91440" bIns="45720" numCol="1" spcCol="0" rtlCol="0" fromWordArt="0" anchor="t" anchorCtr="0" forceAA="0" compatLnSpc="1">
              <a:spAutoFit/>
            </a:bodyPr>
            <a:lstStyle/>
            <a:p>
              <a:pPr algn="ctr"/>
              <a:endParaRPr kumimoji="1" lang="ja-JP" altLang="en-US" sz="1200" b="1" i="0" u="none" strike="noStrike" cap="none" normalizeH="0" baseline="0" dirty="0" smtClean="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50" name="圆角矩形 244"/>
          <p:cNvSpPr/>
          <p:nvPr/>
        </p:nvSpPr>
        <p:spPr>
          <a:xfrm>
            <a:off x="2994313" y="3031327"/>
            <a:ext cx="1866255" cy="1317244"/>
          </a:xfrm>
          <a:prstGeom prst="roundRect">
            <a:avLst>
              <a:gd name="adj" fmla="val 12557"/>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444500" dist="1778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171450" indent="-171450">
              <a:buFont typeface="Arial" panose="020B0604020202020204" pitchFamily="34" charset="0"/>
              <a:buChar char="•"/>
            </a:pPr>
            <a:r>
              <a:rPr lang="zh-CN" altLang="en-US" sz="1013" dirty="0" smtClean="0">
                <a:solidFill>
                  <a:schemeClr val="bg1">
                    <a:lumMod val="50000"/>
                  </a:schemeClr>
                </a:solidFill>
              </a:rPr>
              <a:t>担当</a:t>
            </a:r>
            <a:r>
              <a:rPr lang="en-US" altLang="zh-CN" sz="1013" dirty="0" smtClean="0">
                <a:solidFill>
                  <a:schemeClr val="bg1">
                    <a:lumMod val="50000"/>
                  </a:schemeClr>
                </a:solidFill>
              </a:rPr>
              <a:t>console</a:t>
            </a:r>
            <a:r>
              <a:rPr lang="zh-CN" altLang="en-US" sz="1013" dirty="0" smtClean="0">
                <a:solidFill>
                  <a:schemeClr val="bg1">
                    <a:lumMod val="50000"/>
                  </a:schemeClr>
                </a:solidFill>
              </a:rPr>
              <a:t>端障害对应</a:t>
            </a:r>
            <a:endParaRPr lang="en-US" altLang="zh-CN" sz="1013" dirty="0" smtClean="0">
              <a:solidFill>
                <a:schemeClr val="bg1">
                  <a:lumMod val="50000"/>
                </a:schemeClr>
              </a:solidFill>
            </a:endParaRPr>
          </a:p>
          <a:p>
            <a:pPr marL="171450" indent="-171450">
              <a:buFont typeface="Arial" panose="020B0604020202020204" pitchFamily="34" charset="0"/>
              <a:buChar char="•"/>
            </a:pPr>
            <a:r>
              <a:rPr lang="en-US" altLang="zh-CN" sz="1013" dirty="0" smtClean="0">
                <a:solidFill>
                  <a:schemeClr val="bg1">
                    <a:lumMod val="50000"/>
                  </a:schemeClr>
                </a:solidFill>
              </a:rPr>
              <a:t>Linux C </a:t>
            </a:r>
            <a:r>
              <a:rPr lang="zh-CN" altLang="en-US" sz="1013" dirty="0" smtClean="0">
                <a:solidFill>
                  <a:schemeClr val="bg1">
                    <a:lumMod val="50000"/>
                  </a:schemeClr>
                </a:solidFill>
              </a:rPr>
              <a:t>强化</a:t>
            </a:r>
            <a:endParaRPr lang="en-US" altLang="zh-CN" sz="1013" dirty="0" smtClean="0">
              <a:solidFill>
                <a:schemeClr val="bg1">
                  <a:lumMod val="50000"/>
                </a:schemeClr>
              </a:solidFill>
            </a:endParaRPr>
          </a:p>
          <a:p>
            <a:pPr marL="171450" indent="-171450">
              <a:buFont typeface="Arial" panose="020B0604020202020204" pitchFamily="34" charset="0"/>
              <a:buChar char="•"/>
            </a:pPr>
            <a:r>
              <a:rPr lang="en-US" altLang="zh-CN" sz="1013" dirty="0" err="1" smtClean="0">
                <a:solidFill>
                  <a:schemeClr val="bg1">
                    <a:lumMod val="50000"/>
                  </a:schemeClr>
                </a:solidFill>
              </a:rPr>
              <a:t>Systemwalker</a:t>
            </a:r>
            <a:r>
              <a:rPr lang="zh-CN" altLang="en-US" sz="1013" dirty="0" smtClean="0">
                <a:solidFill>
                  <a:schemeClr val="bg1">
                    <a:lumMod val="50000"/>
                  </a:schemeClr>
                </a:solidFill>
              </a:rPr>
              <a:t>移植、代码分析比较</a:t>
            </a:r>
            <a:endParaRPr lang="en-US" altLang="zh-CN" sz="1013" dirty="0" smtClean="0">
              <a:solidFill>
                <a:prstClr val="white"/>
              </a:solidFill>
            </a:endParaRPr>
          </a:p>
          <a:p>
            <a:pPr marL="171450" indent="-171450" algn="ctr">
              <a:buFont typeface="Arial" panose="020B0604020202020204" pitchFamily="34" charset="0"/>
              <a:buChar char="•"/>
            </a:pPr>
            <a:endParaRPr lang="en-US" altLang="zh-CN" sz="1013" dirty="0" smtClean="0">
              <a:solidFill>
                <a:prstClr val="white"/>
              </a:solidFill>
            </a:endParaRPr>
          </a:p>
        </p:txBody>
      </p:sp>
      <p:sp>
        <p:nvSpPr>
          <p:cNvPr id="51" name="圆角矩形 245"/>
          <p:cNvSpPr/>
          <p:nvPr/>
        </p:nvSpPr>
        <p:spPr>
          <a:xfrm>
            <a:off x="6059765" y="3031327"/>
            <a:ext cx="1866255" cy="1317244"/>
          </a:xfrm>
          <a:prstGeom prst="roundRect">
            <a:avLst>
              <a:gd name="adj" fmla="val 12557"/>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444500" dist="1778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171450" indent="-171450">
              <a:buFont typeface="Arial" panose="020B0604020202020204" pitchFamily="34" charset="0"/>
              <a:buChar char="•"/>
            </a:pPr>
            <a:r>
              <a:rPr lang="zh-CN" altLang="en-US" sz="1013" dirty="0" smtClean="0">
                <a:solidFill>
                  <a:schemeClr val="bg1">
                    <a:lumMod val="50000"/>
                  </a:schemeClr>
                </a:solidFill>
              </a:rPr>
              <a:t>担当</a:t>
            </a:r>
            <a:r>
              <a:rPr lang="en-US" altLang="zh-CN" sz="1013" dirty="0" smtClean="0">
                <a:solidFill>
                  <a:schemeClr val="bg1">
                    <a:lumMod val="50000"/>
                  </a:schemeClr>
                </a:solidFill>
              </a:rPr>
              <a:t>console</a:t>
            </a:r>
            <a:r>
              <a:rPr lang="zh-CN" altLang="en-US" sz="1013" dirty="0" smtClean="0">
                <a:solidFill>
                  <a:schemeClr val="bg1">
                    <a:lumMod val="50000"/>
                  </a:schemeClr>
                </a:solidFill>
              </a:rPr>
              <a:t>端新规开发</a:t>
            </a:r>
            <a:endParaRPr lang="en-US" altLang="zh-CN" sz="1013" dirty="0">
              <a:solidFill>
                <a:schemeClr val="bg1">
                  <a:lumMod val="50000"/>
                </a:schemeClr>
              </a:solidFill>
            </a:endParaRPr>
          </a:p>
          <a:p>
            <a:pPr marL="171450" indent="-171450">
              <a:buFont typeface="Arial" panose="020B0604020202020204" pitchFamily="34" charset="0"/>
              <a:buChar char="•"/>
            </a:pPr>
            <a:r>
              <a:rPr lang="en-US" altLang="zh-CN" sz="1013" dirty="0" err="1" smtClean="0">
                <a:solidFill>
                  <a:schemeClr val="bg1">
                    <a:lumMod val="50000"/>
                  </a:schemeClr>
                </a:solidFill>
              </a:rPr>
              <a:t>Remotecon</a:t>
            </a:r>
            <a:r>
              <a:rPr lang="zh-CN" altLang="en-US" sz="1013" dirty="0" smtClean="0">
                <a:solidFill>
                  <a:schemeClr val="bg1">
                    <a:lumMod val="50000"/>
                  </a:schemeClr>
                </a:solidFill>
              </a:rPr>
              <a:t>机能开发</a:t>
            </a:r>
            <a:endParaRPr lang="en-US" altLang="zh-CN" sz="1013" dirty="0" smtClean="0">
              <a:solidFill>
                <a:schemeClr val="bg1">
                  <a:lumMod val="50000"/>
                </a:schemeClr>
              </a:solidFill>
            </a:endParaRPr>
          </a:p>
          <a:p>
            <a:pPr marL="171450" indent="-171450">
              <a:buFont typeface="Arial" panose="020B0604020202020204" pitchFamily="34" charset="0"/>
              <a:buChar char="•"/>
            </a:pPr>
            <a:r>
              <a:rPr lang="zh-CN" altLang="en-US" sz="1013" dirty="0" smtClean="0">
                <a:solidFill>
                  <a:schemeClr val="bg1">
                    <a:lumMod val="50000"/>
                  </a:schemeClr>
                </a:solidFill>
              </a:rPr>
              <a:t>端子盘通报机能开发</a:t>
            </a:r>
            <a:endParaRPr lang="en-US" altLang="zh-CN" sz="1013" dirty="0" smtClean="0">
              <a:solidFill>
                <a:schemeClr val="bg1">
                  <a:lumMod val="50000"/>
                </a:schemeClr>
              </a:solidFill>
            </a:endParaRPr>
          </a:p>
          <a:p>
            <a:pPr marL="171450" indent="-171450">
              <a:buFont typeface="Arial" panose="020B0604020202020204" pitchFamily="34" charset="0"/>
              <a:buChar char="•"/>
            </a:pPr>
            <a:r>
              <a:rPr lang="zh-CN" altLang="en-US" sz="1013" dirty="0" smtClean="0">
                <a:solidFill>
                  <a:schemeClr val="bg1">
                    <a:lumMod val="50000"/>
                  </a:schemeClr>
                </a:solidFill>
              </a:rPr>
              <a:t>继续对应</a:t>
            </a:r>
            <a:r>
              <a:rPr lang="en-US" altLang="zh-CN" sz="1013" dirty="0" err="1" smtClean="0">
                <a:solidFill>
                  <a:schemeClr val="bg1">
                    <a:lumMod val="50000"/>
                  </a:schemeClr>
                </a:solidFill>
              </a:rPr>
              <a:t>redmine</a:t>
            </a:r>
            <a:r>
              <a:rPr lang="zh-CN" altLang="en-US" sz="1013" dirty="0" smtClean="0">
                <a:solidFill>
                  <a:schemeClr val="bg1">
                    <a:lumMod val="50000"/>
                  </a:schemeClr>
                </a:solidFill>
              </a:rPr>
              <a:t>障害</a:t>
            </a:r>
            <a:endParaRPr lang="en-US" altLang="zh-CN" sz="1013" dirty="0" smtClean="0">
              <a:solidFill>
                <a:schemeClr val="bg1">
                  <a:lumMod val="50000"/>
                </a:schemeClr>
              </a:solidFill>
            </a:endParaRPr>
          </a:p>
        </p:txBody>
      </p:sp>
      <p:graphicFrame>
        <p:nvGraphicFramePr>
          <p:cNvPr id="52" name="表格 5"/>
          <p:cNvGraphicFramePr>
            <a:graphicFrameLocks noGrp="1"/>
          </p:cNvGraphicFramePr>
          <p:nvPr>
            <p:extLst>
              <p:ext uri="{D42A27DB-BD31-4B8C-83A1-F6EECF244321}">
                <p14:modId xmlns:p14="http://schemas.microsoft.com/office/powerpoint/2010/main" val="2411703454"/>
              </p:ext>
            </p:extLst>
          </p:nvPr>
        </p:nvGraphicFramePr>
        <p:xfrm>
          <a:off x="264644" y="4877743"/>
          <a:ext cx="3724966" cy="1356905"/>
        </p:xfrm>
        <a:graphic>
          <a:graphicData uri="http://schemas.openxmlformats.org/drawingml/2006/table">
            <a:tbl>
              <a:tblPr firstRow="1" bandRow="1">
                <a:tableStyleId>{5C22544A-7EE6-4342-B048-85BDC9FD1C3A}</a:tableStyleId>
              </a:tblPr>
              <a:tblGrid>
                <a:gridCol w="706956"/>
                <a:gridCol w="779780"/>
                <a:gridCol w="1275080"/>
                <a:gridCol w="963150"/>
              </a:tblGrid>
              <a:tr h="453271">
                <a:tc>
                  <a:txBody>
                    <a:bodyPr/>
                    <a:lstStyle/>
                    <a:p>
                      <a:endParaRPr kumimoji="1" lang="ja-JP" altLang="en-US"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100" dirty="0" smtClean="0"/>
                        <a:t>障害对应</a:t>
                      </a:r>
                      <a:endParaRPr kumimoji="1" lang="ja-JP" altLang="en-US" sz="11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100" dirty="0" smtClean="0"/>
                        <a:t>新机能开发</a:t>
                      </a:r>
                      <a:endParaRPr kumimoji="1" lang="ja-JP" altLang="en-US" sz="1100" dirty="0" smtClean="0"/>
                    </a:p>
                  </a:txBody>
                  <a:tcPr/>
                </a:tc>
                <a:tc>
                  <a:txBody>
                    <a:bodyPr/>
                    <a:lstStyle/>
                    <a:p>
                      <a:r>
                        <a:rPr kumimoji="1" lang="zh-CN" altLang="en-US" sz="1100" dirty="0" smtClean="0"/>
                        <a:t>测试</a:t>
                      </a:r>
                      <a:r>
                        <a:rPr kumimoji="1" lang="en-US" altLang="zh-CN" sz="1100" dirty="0" smtClean="0"/>
                        <a:t>case</a:t>
                      </a:r>
                      <a:r>
                        <a:rPr kumimoji="1" lang="zh-CN" altLang="en-US" sz="1100" dirty="0" smtClean="0"/>
                        <a:t>数</a:t>
                      </a:r>
                      <a:endParaRPr kumimoji="1" lang="ja-JP" altLang="en-US" sz="1100" dirty="0"/>
                    </a:p>
                  </a:txBody>
                  <a:tcPr/>
                </a:tc>
              </a:tr>
              <a:tr h="251445">
                <a:tc>
                  <a:txBody>
                    <a:bodyPr/>
                    <a:lstStyle/>
                    <a:p>
                      <a:r>
                        <a:rPr kumimoji="1" lang="zh-CN" altLang="en-US" sz="800" dirty="0" smtClean="0"/>
                        <a:t>组内</a:t>
                      </a:r>
                      <a:endParaRPr kumimoji="1" lang="ja-JP" altLang="en-US" sz="800" dirty="0"/>
                    </a:p>
                  </a:txBody>
                  <a:tcPr/>
                </a:tc>
                <a:tc>
                  <a:txBody>
                    <a:bodyPr/>
                    <a:lstStyle/>
                    <a:p>
                      <a:r>
                        <a:rPr kumimoji="1" lang="en-US" altLang="ja-JP" sz="800" dirty="0" smtClean="0"/>
                        <a:t>25</a:t>
                      </a:r>
                      <a:endParaRPr kumimoji="1" lang="ja-JP" altLang="en-US" sz="800" dirty="0"/>
                    </a:p>
                  </a:txBody>
                  <a:tcPr/>
                </a:tc>
                <a:tc>
                  <a:txBody>
                    <a:bodyPr/>
                    <a:lstStyle/>
                    <a:p>
                      <a:r>
                        <a:rPr kumimoji="1" lang="en-US" altLang="zh-CN" sz="800" dirty="0" err="1" smtClean="0"/>
                        <a:t>mntmenu</a:t>
                      </a:r>
                      <a:r>
                        <a:rPr kumimoji="1" lang="zh-CN" altLang="en-US" sz="800" dirty="0" smtClean="0"/>
                        <a:t>：</a:t>
                      </a:r>
                      <a:r>
                        <a:rPr kumimoji="1" lang="en-US" altLang="zh-CN" sz="800" dirty="0" smtClean="0"/>
                        <a:t>2</a:t>
                      </a:r>
                    </a:p>
                    <a:p>
                      <a:r>
                        <a:rPr kumimoji="1" lang="en-US" altLang="zh-CN" sz="800" dirty="0" smtClean="0"/>
                        <a:t>Console</a:t>
                      </a:r>
                      <a:r>
                        <a:rPr kumimoji="1" lang="zh-CN" altLang="en-US" sz="800" dirty="0" smtClean="0"/>
                        <a:t>：</a:t>
                      </a:r>
                      <a:r>
                        <a:rPr kumimoji="1" lang="en-US" altLang="zh-CN" sz="800" dirty="0" smtClean="0"/>
                        <a:t>2</a:t>
                      </a:r>
                      <a:endParaRPr kumimoji="1" lang="ja-JP" altLang="en-US" sz="800" dirty="0"/>
                    </a:p>
                  </a:txBody>
                  <a:tcPr/>
                </a:tc>
                <a:tc>
                  <a:txBody>
                    <a:bodyPr/>
                    <a:lstStyle/>
                    <a:p>
                      <a:r>
                        <a:rPr kumimoji="1" lang="en-US" altLang="ja-JP" sz="800" dirty="0" smtClean="0"/>
                        <a:t>467</a:t>
                      </a:r>
                      <a:endParaRPr kumimoji="1" lang="ja-JP" altLang="en-US" sz="800" dirty="0"/>
                    </a:p>
                  </a:txBody>
                  <a:tcPr/>
                </a:tc>
              </a:tr>
              <a:tr h="354994">
                <a:tc>
                  <a:txBody>
                    <a:bodyPr/>
                    <a:lstStyle/>
                    <a:p>
                      <a:r>
                        <a:rPr kumimoji="1" lang="zh-CN" altLang="en-US" sz="800" dirty="0" smtClean="0"/>
                        <a:t>个人担当</a:t>
                      </a:r>
                      <a:endParaRPr kumimoji="1" lang="ja-JP" altLang="en-US" sz="800" dirty="0"/>
                    </a:p>
                  </a:txBody>
                  <a:tcPr/>
                </a:tc>
                <a:tc>
                  <a:txBody>
                    <a:bodyPr/>
                    <a:lstStyle/>
                    <a:p>
                      <a:r>
                        <a:rPr kumimoji="1" lang="en-US" altLang="ja-JP" sz="800" dirty="0" smtClean="0"/>
                        <a:t>13</a:t>
                      </a:r>
                      <a:endParaRPr kumimoji="1" lang="ja-JP" altLang="en-US" sz="800" dirty="0"/>
                    </a:p>
                  </a:txBody>
                  <a:tcPr/>
                </a:tc>
                <a:tc>
                  <a:txBody>
                    <a:bodyPr/>
                    <a:lstStyle/>
                    <a:p>
                      <a:r>
                        <a:rPr kumimoji="1" lang="zh-CN" altLang="en-US" sz="800" dirty="0" smtClean="0"/>
                        <a:t>全部</a:t>
                      </a:r>
                      <a:r>
                        <a:rPr kumimoji="1" lang="en-US" altLang="zh-CN" sz="800" dirty="0" smtClean="0"/>
                        <a:t>console</a:t>
                      </a:r>
                      <a:r>
                        <a:rPr kumimoji="1" lang="zh-CN" altLang="en-US" sz="800" dirty="0" smtClean="0"/>
                        <a:t>新机能开发，</a:t>
                      </a:r>
                      <a:endParaRPr kumimoji="1" lang="en-US" altLang="zh-CN" sz="800" dirty="0" smtClean="0"/>
                    </a:p>
                    <a:p>
                      <a:r>
                        <a:rPr kumimoji="1" lang="zh-CN" altLang="en-US" sz="800" dirty="0" smtClean="0"/>
                        <a:t>代码量</a:t>
                      </a:r>
                      <a:r>
                        <a:rPr kumimoji="1" lang="en-US" altLang="zh-CN" sz="800" dirty="0" smtClean="0"/>
                        <a:t>1.1k</a:t>
                      </a:r>
                      <a:endParaRPr kumimoji="1" lang="ja-JP" altLang="en-US" sz="800" dirty="0"/>
                    </a:p>
                  </a:txBody>
                  <a:tcPr/>
                </a:tc>
                <a:tc>
                  <a:txBody>
                    <a:bodyPr/>
                    <a:lstStyle/>
                    <a:p>
                      <a:r>
                        <a:rPr kumimoji="1" lang="en-US" altLang="ja-JP" sz="800" dirty="0" smtClean="0"/>
                        <a:t>158</a:t>
                      </a:r>
                      <a:endParaRPr kumimoji="1" lang="ja-JP" altLang="en-US" sz="800" dirty="0"/>
                    </a:p>
                  </a:txBody>
                  <a:tcPr/>
                </a:tc>
              </a:tr>
              <a:tr h="160011">
                <a:tc>
                  <a:txBody>
                    <a:bodyPr/>
                    <a:lstStyle/>
                    <a:p>
                      <a:r>
                        <a:rPr kumimoji="1" lang="zh-CN" altLang="en-US" sz="800" dirty="0" smtClean="0"/>
                        <a:t>百分比</a:t>
                      </a:r>
                      <a:endParaRPr kumimoji="1" lang="ja-JP" altLang="en-US" sz="800" dirty="0"/>
                    </a:p>
                  </a:txBody>
                  <a:tcPr/>
                </a:tc>
                <a:tc>
                  <a:txBody>
                    <a:bodyPr/>
                    <a:lstStyle/>
                    <a:p>
                      <a:r>
                        <a:rPr kumimoji="1" lang="en-US" altLang="ja-JP" sz="800" dirty="0" smtClean="0"/>
                        <a:t>52%</a:t>
                      </a:r>
                      <a:endParaRPr kumimoji="1" lang="ja-JP" altLang="en-US" sz="800" dirty="0"/>
                    </a:p>
                  </a:txBody>
                  <a:tcPr/>
                </a:tc>
                <a:tc>
                  <a:txBody>
                    <a:bodyPr/>
                    <a:lstStyle/>
                    <a:p>
                      <a:r>
                        <a:rPr kumimoji="1" lang="en-US" altLang="ja-JP" sz="800" dirty="0" smtClean="0"/>
                        <a:t>50%</a:t>
                      </a:r>
                      <a:endParaRPr kumimoji="1" lang="ja-JP" altLang="en-US" sz="800" dirty="0"/>
                    </a:p>
                  </a:txBody>
                  <a:tcPr/>
                </a:tc>
                <a:tc>
                  <a:txBody>
                    <a:bodyPr/>
                    <a:lstStyle/>
                    <a:p>
                      <a:r>
                        <a:rPr kumimoji="1" lang="en-US" altLang="ja-JP" sz="800" dirty="0" smtClean="0"/>
                        <a:t>34%</a:t>
                      </a:r>
                      <a:endParaRPr kumimoji="1" lang="ja-JP" altLang="en-US" sz="800" dirty="0"/>
                    </a:p>
                  </a:txBody>
                  <a:tcPr/>
                </a:tc>
              </a:tr>
            </a:tbl>
          </a:graphicData>
        </a:graphic>
      </p:graphicFrame>
      <p:sp>
        <p:nvSpPr>
          <p:cNvPr id="53" name="文本框 113"/>
          <p:cNvSpPr txBox="1"/>
          <p:nvPr/>
        </p:nvSpPr>
        <p:spPr>
          <a:xfrm>
            <a:off x="154319" y="4490155"/>
            <a:ext cx="932047" cy="369332"/>
          </a:xfrm>
          <a:prstGeom prst="rect">
            <a:avLst/>
          </a:prstGeom>
          <a:noFill/>
        </p:spPr>
        <p:txBody>
          <a:bodyPr wrap="square" rtlCol="0">
            <a:spAutoFit/>
          </a:bodyPr>
          <a:lstStyle/>
          <a:p>
            <a:pPr marL="285750" indent="-285750">
              <a:buFont typeface="Wingdings" panose="05000000000000000000" pitchFamily="2" charset="2"/>
              <a:buChar char="n"/>
            </a:pPr>
            <a:r>
              <a:rPr kumimoji="1" lang="zh-CN" altLang="en-US" b="1" dirty="0" smtClean="0">
                <a:latin typeface="SimSun" panose="02010600030101010101" pitchFamily="2" charset="-122"/>
                <a:ea typeface="SimSun" panose="02010600030101010101" pitchFamily="2" charset="-122"/>
              </a:rPr>
              <a:t>实绩</a:t>
            </a:r>
            <a:endParaRPr kumimoji="1" lang="en-US" altLang="zh-CN" b="1" dirty="0" smtClean="0">
              <a:latin typeface="SimSun" panose="02010600030101010101" pitchFamily="2" charset="-122"/>
              <a:ea typeface="SimSun" panose="02010600030101010101" pitchFamily="2" charset="-122"/>
            </a:endParaRPr>
          </a:p>
        </p:txBody>
      </p:sp>
      <p:grpSp>
        <p:nvGrpSpPr>
          <p:cNvPr id="59" name="组合 114"/>
          <p:cNvGrpSpPr/>
          <p:nvPr/>
        </p:nvGrpSpPr>
        <p:grpSpPr>
          <a:xfrm>
            <a:off x="4650934" y="4599761"/>
            <a:ext cx="4220665" cy="2019093"/>
            <a:chOff x="3887" y="2481"/>
            <a:chExt cx="10178" cy="5623"/>
          </a:xfrm>
        </p:grpSpPr>
        <p:sp>
          <p:nvSpPr>
            <p:cNvPr id="60" name="TextBox 1"/>
            <p:cNvSpPr txBox="1"/>
            <p:nvPr/>
          </p:nvSpPr>
          <p:spPr>
            <a:xfrm>
              <a:off x="4095" y="2481"/>
              <a:ext cx="1697" cy="1157"/>
            </a:xfrm>
            <a:prstGeom prst="rect">
              <a:avLst/>
            </a:prstGeom>
            <a:noFill/>
          </p:spPr>
          <p:txBody>
            <a:bodyPr wrap="square" lIns="0" tIns="0" rIns="0" rtlCol="0">
              <a:spAutoFit/>
            </a:bodyPr>
            <a:lstStyle/>
            <a:p>
              <a:pPr algn="l">
                <a:lnSpc>
                  <a:spcPct val="100000"/>
                </a:lnSpc>
                <a:tabLst>
                  <a:tab pos="25400" algn="l"/>
                </a:tabLst>
              </a:pPr>
              <a:r>
                <a:rPr lang="en-US" altLang="zh-CN" sz="2400" b="1" dirty="0" smtClean="0">
                  <a:ln w="22225">
                    <a:solidFill>
                      <a:schemeClr val="accent2"/>
                    </a:solidFill>
                    <a:prstDash val="solid"/>
                  </a:ln>
                  <a:solidFill>
                    <a:schemeClr val="accent2">
                      <a:lumMod val="40000"/>
                      <a:lumOff val="60000"/>
                    </a:schemeClr>
                  </a:solidFill>
                  <a:latin typeface="Calibri" panose="020F0502020204030204" pitchFamily="18" charset="0"/>
                  <a:cs typeface="Calibri" panose="020F0502020204030204" pitchFamily="18" charset="0"/>
                </a:rPr>
                <a:t>90%</a:t>
              </a:r>
            </a:p>
          </p:txBody>
        </p:sp>
        <p:grpSp>
          <p:nvGrpSpPr>
            <p:cNvPr id="61" name="组合 119"/>
            <p:cNvGrpSpPr/>
            <p:nvPr/>
          </p:nvGrpSpPr>
          <p:grpSpPr>
            <a:xfrm>
              <a:off x="4140" y="3731"/>
              <a:ext cx="1268" cy="3400"/>
              <a:chOff x="9146" y="3731"/>
              <a:chExt cx="1268" cy="3400"/>
            </a:xfrm>
          </p:grpSpPr>
          <p:sp>
            <p:nvSpPr>
              <p:cNvPr id="84" name="矩形 140"/>
              <p:cNvSpPr/>
              <p:nvPr/>
            </p:nvSpPr>
            <p:spPr>
              <a:xfrm>
                <a:off x="9146" y="4001"/>
                <a:ext cx="1268" cy="2506"/>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141"/>
              <p:cNvSpPr/>
              <p:nvPr/>
            </p:nvSpPr>
            <p:spPr>
              <a:xfrm>
                <a:off x="9146" y="5863"/>
                <a:ext cx="1268" cy="1268"/>
              </a:xfrm>
              <a:prstGeom prst="ellipse">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86" name="矩形 142"/>
              <p:cNvSpPr/>
              <p:nvPr/>
            </p:nvSpPr>
            <p:spPr>
              <a:xfrm>
                <a:off x="9146" y="3731"/>
                <a:ext cx="1268" cy="212"/>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grpSp>
        <p:grpSp>
          <p:nvGrpSpPr>
            <p:cNvPr id="62" name="组合 120"/>
            <p:cNvGrpSpPr/>
            <p:nvPr/>
          </p:nvGrpSpPr>
          <p:grpSpPr>
            <a:xfrm>
              <a:off x="6999" y="3963"/>
              <a:ext cx="1270" cy="3168"/>
              <a:chOff x="9146" y="3963"/>
              <a:chExt cx="1270" cy="3168"/>
            </a:xfrm>
          </p:grpSpPr>
          <p:sp>
            <p:nvSpPr>
              <p:cNvPr id="82" name="矩形 137"/>
              <p:cNvSpPr/>
              <p:nvPr/>
            </p:nvSpPr>
            <p:spPr>
              <a:xfrm>
                <a:off x="9148" y="3963"/>
                <a:ext cx="1268" cy="251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138"/>
              <p:cNvSpPr/>
              <p:nvPr/>
            </p:nvSpPr>
            <p:spPr>
              <a:xfrm>
                <a:off x="9146" y="5863"/>
                <a:ext cx="1268" cy="1268"/>
              </a:xfrm>
              <a:prstGeom prst="ellipse">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pSp>
        <p:grpSp>
          <p:nvGrpSpPr>
            <p:cNvPr id="63" name="组合 121"/>
            <p:cNvGrpSpPr/>
            <p:nvPr/>
          </p:nvGrpSpPr>
          <p:grpSpPr>
            <a:xfrm>
              <a:off x="9845" y="3968"/>
              <a:ext cx="1275" cy="3189"/>
              <a:chOff x="9120" y="3968"/>
              <a:chExt cx="1275" cy="3189"/>
            </a:xfrm>
          </p:grpSpPr>
          <p:sp>
            <p:nvSpPr>
              <p:cNvPr id="80" name="矩形 134"/>
              <p:cNvSpPr/>
              <p:nvPr/>
            </p:nvSpPr>
            <p:spPr>
              <a:xfrm>
                <a:off x="9127" y="3968"/>
                <a:ext cx="1268" cy="2505"/>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135"/>
              <p:cNvSpPr/>
              <p:nvPr/>
            </p:nvSpPr>
            <p:spPr>
              <a:xfrm>
                <a:off x="9120" y="5889"/>
                <a:ext cx="1268" cy="1268"/>
              </a:xfrm>
              <a:prstGeom prst="ellipse">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pSp>
        <p:grpSp>
          <p:nvGrpSpPr>
            <p:cNvPr id="64" name="组合 122"/>
            <p:cNvGrpSpPr/>
            <p:nvPr/>
          </p:nvGrpSpPr>
          <p:grpSpPr>
            <a:xfrm>
              <a:off x="12329" y="4093"/>
              <a:ext cx="1288" cy="3014"/>
              <a:chOff x="8717" y="4093"/>
              <a:chExt cx="1288" cy="3014"/>
            </a:xfrm>
            <a:solidFill>
              <a:schemeClr val="tx1">
                <a:lumMod val="50000"/>
                <a:lumOff val="50000"/>
              </a:schemeClr>
            </a:solidFill>
          </p:grpSpPr>
          <p:sp>
            <p:nvSpPr>
              <p:cNvPr id="73" name="矩形 131"/>
              <p:cNvSpPr/>
              <p:nvPr/>
            </p:nvSpPr>
            <p:spPr>
              <a:xfrm>
                <a:off x="8737" y="4229"/>
                <a:ext cx="1268" cy="2041"/>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132"/>
              <p:cNvSpPr/>
              <p:nvPr/>
            </p:nvSpPr>
            <p:spPr>
              <a:xfrm>
                <a:off x="8737" y="5839"/>
                <a:ext cx="1268" cy="1268"/>
              </a:xfrm>
              <a:prstGeom prst="ellipse">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77" name="矩形 133"/>
              <p:cNvSpPr/>
              <p:nvPr/>
            </p:nvSpPr>
            <p:spPr>
              <a:xfrm>
                <a:off x="8717" y="4093"/>
                <a:ext cx="1268" cy="149"/>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grpSp>
        <p:sp>
          <p:nvSpPr>
            <p:cNvPr id="65" name="TextBox 1"/>
            <p:cNvSpPr txBox="1"/>
            <p:nvPr/>
          </p:nvSpPr>
          <p:spPr>
            <a:xfrm>
              <a:off x="3887" y="7369"/>
              <a:ext cx="1994" cy="727"/>
            </a:xfrm>
            <a:prstGeom prst="rect">
              <a:avLst/>
            </a:prstGeom>
            <a:noFill/>
          </p:spPr>
          <p:txBody>
            <a:bodyPr wrap="square" lIns="0" tIns="0" rIns="0" rtlCol="0">
              <a:spAutoFit/>
            </a:bodyPr>
            <a:lstStyle/>
            <a:p>
              <a:r>
                <a:rPr lang="zh-CN" sz="1400" dirty="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rPr>
                <a:t>开发能力</a:t>
              </a:r>
            </a:p>
          </p:txBody>
        </p:sp>
        <p:sp>
          <p:nvSpPr>
            <p:cNvPr id="66" name="Freeform 178"/>
            <p:cNvSpPr>
              <a:spLocks noEditPoints="1"/>
            </p:cNvSpPr>
            <p:nvPr/>
          </p:nvSpPr>
          <p:spPr bwMode="auto">
            <a:xfrm>
              <a:off x="4503" y="6226"/>
              <a:ext cx="542" cy="542"/>
            </a:xfrm>
            <a:custGeom>
              <a:avLst/>
              <a:gdLst>
                <a:gd name="T0" fmla="*/ 61 w 71"/>
                <a:gd name="T1" fmla="*/ 11 h 71"/>
                <a:gd name="T2" fmla="*/ 61 w 71"/>
                <a:gd name="T3" fmla="*/ 61 h 71"/>
                <a:gd name="T4" fmla="*/ 36 w 71"/>
                <a:gd name="T5" fmla="*/ 71 h 71"/>
                <a:gd name="T6" fmla="*/ 0 w 71"/>
                <a:gd name="T7" fmla="*/ 36 h 71"/>
                <a:gd name="T8" fmla="*/ 11 w 71"/>
                <a:gd name="T9" fmla="*/ 10 h 71"/>
                <a:gd name="T10" fmla="*/ 31 w 71"/>
                <a:gd name="T11" fmla="*/ 6 h 71"/>
                <a:gd name="T12" fmla="*/ 30 w 71"/>
                <a:gd name="T13" fmla="*/ 8 h 71"/>
                <a:gd name="T14" fmla="*/ 22 w 71"/>
                <a:gd name="T15" fmla="*/ 22 h 71"/>
                <a:gd name="T16" fmla="*/ 27 w 71"/>
                <a:gd name="T17" fmla="*/ 23 h 71"/>
                <a:gd name="T18" fmla="*/ 37 w 71"/>
                <a:gd name="T19" fmla="*/ 28 h 71"/>
                <a:gd name="T20" fmla="*/ 38 w 71"/>
                <a:gd name="T21" fmla="*/ 33 h 71"/>
                <a:gd name="T22" fmla="*/ 33 w 71"/>
                <a:gd name="T23" fmla="*/ 44 h 71"/>
                <a:gd name="T24" fmla="*/ 33 w 71"/>
                <a:gd name="T25" fmla="*/ 51 h 71"/>
                <a:gd name="T26" fmla="*/ 33 w 71"/>
                <a:gd name="T27" fmla="*/ 56 h 71"/>
                <a:gd name="T28" fmla="*/ 17 w 71"/>
                <a:gd name="T29" fmla="*/ 47 h 71"/>
                <a:gd name="T30" fmla="*/ 9 w 71"/>
                <a:gd name="T31" fmla="*/ 38 h 71"/>
                <a:gd name="T32" fmla="*/ 10 w 71"/>
                <a:gd name="T33" fmla="*/ 30 h 71"/>
                <a:gd name="T34" fmla="*/ 6 w 71"/>
                <a:gd name="T35" fmla="*/ 31 h 71"/>
                <a:gd name="T36" fmla="*/ 14 w 71"/>
                <a:gd name="T37" fmla="*/ 57 h 71"/>
                <a:gd name="T38" fmla="*/ 26 w 71"/>
                <a:gd name="T39" fmla="*/ 64 h 71"/>
                <a:gd name="T40" fmla="*/ 50 w 71"/>
                <a:gd name="T41" fmla="*/ 62 h 71"/>
                <a:gd name="T42" fmla="*/ 57 w 71"/>
                <a:gd name="T43" fmla="*/ 57 h 71"/>
                <a:gd name="T44" fmla="*/ 57 w 71"/>
                <a:gd name="T45" fmla="*/ 54 h 71"/>
                <a:gd name="T46" fmla="*/ 53 w 71"/>
                <a:gd name="T47" fmla="*/ 54 h 71"/>
                <a:gd name="T48" fmla="*/ 53 w 71"/>
                <a:gd name="T49" fmla="*/ 43 h 71"/>
                <a:gd name="T50" fmla="*/ 48 w 71"/>
                <a:gd name="T51" fmla="*/ 32 h 71"/>
                <a:gd name="T52" fmla="*/ 45 w 71"/>
                <a:gd name="T53" fmla="*/ 18 h 71"/>
                <a:gd name="T54" fmla="*/ 40 w 71"/>
                <a:gd name="T55" fmla="*/ 14 h 71"/>
                <a:gd name="T56" fmla="*/ 40 w 71"/>
                <a:gd name="T57" fmla="*/ 14 h 71"/>
                <a:gd name="T58" fmla="*/ 40 w 71"/>
                <a:gd name="T59" fmla="*/ 12 h 71"/>
                <a:gd name="T60" fmla="*/ 36 w 71"/>
                <a:gd name="T61" fmla="*/ 6 h 71"/>
                <a:gd name="T62" fmla="*/ 7 w 71"/>
                <a:gd name="T63" fmla="*/ 28 h 71"/>
                <a:gd name="T64" fmla="*/ 7 w 71"/>
                <a:gd name="T65" fmla="*/ 27 h 71"/>
                <a:gd name="T66" fmla="*/ 13 w 71"/>
                <a:gd name="T67" fmla="*/ 32 h 71"/>
                <a:gd name="T68" fmla="*/ 16 w 71"/>
                <a:gd name="T69" fmla="*/ 42 h 71"/>
                <a:gd name="T70" fmla="*/ 25 w 71"/>
                <a:gd name="T71" fmla="*/ 53 h 71"/>
                <a:gd name="T72" fmla="*/ 30 w 71"/>
                <a:gd name="T73" fmla="*/ 51 h 71"/>
                <a:gd name="T74" fmla="*/ 29 w 71"/>
                <a:gd name="T75" fmla="*/ 45 h 71"/>
                <a:gd name="T76" fmla="*/ 35 w 71"/>
                <a:gd name="T77" fmla="*/ 32 h 71"/>
                <a:gd name="T78" fmla="*/ 35 w 71"/>
                <a:gd name="T79" fmla="*/ 30 h 71"/>
                <a:gd name="T80" fmla="*/ 27 w 71"/>
                <a:gd name="T81" fmla="*/ 26 h 71"/>
                <a:gd name="T82" fmla="*/ 18 w 71"/>
                <a:gd name="T83" fmla="*/ 22 h 71"/>
                <a:gd name="T84" fmla="*/ 27 w 71"/>
                <a:gd name="T85" fmla="*/ 7 h 71"/>
                <a:gd name="T86" fmla="*/ 15 w 71"/>
                <a:gd name="T87" fmla="*/ 14 h 71"/>
                <a:gd name="T88" fmla="*/ 7 w 71"/>
                <a:gd name="T89" fmla="*/ 28 h 71"/>
                <a:gd name="T90" fmla="*/ 45 w 71"/>
                <a:gd name="T91" fmla="*/ 64 h 71"/>
                <a:gd name="T92" fmla="*/ 32 w 71"/>
                <a:gd name="T93" fmla="*/ 65 h 71"/>
                <a:gd name="T94" fmla="*/ 45 w 71"/>
                <a:gd name="T95" fmla="*/ 64 h 71"/>
                <a:gd name="T96" fmla="*/ 65 w 71"/>
                <a:gd name="T97" fmla="*/ 42 h 71"/>
                <a:gd name="T98" fmla="*/ 66 w 71"/>
                <a:gd name="T99" fmla="*/ 36 h 71"/>
                <a:gd name="T100" fmla="*/ 57 w 71"/>
                <a:gd name="T101" fmla="*/ 14 h 71"/>
                <a:gd name="T102" fmla="*/ 43 w 71"/>
                <a:gd name="T103" fmla="*/ 12 h 71"/>
                <a:gd name="T104" fmla="*/ 43 w 71"/>
                <a:gd name="T105" fmla="*/ 13 h 71"/>
                <a:gd name="T106" fmla="*/ 50 w 71"/>
                <a:gd name="T107" fmla="*/ 16 h 71"/>
                <a:gd name="T108" fmla="*/ 46 w 71"/>
                <a:gd name="T109" fmla="*/ 26 h 71"/>
                <a:gd name="T110" fmla="*/ 52 w 71"/>
                <a:gd name="T111" fmla="*/ 30 h 71"/>
                <a:gd name="T112" fmla="*/ 55 w 71"/>
                <a:gd name="T113" fmla="*/ 51 h 71"/>
                <a:gd name="T114" fmla="*/ 59 w 71"/>
                <a:gd name="T115" fmla="*/ 49 h 71"/>
                <a:gd name="T116" fmla="*/ 47 w 71"/>
                <a:gd name="T117" fmla="*/ 17 h 71"/>
                <a:gd name="T118" fmla="*/ 47 w 71"/>
                <a:gd name="T119" fmla="*/ 16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 h="71">
                  <a:moveTo>
                    <a:pt x="36" y="0"/>
                  </a:moveTo>
                  <a:cubicBezTo>
                    <a:pt x="45" y="0"/>
                    <a:pt x="54" y="4"/>
                    <a:pt x="61" y="11"/>
                  </a:cubicBezTo>
                  <a:cubicBezTo>
                    <a:pt x="67" y="17"/>
                    <a:pt x="71" y="26"/>
                    <a:pt x="71" y="36"/>
                  </a:cubicBezTo>
                  <a:cubicBezTo>
                    <a:pt x="71" y="45"/>
                    <a:pt x="67" y="54"/>
                    <a:pt x="61" y="61"/>
                  </a:cubicBezTo>
                  <a:cubicBezTo>
                    <a:pt x="61" y="61"/>
                    <a:pt x="61" y="61"/>
                    <a:pt x="61" y="61"/>
                  </a:cubicBezTo>
                  <a:cubicBezTo>
                    <a:pt x="54" y="67"/>
                    <a:pt x="45" y="71"/>
                    <a:pt x="36" y="71"/>
                  </a:cubicBezTo>
                  <a:cubicBezTo>
                    <a:pt x="26" y="71"/>
                    <a:pt x="17" y="67"/>
                    <a:pt x="11" y="61"/>
                  </a:cubicBezTo>
                  <a:cubicBezTo>
                    <a:pt x="4" y="54"/>
                    <a:pt x="0" y="45"/>
                    <a:pt x="0" y="36"/>
                  </a:cubicBezTo>
                  <a:cubicBezTo>
                    <a:pt x="0" y="26"/>
                    <a:pt x="4" y="17"/>
                    <a:pt x="11" y="11"/>
                  </a:cubicBezTo>
                  <a:cubicBezTo>
                    <a:pt x="11" y="10"/>
                    <a:pt x="11" y="10"/>
                    <a:pt x="11" y="10"/>
                  </a:cubicBezTo>
                  <a:cubicBezTo>
                    <a:pt x="17" y="4"/>
                    <a:pt x="26" y="0"/>
                    <a:pt x="36" y="0"/>
                  </a:cubicBezTo>
                  <a:close/>
                  <a:moveTo>
                    <a:pt x="31" y="6"/>
                  </a:moveTo>
                  <a:cubicBezTo>
                    <a:pt x="31" y="6"/>
                    <a:pt x="31" y="6"/>
                    <a:pt x="31" y="6"/>
                  </a:cubicBezTo>
                  <a:cubicBezTo>
                    <a:pt x="31" y="7"/>
                    <a:pt x="31" y="7"/>
                    <a:pt x="30" y="8"/>
                  </a:cubicBezTo>
                  <a:cubicBezTo>
                    <a:pt x="30" y="11"/>
                    <a:pt x="29" y="15"/>
                    <a:pt x="27" y="17"/>
                  </a:cubicBezTo>
                  <a:cubicBezTo>
                    <a:pt x="26" y="18"/>
                    <a:pt x="22" y="21"/>
                    <a:pt x="22" y="22"/>
                  </a:cubicBezTo>
                  <a:cubicBezTo>
                    <a:pt x="22" y="23"/>
                    <a:pt x="23" y="23"/>
                    <a:pt x="27" y="23"/>
                  </a:cubicBezTo>
                  <a:cubicBezTo>
                    <a:pt x="27" y="23"/>
                    <a:pt x="27" y="23"/>
                    <a:pt x="27" y="23"/>
                  </a:cubicBezTo>
                  <a:cubicBezTo>
                    <a:pt x="29" y="23"/>
                    <a:pt x="31" y="23"/>
                    <a:pt x="33" y="24"/>
                  </a:cubicBezTo>
                  <a:cubicBezTo>
                    <a:pt x="35" y="25"/>
                    <a:pt x="36" y="26"/>
                    <a:pt x="37" y="28"/>
                  </a:cubicBezTo>
                  <a:cubicBezTo>
                    <a:pt x="38" y="29"/>
                    <a:pt x="39" y="31"/>
                    <a:pt x="38" y="33"/>
                  </a:cubicBezTo>
                  <a:cubicBezTo>
                    <a:pt x="38" y="33"/>
                    <a:pt x="38" y="33"/>
                    <a:pt x="38" y="33"/>
                  </a:cubicBezTo>
                  <a:cubicBezTo>
                    <a:pt x="38" y="34"/>
                    <a:pt x="37" y="36"/>
                    <a:pt x="36" y="37"/>
                  </a:cubicBezTo>
                  <a:cubicBezTo>
                    <a:pt x="32" y="41"/>
                    <a:pt x="32" y="42"/>
                    <a:pt x="33" y="44"/>
                  </a:cubicBezTo>
                  <a:cubicBezTo>
                    <a:pt x="33" y="45"/>
                    <a:pt x="33" y="46"/>
                    <a:pt x="33" y="48"/>
                  </a:cubicBezTo>
                  <a:cubicBezTo>
                    <a:pt x="33" y="49"/>
                    <a:pt x="33" y="50"/>
                    <a:pt x="33" y="51"/>
                  </a:cubicBezTo>
                  <a:cubicBezTo>
                    <a:pt x="33" y="53"/>
                    <a:pt x="33" y="55"/>
                    <a:pt x="33" y="56"/>
                  </a:cubicBezTo>
                  <a:cubicBezTo>
                    <a:pt x="33" y="56"/>
                    <a:pt x="33" y="56"/>
                    <a:pt x="33" y="56"/>
                  </a:cubicBezTo>
                  <a:cubicBezTo>
                    <a:pt x="32" y="64"/>
                    <a:pt x="25" y="58"/>
                    <a:pt x="23" y="56"/>
                  </a:cubicBezTo>
                  <a:cubicBezTo>
                    <a:pt x="20" y="53"/>
                    <a:pt x="18" y="49"/>
                    <a:pt x="17" y="47"/>
                  </a:cubicBezTo>
                  <a:cubicBezTo>
                    <a:pt x="17" y="46"/>
                    <a:pt x="16" y="46"/>
                    <a:pt x="14" y="45"/>
                  </a:cubicBezTo>
                  <a:cubicBezTo>
                    <a:pt x="12" y="44"/>
                    <a:pt x="9" y="43"/>
                    <a:pt x="9" y="38"/>
                  </a:cubicBezTo>
                  <a:cubicBezTo>
                    <a:pt x="9" y="35"/>
                    <a:pt x="9" y="33"/>
                    <a:pt x="10" y="31"/>
                  </a:cubicBezTo>
                  <a:cubicBezTo>
                    <a:pt x="10" y="31"/>
                    <a:pt x="11" y="31"/>
                    <a:pt x="10" y="30"/>
                  </a:cubicBezTo>
                  <a:cubicBezTo>
                    <a:pt x="10" y="30"/>
                    <a:pt x="9" y="30"/>
                    <a:pt x="8" y="31"/>
                  </a:cubicBezTo>
                  <a:cubicBezTo>
                    <a:pt x="7" y="31"/>
                    <a:pt x="7" y="31"/>
                    <a:pt x="6" y="31"/>
                  </a:cubicBezTo>
                  <a:cubicBezTo>
                    <a:pt x="6" y="32"/>
                    <a:pt x="6" y="34"/>
                    <a:pt x="6" y="36"/>
                  </a:cubicBezTo>
                  <a:cubicBezTo>
                    <a:pt x="6" y="44"/>
                    <a:pt x="9" y="51"/>
                    <a:pt x="14" y="57"/>
                  </a:cubicBezTo>
                  <a:cubicBezTo>
                    <a:pt x="14" y="57"/>
                    <a:pt x="14" y="57"/>
                    <a:pt x="14" y="57"/>
                  </a:cubicBezTo>
                  <a:cubicBezTo>
                    <a:pt x="18" y="60"/>
                    <a:pt x="21" y="62"/>
                    <a:pt x="26" y="64"/>
                  </a:cubicBezTo>
                  <a:cubicBezTo>
                    <a:pt x="28" y="63"/>
                    <a:pt x="31" y="62"/>
                    <a:pt x="33" y="62"/>
                  </a:cubicBezTo>
                  <a:cubicBezTo>
                    <a:pt x="39" y="61"/>
                    <a:pt x="44" y="60"/>
                    <a:pt x="50" y="62"/>
                  </a:cubicBezTo>
                  <a:cubicBezTo>
                    <a:pt x="53" y="60"/>
                    <a:pt x="55" y="59"/>
                    <a:pt x="57" y="57"/>
                  </a:cubicBezTo>
                  <a:cubicBezTo>
                    <a:pt x="57" y="57"/>
                    <a:pt x="57" y="57"/>
                    <a:pt x="57" y="57"/>
                  </a:cubicBezTo>
                  <a:cubicBezTo>
                    <a:pt x="58" y="55"/>
                    <a:pt x="60" y="54"/>
                    <a:pt x="61" y="52"/>
                  </a:cubicBezTo>
                  <a:cubicBezTo>
                    <a:pt x="60" y="53"/>
                    <a:pt x="58" y="54"/>
                    <a:pt x="57" y="54"/>
                  </a:cubicBezTo>
                  <a:cubicBezTo>
                    <a:pt x="56" y="55"/>
                    <a:pt x="55" y="55"/>
                    <a:pt x="54" y="54"/>
                  </a:cubicBezTo>
                  <a:cubicBezTo>
                    <a:pt x="53" y="54"/>
                    <a:pt x="53" y="54"/>
                    <a:pt x="53" y="54"/>
                  </a:cubicBezTo>
                  <a:cubicBezTo>
                    <a:pt x="53" y="54"/>
                    <a:pt x="53" y="54"/>
                    <a:pt x="53" y="54"/>
                  </a:cubicBezTo>
                  <a:cubicBezTo>
                    <a:pt x="51" y="51"/>
                    <a:pt x="52" y="47"/>
                    <a:pt x="53" y="43"/>
                  </a:cubicBezTo>
                  <a:cubicBezTo>
                    <a:pt x="54" y="39"/>
                    <a:pt x="56" y="35"/>
                    <a:pt x="51" y="33"/>
                  </a:cubicBezTo>
                  <a:cubicBezTo>
                    <a:pt x="50" y="33"/>
                    <a:pt x="49" y="33"/>
                    <a:pt x="48" y="32"/>
                  </a:cubicBezTo>
                  <a:cubicBezTo>
                    <a:pt x="46" y="31"/>
                    <a:pt x="44" y="30"/>
                    <a:pt x="43" y="28"/>
                  </a:cubicBezTo>
                  <a:cubicBezTo>
                    <a:pt x="41" y="24"/>
                    <a:pt x="43" y="21"/>
                    <a:pt x="45" y="18"/>
                  </a:cubicBezTo>
                  <a:cubicBezTo>
                    <a:pt x="46" y="18"/>
                    <a:pt x="46" y="17"/>
                    <a:pt x="47" y="17"/>
                  </a:cubicBezTo>
                  <a:cubicBezTo>
                    <a:pt x="44" y="17"/>
                    <a:pt x="42" y="17"/>
                    <a:pt x="40" y="14"/>
                  </a:cubicBezTo>
                  <a:cubicBezTo>
                    <a:pt x="40" y="14"/>
                    <a:pt x="40" y="14"/>
                    <a:pt x="40" y="14"/>
                  </a:cubicBezTo>
                  <a:cubicBezTo>
                    <a:pt x="40" y="14"/>
                    <a:pt x="40" y="14"/>
                    <a:pt x="40" y="14"/>
                  </a:cubicBezTo>
                  <a:cubicBezTo>
                    <a:pt x="40" y="13"/>
                    <a:pt x="40" y="13"/>
                    <a:pt x="40" y="12"/>
                  </a:cubicBezTo>
                  <a:cubicBezTo>
                    <a:pt x="40" y="12"/>
                    <a:pt x="40" y="12"/>
                    <a:pt x="40" y="12"/>
                  </a:cubicBezTo>
                  <a:cubicBezTo>
                    <a:pt x="40" y="9"/>
                    <a:pt x="38" y="8"/>
                    <a:pt x="36" y="6"/>
                  </a:cubicBezTo>
                  <a:cubicBezTo>
                    <a:pt x="36" y="6"/>
                    <a:pt x="36" y="6"/>
                    <a:pt x="36" y="6"/>
                  </a:cubicBezTo>
                  <a:cubicBezTo>
                    <a:pt x="34" y="6"/>
                    <a:pt x="32" y="6"/>
                    <a:pt x="31" y="6"/>
                  </a:cubicBezTo>
                  <a:close/>
                  <a:moveTo>
                    <a:pt x="7" y="28"/>
                  </a:moveTo>
                  <a:cubicBezTo>
                    <a:pt x="7" y="28"/>
                    <a:pt x="7" y="28"/>
                    <a:pt x="7" y="28"/>
                  </a:cubicBezTo>
                  <a:cubicBezTo>
                    <a:pt x="7" y="27"/>
                    <a:pt x="7" y="27"/>
                    <a:pt x="7" y="27"/>
                  </a:cubicBezTo>
                  <a:cubicBezTo>
                    <a:pt x="8" y="27"/>
                    <a:pt x="10" y="27"/>
                    <a:pt x="11" y="27"/>
                  </a:cubicBezTo>
                  <a:cubicBezTo>
                    <a:pt x="14" y="28"/>
                    <a:pt x="14" y="30"/>
                    <a:pt x="13" y="32"/>
                  </a:cubicBezTo>
                  <a:cubicBezTo>
                    <a:pt x="12" y="34"/>
                    <a:pt x="12" y="36"/>
                    <a:pt x="12" y="38"/>
                  </a:cubicBezTo>
                  <a:cubicBezTo>
                    <a:pt x="12" y="41"/>
                    <a:pt x="14" y="42"/>
                    <a:pt x="16" y="42"/>
                  </a:cubicBezTo>
                  <a:cubicBezTo>
                    <a:pt x="18" y="43"/>
                    <a:pt x="19" y="44"/>
                    <a:pt x="20" y="46"/>
                  </a:cubicBezTo>
                  <a:cubicBezTo>
                    <a:pt x="20" y="47"/>
                    <a:pt x="23" y="51"/>
                    <a:pt x="25" y="53"/>
                  </a:cubicBezTo>
                  <a:cubicBezTo>
                    <a:pt x="26" y="54"/>
                    <a:pt x="29" y="59"/>
                    <a:pt x="30" y="56"/>
                  </a:cubicBezTo>
                  <a:cubicBezTo>
                    <a:pt x="30" y="54"/>
                    <a:pt x="30" y="52"/>
                    <a:pt x="30" y="51"/>
                  </a:cubicBezTo>
                  <a:cubicBezTo>
                    <a:pt x="30" y="50"/>
                    <a:pt x="30" y="49"/>
                    <a:pt x="30" y="48"/>
                  </a:cubicBezTo>
                  <a:cubicBezTo>
                    <a:pt x="30" y="47"/>
                    <a:pt x="30" y="45"/>
                    <a:pt x="29" y="45"/>
                  </a:cubicBezTo>
                  <a:cubicBezTo>
                    <a:pt x="29" y="41"/>
                    <a:pt x="29" y="40"/>
                    <a:pt x="34" y="35"/>
                  </a:cubicBezTo>
                  <a:cubicBezTo>
                    <a:pt x="35" y="34"/>
                    <a:pt x="35" y="33"/>
                    <a:pt x="35" y="32"/>
                  </a:cubicBezTo>
                  <a:cubicBezTo>
                    <a:pt x="35" y="32"/>
                    <a:pt x="35" y="32"/>
                    <a:pt x="35" y="32"/>
                  </a:cubicBezTo>
                  <a:cubicBezTo>
                    <a:pt x="35" y="31"/>
                    <a:pt x="35" y="31"/>
                    <a:pt x="35" y="30"/>
                  </a:cubicBezTo>
                  <a:cubicBezTo>
                    <a:pt x="34" y="29"/>
                    <a:pt x="33" y="28"/>
                    <a:pt x="32" y="27"/>
                  </a:cubicBezTo>
                  <a:cubicBezTo>
                    <a:pt x="30" y="26"/>
                    <a:pt x="28" y="26"/>
                    <a:pt x="27" y="26"/>
                  </a:cubicBezTo>
                  <a:cubicBezTo>
                    <a:pt x="27" y="26"/>
                    <a:pt x="27" y="26"/>
                    <a:pt x="27" y="26"/>
                  </a:cubicBezTo>
                  <a:cubicBezTo>
                    <a:pt x="20" y="26"/>
                    <a:pt x="19" y="26"/>
                    <a:pt x="18" y="22"/>
                  </a:cubicBezTo>
                  <a:cubicBezTo>
                    <a:pt x="18" y="19"/>
                    <a:pt x="23" y="17"/>
                    <a:pt x="25" y="15"/>
                  </a:cubicBezTo>
                  <a:cubicBezTo>
                    <a:pt x="26" y="14"/>
                    <a:pt x="27" y="10"/>
                    <a:pt x="27" y="7"/>
                  </a:cubicBezTo>
                  <a:cubicBezTo>
                    <a:pt x="27" y="7"/>
                    <a:pt x="27" y="7"/>
                    <a:pt x="27" y="7"/>
                  </a:cubicBezTo>
                  <a:cubicBezTo>
                    <a:pt x="22" y="8"/>
                    <a:pt x="18" y="11"/>
                    <a:pt x="15" y="14"/>
                  </a:cubicBezTo>
                  <a:cubicBezTo>
                    <a:pt x="14" y="14"/>
                    <a:pt x="14" y="14"/>
                    <a:pt x="14" y="14"/>
                  </a:cubicBezTo>
                  <a:cubicBezTo>
                    <a:pt x="11" y="18"/>
                    <a:pt x="8" y="22"/>
                    <a:pt x="7" y="28"/>
                  </a:cubicBezTo>
                  <a:close/>
                  <a:moveTo>
                    <a:pt x="45" y="64"/>
                  </a:moveTo>
                  <a:cubicBezTo>
                    <a:pt x="45" y="64"/>
                    <a:pt x="45" y="64"/>
                    <a:pt x="45" y="64"/>
                  </a:cubicBezTo>
                  <a:cubicBezTo>
                    <a:pt x="41" y="64"/>
                    <a:pt x="38" y="64"/>
                    <a:pt x="34" y="65"/>
                  </a:cubicBezTo>
                  <a:cubicBezTo>
                    <a:pt x="34" y="65"/>
                    <a:pt x="33" y="65"/>
                    <a:pt x="32" y="65"/>
                  </a:cubicBezTo>
                  <a:cubicBezTo>
                    <a:pt x="33" y="66"/>
                    <a:pt x="35" y="66"/>
                    <a:pt x="36" y="66"/>
                  </a:cubicBezTo>
                  <a:cubicBezTo>
                    <a:pt x="39" y="66"/>
                    <a:pt x="42" y="65"/>
                    <a:pt x="45" y="64"/>
                  </a:cubicBezTo>
                  <a:close/>
                  <a:moveTo>
                    <a:pt x="65" y="42"/>
                  </a:moveTo>
                  <a:cubicBezTo>
                    <a:pt x="65" y="42"/>
                    <a:pt x="65" y="42"/>
                    <a:pt x="65" y="42"/>
                  </a:cubicBezTo>
                  <a:cubicBezTo>
                    <a:pt x="65" y="42"/>
                    <a:pt x="65" y="42"/>
                    <a:pt x="65" y="41"/>
                  </a:cubicBezTo>
                  <a:cubicBezTo>
                    <a:pt x="65" y="40"/>
                    <a:pt x="66" y="38"/>
                    <a:pt x="66" y="36"/>
                  </a:cubicBezTo>
                  <a:cubicBezTo>
                    <a:pt x="66" y="27"/>
                    <a:pt x="62" y="20"/>
                    <a:pt x="57" y="14"/>
                  </a:cubicBezTo>
                  <a:cubicBezTo>
                    <a:pt x="57" y="14"/>
                    <a:pt x="57" y="14"/>
                    <a:pt x="57" y="14"/>
                  </a:cubicBezTo>
                  <a:cubicBezTo>
                    <a:pt x="52" y="10"/>
                    <a:pt x="47" y="7"/>
                    <a:pt x="40" y="6"/>
                  </a:cubicBezTo>
                  <a:cubicBezTo>
                    <a:pt x="42" y="8"/>
                    <a:pt x="43" y="9"/>
                    <a:pt x="43" y="12"/>
                  </a:cubicBezTo>
                  <a:cubicBezTo>
                    <a:pt x="43" y="12"/>
                    <a:pt x="43" y="12"/>
                    <a:pt x="43" y="12"/>
                  </a:cubicBezTo>
                  <a:cubicBezTo>
                    <a:pt x="43" y="12"/>
                    <a:pt x="43" y="12"/>
                    <a:pt x="43" y="13"/>
                  </a:cubicBezTo>
                  <a:cubicBezTo>
                    <a:pt x="44" y="14"/>
                    <a:pt x="45" y="14"/>
                    <a:pt x="46" y="14"/>
                  </a:cubicBezTo>
                  <a:cubicBezTo>
                    <a:pt x="48" y="14"/>
                    <a:pt x="50" y="14"/>
                    <a:pt x="50" y="16"/>
                  </a:cubicBezTo>
                  <a:cubicBezTo>
                    <a:pt x="51" y="18"/>
                    <a:pt x="49" y="19"/>
                    <a:pt x="48" y="21"/>
                  </a:cubicBezTo>
                  <a:cubicBezTo>
                    <a:pt x="46" y="23"/>
                    <a:pt x="45" y="24"/>
                    <a:pt x="46" y="26"/>
                  </a:cubicBezTo>
                  <a:cubicBezTo>
                    <a:pt x="47" y="27"/>
                    <a:pt x="48" y="29"/>
                    <a:pt x="50" y="29"/>
                  </a:cubicBezTo>
                  <a:cubicBezTo>
                    <a:pt x="50" y="30"/>
                    <a:pt x="51" y="30"/>
                    <a:pt x="52" y="30"/>
                  </a:cubicBezTo>
                  <a:cubicBezTo>
                    <a:pt x="60" y="33"/>
                    <a:pt x="58" y="39"/>
                    <a:pt x="56" y="44"/>
                  </a:cubicBezTo>
                  <a:cubicBezTo>
                    <a:pt x="55" y="47"/>
                    <a:pt x="54" y="50"/>
                    <a:pt x="55" y="51"/>
                  </a:cubicBezTo>
                  <a:cubicBezTo>
                    <a:pt x="56" y="51"/>
                    <a:pt x="56" y="51"/>
                    <a:pt x="56" y="51"/>
                  </a:cubicBezTo>
                  <a:cubicBezTo>
                    <a:pt x="57" y="51"/>
                    <a:pt x="58" y="50"/>
                    <a:pt x="59" y="49"/>
                  </a:cubicBezTo>
                  <a:cubicBezTo>
                    <a:pt x="61" y="47"/>
                    <a:pt x="63" y="45"/>
                    <a:pt x="65" y="42"/>
                  </a:cubicBezTo>
                  <a:close/>
                  <a:moveTo>
                    <a:pt x="47" y="17"/>
                  </a:moveTo>
                  <a:cubicBezTo>
                    <a:pt x="47" y="17"/>
                    <a:pt x="47" y="17"/>
                    <a:pt x="47" y="17"/>
                  </a:cubicBezTo>
                  <a:cubicBezTo>
                    <a:pt x="47" y="17"/>
                    <a:pt x="47" y="17"/>
                    <a:pt x="47" y="16"/>
                  </a:cubicBezTo>
                  <a:cubicBezTo>
                    <a:pt x="47" y="16"/>
                    <a:pt x="47" y="17"/>
                    <a:pt x="47" y="17"/>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176"/>
            <p:cNvSpPr>
              <a:spLocks noEditPoints="1"/>
            </p:cNvSpPr>
            <p:nvPr/>
          </p:nvSpPr>
          <p:spPr bwMode="auto">
            <a:xfrm>
              <a:off x="7366" y="6226"/>
              <a:ext cx="536" cy="494"/>
            </a:xfrm>
            <a:custGeom>
              <a:avLst/>
              <a:gdLst>
                <a:gd name="T0" fmla="*/ 62 w 70"/>
                <a:gd name="T1" fmla="*/ 42 h 65"/>
                <a:gd name="T2" fmla="*/ 65 w 70"/>
                <a:gd name="T3" fmla="*/ 36 h 65"/>
                <a:gd name="T4" fmla="*/ 58 w 70"/>
                <a:gd name="T5" fmla="*/ 27 h 65"/>
                <a:gd name="T6" fmla="*/ 55 w 70"/>
                <a:gd name="T7" fmla="*/ 24 h 65"/>
                <a:gd name="T8" fmla="*/ 37 w 70"/>
                <a:gd name="T9" fmla="*/ 6 h 65"/>
                <a:gd name="T10" fmla="*/ 19 w 70"/>
                <a:gd name="T11" fmla="*/ 17 h 65"/>
                <a:gd name="T12" fmla="*/ 9 w 70"/>
                <a:gd name="T13" fmla="*/ 23 h 65"/>
                <a:gd name="T14" fmla="*/ 9 w 70"/>
                <a:gd name="T15" fmla="*/ 41 h 65"/>
                <a:gd name="T16" fmla="*/ 18 w 70"/>
                <a:gd name="T17" fmla="*/ 44 h 65"/>
                <a:gd name="T18" fmla="*/ 19 w 70"/>
                <a:gd name="T19" fmla="*/ 44 h 65"/>
                <a:gd name="T20" fmla="*/ 27 w 70"/>
                <a:gd name="T21" fmla="*/ 44 h 65"/>
                <a:gd name="T22" fmla="*/ 27 w 70"/>
                <a:gd name="T23" fmla="*/ 50 h 65"/>
                <a:gd name="T24" fmla="*/ 19 w 70"/>
                <a:gd name="T25" fmla="*/ 50 h 65"/>
                <a:gd name="T26" fmla="*/ 18 w 70"/>
                <a:gd name="T27" fmla="*/ 50 h 65"/>
                <a:gd name="T28" fmla="*/ 5 w 70"/>
                <a:gd name="T29" fmla="*/ 44 h 65"/>
                <a:gd name="T30" fmla="*/ 5 w 70"/>
                <a:gd name="T31" fmla="*/ 19 h 65"/>
                <a:gd name="T32" fmla="*/ 23 w 70"/>
                <a:gd name="T33" fmla="*/ 4 h 65"/>
                <a:gd name="T34" fmla="*/ 54 w 70"/>
                <a:gd name="T35" fmla="*/ 7 h 65"/>
                <a:gd name="T36" fmla="*/ 67 w 70"/>
                <a:gd name="T37" fmla="*/ 27 h 65"/>
                <a:gd name="T38" fmla="*/ 66 w 70"/>
                <a:gd name="T39" fmla="*/ 46 h 65"/>
                <a:gd name="T40" fmla="*/ 58 w 70"/>
                <a:gd name="T41" fmla="*/ 50 h 65"/>
                <a:gd name="T42" fmla="*/ 56 w 70"/>
                <a:gd name="T43" fmla="*/ 50 h 65"/>
                <a:gd name="T44" fmla="*/ 44 w 70"/>
                <a:gd name="T45" fmla="*/ 50 h 65"/>
                <a:gd name="T46" fmla="*/ 41 w 70"/>
                <a:gd name="T47" fmla="*/ 47 h 65"/>
                <a:gd name="T48" fmla="*/ 44 w 70"/>
                <a:gd name="T49" fmla="*/ 44 h 65"/>
                <a:gd name="T50" fmla="*/ 34 w 70"/>
                <a:gd name="T51" fmla="*/ 21 h 65"/>
                <a:gd name="T52" fmla="*/ 34 w 70"/>
                <a:gd name="T53" fmla="*/ 21 h 65"/>
                <a:gd name="T54" fmla="*/ 34 w 70"/>
                <a:gd name="T55" fmla="*/ 21 h 65"/>
                <a:gd name="T56" fmla="*/ 34 w 70"/>
                <a:gd name="T57" fmla="*/ 21 h 65"/>
                <a:gd name="T58" fmla="*/ 34 w 70"/>
                <a:gd name="T59" fmla="*/ 21 h 65"/>
                <a:gd name="T60" fmla="*/ 35 w 70"/>
                <a:gd name="T61" fmla="*/ 20 h 65"/>
                <a:gd name="T62" fmla="*/ 35 w 70"/>
                <a:gd name="T63" fmla="*/ 20 h 65"/>
                <a:gd name="T64" fmla="*/ 35 w 70"/>
                <a:gd name="T65" fmla="*/ 20 h 65"/>
                <a:gd name="T66" fmla="*/ 35 w 70"/>
                <a:gd name="T67" fmla="*/ 20 h 65"/>
                <a:gd name="T68" fmla="*/ 35 w 70"/>
                <a:gd name="T69" fmla="*/ 20 h 65"/>
                <a:gd name="T70" fmla="*/ 35 w 70"/>
                <a:gd name="T71" fmla="*/ 20 h 65"/>
                <a:gd name="T72" fmla="*/ 36 w 70"/>
                <a:gd name="T73" fmla="*/ 21 h 65"/>
                <a:gd name="T74" fmla="*/ 36 w 70"/>
                <a:gd name="T75" fmla="*/ 21 h 65"/>
                <a:gd name="T76" fmla="*/ 36 w 70"/>
                <a:gd name="T77" fmla="*/ 21 h 65"/>
                <a:gd name="T78" fmla="*/ 36 w 70"/>
                <a:gd name="T79" fmla="*/ 21 h 65"/>
                <a:gd name="T80" fmla="*/ 49 w 70"/>
                <a:gd name="T81" fmla="*/ 36 h 65"/>
                <a:gd name="T82" fmla="*/ 37 w 70"/>
                <a:gd name="T83" fmla="*/ 26 h 65"/>
                <a:gd name="T84" fmla="*/ 35 w 70"/>
                <a:gd name="T85" fmla="*/ 65 h 65"/>
                <a:gd name="T86" fmla="*/ 33 w 70"/>
                <a:gd name="T87" fmla="*/ 26 h 65"/>
                <a:gd name="T88" fmla="*/ 21 w 70"/>
                <a:gd name="T89" fmla="*/ 36 h 65"/>
                <a:gd name="T90" fmla="*/ 34 w 70"/>
                <a:gd name="T91" fmla="*/ 21 h 65"/>
                <a:gd name="T92" fmla="*/ 35 w 70"/>
                <a:gd name="T93" fmla="*/ 20 h 65"/>
                <a:gd name="T94" fmla="*/ 35 w 70"/>
                <a:gd name="T95" fmla="*/ 20 h 65"/>
                <a:gd name="T96" fmla="*/ 35 w 70"/>
                <a:gd name="T97" fmla="*/ 2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0" h="65">
                  <a:moveTo>
                    <a:pt x="56" y="44"/>
                  </a:moveTo>
                  <a:cubicBezTo>
                    <a:pt x="59" y="44"/>
                    <a:pt x="61" y="43"/>
                    <a:pt x="62" y="42"/>
                  </a:cubicBezTo>
                  <a:cubicBezTo>
                    <a:pt x="62" y="42"/>
                    <a:pt x="62" y="42"/>
                    <a:pt x="62" y="42"/>
                  </a:cubicBezTo>
                  <a:cubicBezTo>
                    <a:pt x="64" y="40"/>
                    <a:pt x="65" y="38"/>
                    <a:pt x="65" y="36"/>
                  </a:cubicBezTo>
                  <a:cubicBezTo>
                    <a:pt x="65" y="33"/>
                    <a:pt x="64" y="31"/>
                    <a:pt x="63" y="30"/>
                  </a:cubicBezTo>
                  <a:cubicBezTo>
                    <a:pt x="62" y="28"/>
                    <a:pt x="60" y="27"/>
                    <a:pt x="58" y="27"/>
                  </a:cubicBezTo>
                  <a:cubicBezTo>
                    <a:pt x="56" y="27"/>
                    <a:pt x="55" y="26"/>
                    <a:pt x="55" y="24"/>
                  </a:cubicBezTo>
                  <a:cubicBezTo>
                    <a:pt x="55" y="24"/>
                    <a:pt x="55" y="24"/>
                    <a:pt x="55" y="24"/>
                  </a:cubicBezTo>
                  <a:cubicBezTo>
                    <a:pt x="55" y="19"/>
                    <a:pt x="53" y="14"/>
                    <a:pt x="50" y="11"/>
                  </a:cubicBezTo>
                  <a:cubicBezTo>
                    <a:pt x="47" y="8"/>
                    <a:pt x="42" y="6"/>
                    <a:pt x="37" y="6"/>
                  </a:cubicBezTo>
                  <a:cubicBezTo>
                    <a:pt x="33" y="6"/>
                    <a:pt x="29" y="7"/>
                    <a:pt x="26" y="9"/>
                  </a:cubicBezTo>
                  <a:cubicBezTo>
                    <a:pt x="23" y="11"/>
                    <a:pt x="21" y="14"/>
                    <a:pt x="19" y="17"/>
                  </a:cubicBezTo>
                  <a:cubicBezTo>
                    <a:pt x="19" y="18"/>
                    <a:pt x="18" y="19"/>
                    <a:pt x="17" y="19"/>
                  </a:cubicBezTo>
                  <a:cubicBezTo>
                    <a:pt x="14" y="19"/>
                    <a:pt x="11" y="20"/>
                    <a:pt x="9" y="23"/>
                  </a:cubicBezTo>
                  <a:cubicBezTo>
                    <a:pt x="6" y="25"/>
                    <a:pt x="5" y="28"/>
                    <a:pt x="5" y="31"/>
                  </a:cubicBezTo>
                  <a:cubicBezTo>
                    <a:pt x="5" y="35"/>
                    <a:pt x="6" y="38"/>
                    <a:pt x="9" y="41"/>
                  </a:cubicBezTo>
                  <a:cubicBezTo>
                    <a:pt x="9" y="41"/>
                    <a:pt x="9" y="41"/>
                    <a:pt x="9" y="41"/>
                  </a:cubicBezTo>
                  <a:cubicBezTo>
                    <a:pt x="11" y="43"/>
                    <a:pt x="14" y="44"/>
                    <a:pt x="18" y="44"/>
                  </a:cubicBezTo>
                  <a:cubicBezTo>
                    <a:pt x="19" y="44"/>
                    <a:pt x="19" y="44"/>
                    <a:pt x="19" y="44"/>
                  </a:cubicBezTo>
                  <a:cubicBezTo>
                    <a:pt x="19" y="44"/>
                    <a:pt x="19" y="44"/>
                    <a:pt x="19" y="44"/>
                  </a:cubicBezTo>
                  <a:cubicBezTo>
                    <a:pt x="26" y="44"/>
                    <a:pt x="26" y="44"/>
                    <a:pt x="26" y="44"/>
                  </a:cubicBezTo>
                  <a:cubicBezTo>
                    <a:pt x="27" y="44"/>
                    <a:pt x="27" y="44"/>
                    <a:pt x="27" y="44"/>
                  </a:cubicBezTo>
                  <a:cubicBezTo>
                    <a:pt x="28" y="44"/>
                    <a:pt x="30" y="46"/>
                    <a:pt x="30" y="47"/>
                  </a:cubicBezTo>
                  <a:cubicBezTo>
                    <a:pt x="30" y="49"/>
                    <a:pt x="28" y="50"/>
                    <a:pt x="27" y="50"/>
                  </a:cubicBezTo>
                  <a:cubicBezTo>
                    <a:pt x="26" y="50"/>
                    <a:pt x="26" y="50"/>
                    <a:pt x="26" y="50"/>
                  </a:cubicBezTo>
                  <a:cubicBezTo>
                    <a:pt x="19" y="50"/>
                    <a:pt x="19" y="50"/>
                    <a:pt x="19" y="50"/>
                  </a:cubicBezTo>
                  <a:cubicBezTo>
                    <a:pt x="19" y="50"/>
                    <a:pt x="19" y="50"/>
                    <a:pt x="19" y="50"/>
                  </a:cubicBezTo>
                  <a:cubicBezTo>
                    <a:pt x="18" y="50"/>
                    <a:pt x="18" y="50"/>
                    <a:pt x="18" y="50"/>
                  </a:cubicBezTo>
                  <a:cubicBezTo>
                    <a:pt x="13" y="50"/>
                    <a:pt x="8" y="48"/>
                    <a:pt x="5" y="44"/>
                  </a:cubicBezTo>
                  <a:cubicBezTo>
                    <a:pt x="5" y="44"/>
                    <a:pt x="5" y="44"/>
                    <a:pt x="5" y="44"/>
                  </a:cubicBezTo>
                  <a:cubicBezTo>
                    <a:pt x="2" y="41"/>
                    <a:pt x="0" y="36"/>
                    <a:pt x="0" y="31"/>
                  </a:cubicBezTo>
                  <a:cubicBezTo>
                    <a:pt x="0" y="27"/>
                    <a:pt x="1" y="22"/>
                    <a:pt x="5" y="19"/>
                  </a:cubicBezTo>
                  <a:cubicBezTo>
                    <a:pt x="7" y="16"/>
                    <a:pt x="11" y="14"/>
                    <a:pt x="15" y="13"/>
                  </a:cubicBezTo>
                  <a:cubicBezTo>
                    <a:pt x="17" y="10"/>
                    <a:pt x="20" y="6"/>
                    <a:pt x="23" y="4"/>
                  </a:cubicBezTo>
                  <a:cubicBezTo>
                    <a:pt x="27" y="2"/>
                    <a:pt x="32" y="0"/>
                    <a:pt x="37" y="0"/>
                  </a:cubicBezTo>
                  <a:cubicBezTo>
                    <a:pt x="43" y="0"/>
                    <a:pt x="49" y="3"/>
                    <a:pt x="54" y="7"/>
                  </a:cubicBezTo>
                  <a:cubicBezTo>
                    <a:pt x="58" y="11"/>
                    <a:pt x="60" y="16"/>
                    <a:pt x="61" y="22"/>
                  </a:cubicBezTo>
                  <a:cubicBezTo>
                    <a:pt x="63" y="23"/>
                    <a:pt x="65" y="25"/>
                    <a:pt x="67" y="27"/>
                  </a:cubicBezTo>
                  <a:cubicBezTo>
                    <a:pt x="69" y="29"/>
                    <a:pt x="70" y="32"/>
                    <a:pt x="70" y="36"/>
                  </a:cubicBezTo>
                  <a:cubicBezTo>
                    <a:pt x="70" y="39"/>
                    <a:pt x="69" y="43"/>
                    <a:pt x="66" y="46"/>
                  </a:cubicBezTo>
                  <a:cubicBezTo>
                    <a:pt x="66" y="46"/>
                    <a:pt x="66" y="46"/>
                    <a:pt x="66" y="46"/>
                  </a:cubicBezTo>
                  <a:cubicBezTo>
                    <a:pt x="64" y="48"/>
                    <a:pt x="61" y="49"/>
                    <a:pt x="58" y="50"/>
                  </a:cubicBezTo>
                  <a:cubicBezTo>
                    <a:pt x="57" y="50"/>
                    <a:pt x="57" y="50"/>
                    <a:pt x="57" y="50"/>
                  </a:cubicBezTo>
                  <a:cubicBezTo>
                    <a:pt x="56" y="50"/>
                    <a:pt x="56" y="50"/>
                    <a:pt x="56" y="50"/>
                  </a:cubicBezTo>
                  <a:cubicBezTo>
                    <a:pt x="56" y="50"/>
                    <a:pt x="56" y="50"/>
                    <a:pt x="56" y="50"/>
                  </a:cubicBezTo>
                  <a:cubicBezTo>
                    <a:pt x="44" y="50"/>
                    <a:pt x="44" y="50"/>
                    <a:pt x="44" y="50"/>
                  </a:cubicBezTo>
                  <a:cubicBezTo>
                    <a:pt x="44" y="50"/>
                    <a:pt x="44" y="50"/>
                    <a:pt x="44" y="50"/>
                  </a:cubicBezTo>
                  <a:cubicBezTo>
                    <a:pt x="42" y="50"/>
                    <a:pt x="41" y="49"/>
                    <a:pt x="41" y="47"/>
                  </a:cubicBezTo>
                  <a:cubicBezTo>
                    <a:pt x="41" y="46"/>
                    <a:pt x="42" y="44"/>
                    <a:pt x="44" y="44"/>
                  </a:cubicBezTo>
                  <a:cubicBezTo>
                    <a:pt x="44" y="44"/>
                    <a:pt x="44" y="44"/>
                    <a:pt x="44" y="44"/>
                  </a:cubicBezTo>
                  <a:cubicBezTo>
                    <a:pt x="56" y="44"/>
                    <a:pt x="56" y="44"/>
                    <a:pt x="56" y="44"/>
                  </a:cubicBezTo>
                  <a:close/>
                  <a:moveTo>
                    <a:pt x="34" y="21"/>
                  </a:move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0"/>
                    <a:pt x="34" y="20"/>
                    <a:pt x="35" y="20"/>
                  </a:cubicBezTo>
                  <a:cubicBezTo>
                    <a:pt x="35" y="20"/>
                    <a:pt x="35" y="20"/>
                    <a:pt x="35" y="20"/>
                  </a:cubicBezTo>
                  <a:cubicBezTo>
                    <a:pt x="35" y="20"/>
                    <a:pt x="35" y="20"/>
                    <a:pt x="35" y="20"/>
                  </a:cubicBezTo>
                  <a:cubicBezTo>
                    <a:pt x="35" y="20"/>
                    <a:pt x="35" y="20"/>
                    <a:pt x="35" y="20"/>
                  </a:cubicBezTo>
                  <a:cubicBezTo>
                    <a:pt x="35" y="20"/>
                    <a:pt x="35" y="20"/>
                    <a:pt x="35" y="20"/>
                  </a:cubicBezTo>
                  <a:cubicBezTo>
                    <a:pt x="35" y="20"/>
                    <a:pt x="35" y="20"/>
                    <a:pt x="35" y="20"/>
                  </a:cubicBezTo>
                  <a:cubicBezTo>
                    <a:pt x="35" y="20"/>
                    <a:pt x="35" y="20"/>
                    <a:pt x="35" y="20"/>
                  </a:cubicBezTo>
                  <a:cubicBezTo>
                    <a:pt x="35" y="20"/>
                    <a:pt x="35" y="20"/>
                    <a:pt x="35" y="20"/>
                  </a:cubicBezTo>
                  <a:cubicBezTo>
                    <a:pt x="35" y="20"/>
                    <a:pt x="35" y="20"/>
                    <a:pt x="35" y="20"/>
                  </a:cubicBezTo>
                  <a:cubicBezTo>
                    <a:pt x="35" y="20"/>
                    <a:pt x="35" y="20"/>
                    <a:pt x="35" y="20"/>
                  </a:cubicBezTo>
                  <a:cubicBezTo>
                    <a:pt x="35" y="20"/>
                    <a:pt x="35" y="20"/>
                    <a:pt x="35" y="20"/>
                  </a:cubicBezTo>
                  <a:cubicBezTo>
                    <a:pt x="35" y="20"/>
                    <a:pt x="36" y="20"/>
                    <a:pt x="36" y="21"/>
                  </a:cubicBezTo>
                  <a:cubicBezTo>
                    <a:pt x="36" y="21"/>
                    <a:pt x="36" y="21"/>
                    <a:pt x="36" y="21"/>
                  </a:cubicBezTo>
                  <a:cubicBezTo>
                    <a:pt x="36" y="21"/>
                    <a:pt x="36" y="21"/>
                    <a:pt x="36" y="21"/>
                  </a:cubicBezTo>
                  <a:cubicBezTo>
                    <a:pt x="36" y="21"/>
                    <a:pt x="36" y="21"/>
                    <a:pt x="36" y="21"/>
                  </a:cubicBezTo>
                  <a:cubicBezTo>
                    <a:pt x="36" y="21"/>
                    <a:pt x="36" y="21"/>
                    <a:pt x="36" y="21"/>
                  </a:cubicBezTo>
                  <a:cubicBezTo>
                    <a:pt x="36" y="21"/>
                    <a:pt x="36" y="21"/>
                    <a:pt x="36" y="21"/>
                  </a:cubicBezTo>
                  <a:cubicBezTo>
                    <a:pt x="36" y="21"/>
                    <a:pt x="36" y="21"/>
                    <a:pt x="36" y="21"/>
                  </a:cubicBezTo>
                  <a:cubicBezTo>
                    <a:pt x="36" y="21"/>
                    <a:pt x="36" y="21"/>
                    <a:pt x="36" y="21"/>
                  </a:cubicBezTo>
                  <a:cubicBezTo>
                    <a:pt x="49" y="34"/>
                    <a:pt x="49" y="34"/>
                    <a:pt x="49" y="34"/>
                  </a:cubicBezTo>
                  <a:cubicBezTo>
                    <a:pt x="50" y="35"/>
                    <a:pt x="50" y="36"/>
                    <a:pt x="49" y="36"/>
                  </a:cubicBezTo>
                  <a:cubicBezTo>
                    <a:pt x="49" y="37"/>
                    <a:pt x="48" y="37"/>
                    <a:pt x="47" y="36"/>
                  </a:cubicBezTo>
                  <a:cubicBezTo>
                    <a:pt x="37" y="26"/>
                    <a:pt x="37" y="26"/>
                    <a:pt x="37" y="26"/>
                  </a:cubicBezTo>
                  <a:cubicBezTo>
                    <a:pt x="37" y="63"/>
                    <a:pt x="37" y="63"/>
                    <a:pt x="37" y="63"/>
                  </a:cubicBezTo>
                  <a:cubicBezTo>
                    <a:pt x="37" y="64"/>
                    <a:pt x="36" y="65"/>
                    <a:pt x="35" y="65"/>
                  </a:cubicBezTo>
                  <a:cubicBezTo>
                    <a:pt x="34" y="65"/>
                    <a:pt x="33" y="64"/>
                    <a:pt x="33" y="63"/>
                  </a:cubicBezTo>
                  <a:cubicBezTo>
                    <a:pt x="33" y="26"/>
                    <a:pt x="33" y="26"/>
                    <a:pt x="33" y="26"/>
                  </a:cubicBezTo>
                  <a:cubicBezTo>
                    <a:pt x="23" y="36"/>
                    <a:pt x="23" y="36"/>
                    <a:pt x="23" y="36"/>
                  </a:cubicBezTo>
                  <a:cubicBezTo>
                    <a:pt x="22" y="37"/>
                    <a:pt x="21" y="37"/>
                    <a:pt x="21" y="36"/>
                  </a:cubicBezTo>
                  <a:cubicBezTo>
                    <a:pt x="20" y="36"/>
                    <a:pt x="20" y="35"/>
                    <a:pt x="21" y="34"/>
                  </a:cubicBezTo>
                  <a:cubicBezTo>
                    <a:pt x="34" y="21"/>
                    <a:pt x="34" y="21"/>
                    <a:pt x="34" y="21"/>
                  </a:cubicBezTo>
                  <a:cubicBezTo>
                    <a:pt x="34" y="21"/>
                    <a:pt x="34" y="21"/>
                    <a:pt x="34" y="21"/>
                  </a:cubicBezTo>
                  <a:close/>
                  <a:moveTo>
                    <a:pt x="35" y="20"/>
                  </a:moveTo>
                  <a:cubicBezTo>
                    <a:pt x="35" y="20"/>
                    <a:pt x="35" y="20"/>
                    <a:pt x="35" y="20"/>
                  </a:cubicBezTo>
                  <a:cubicBezTo>
                    <a:pt x="35" y="20"/>
                    <a:pt x="35" y="20"/>
                    <a:pt x="35" y="20"/>
                  </a:cubicBezTo>
                  <a:cubicBezTo>
                    <a:pt x="35" y="20"/>
                    <a:pt x="35" y="20"/>
                    <a:pt x="35" y="20"/>
                  </a:cubicBezTo>
                  <a:cubicBezTo>
                    <a:pt x="35" y="20"/>
                    <a:pt x="35" y="20"/>
                    <a:pt x="35" y="20"/>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202"/>
            <p:cNvSpPr>
              <a:spLocks noEditPoints="1"/>
            </p:cNvSpPr>
            <p:nvPr/>
          </p:nvSpPr>
          <p:spPr bwMode="auto">
            <a:xfrm>
              <a:off x="10230" y="6326"/>
              <a:ext cx="549" cy="343"/>
            </a:xfrm>
            <a:custGeom>
              <a:avLst/>
              <a:gdLst>
                <a:gd name="T0" fmla="*/ 36 w 72"/>
                <a:gd name="T1" fmla="*/ 0 h 45"/>
                <a:gd name="T2" fmla="*/ 71 w 72"/>
                <a:gd name="T3" fmla="*/ 21 h 45"/>
                <a:gd name="T4" fmla="*/ 71 w 72"/>
                <a:gd name="T5" fmla="*/ 24 h 45"/>
                <a:gd name="T6" fmla="*/ 71 w 72"/>
                <a:gd name="T7" fmla="*/ 24 h 45"/>
                <a:gd name="T8" fmla="*/ 36 w 72"/>
                <a:gd name="T9" fmla="*/ 45 h 45"/>
                <a:gd name="T10" fmla="*/ 1 w 72"/>
                <a:gd name="T11" fmla="*/ 24 h 45"/>
                <a:gd name="T12" fmla="*/ 1 w 72"/>
                <a:gd name="T13" fmla="*/ 21 h 45"/>
                <a:gd name="T14" fmla="*/ 36 w 72"/>
                <a:gd name="T15" fmla="*/ 0 h 45"/>
                <a:gd name="T16" fmla="*/ 36 w 72"/>
                <a:gd name="T17" fmla="*/ 6 h 45"/>
                <a:gd name="T18" fmla="*/ 36 w 72"/>
                <a:gd name="T19" fmla="*/ 6 h 45"/>
                <a:gd name="T20" fmla="*/ 52 w 72"/>
                <a:gd name="T21" fmla="*/ 22 h 45"/>
                <a:gd name="T22" fmla="*/ 36 w 72"/>
                <a:gd name="T23" fmla="*/ 38 h 45"/>
                <a:gd name="T24" fmla="*/ 20 w 72"/>
                <a:gd name="T25" fmla="*/ 22 h 45"/>
                <a:gd name="T26" fmla="*/ 36 w 72"/>
                <a:gd name="T27" fmla="*/ 6 h 45"/>
                <a:gd name="T28" fmla="*/ 36 w 72"/>
                <a:gd name="T29" fmla="*/ 12 h 45"/>
                <a:gd name="T30" fmla="*/ 36 w 72"/>
                <a:gd name="T31" fmla="*/ 12 h 45"/>
                <a:gd name="T32" fmla="*/ 25 w 72"/>
                <a:gd name="T33" fmla="*/ 22 h 45"/>
                <a:gd name="T34" fmla="*/ 36 w 72"/>
                <a:gd name="T35" fmla="*/ 33 h 45"/>
                <a:gd name="T36" fmla="*/ 47 w 72"/>
                <a:gd name="T37" fmla="*/ 22 h 45"/>
                <a:gd name="T38" fmla="*/ 36 w 72"/>
                <a:gd name="T39" fmla="*/ 12 h 45"/>
                <a:gd name="T40" fmla="*/ 41 w 72"/>
                <a:gd name="T41" fmla="*/ 22 h 45"/>
                <a:gd name="T42" fmla="*/ 41 w 72"/>
                <a:gd name="T43" fmla="*/ 22 h 45"/>
                <a:gd name="T44" fmla="*/ 43 w 72"/>
                <a:gd name="T45" fmla="*/ 21 h 45"/>
                <a:gd name="T46" fmla="*/ 44 w 72"/>
                <a:gd name="T47" fmla="*/ 22 h 45"/>
                <a:gd name="T48" fmla="*/ 36 w 72"/>
                <a:gd name="T49" fmla="*/ 31 h 45"/>
                <a:gd name="T50" fmla="*/ 34 w 72"/>
                <a:gd name="T51" fmla="*/ 29 h 45"/>
                <a:gd name="T52" fmla="*/ 36 w 72"/>
                <a:gd name="T53" fmla="*/ 27 h 45"/>
                <a:gd name="T54" fmla="*/ 41 w 72"/>
                <a:gd name="T55" fmla="*/ 23 h 45"/>
                <a:gd name="T56" fmla="*/ 41 w 72"/>
                <a:gd name="T57" fmla="*/ 23 h 45"/>
                <a:gd name="T58" fmla="*/ 41 w 72"/>
                <a:gd name="T59" fmla="*/ 22 h 45"/>
                <a:gd name="T60" fmla="*/ 31 w 72"/>
                <a:gd name="T61" fmla="*/ 20 h 45"/>
                <a:gd name="T62" fmla="*/ 31 w 72"/>
                <a:gd name="T63" fmla="*/ 20 h 45"/>
                <a:gd name="T64" fmla="*/ 29 w 72"/>
                <a:gd name="T65" fmla="*/ 21 h 45"/>
                <a:gd name="T66" fmla="*/ 28 w 72"/>
                <a:gd name="T67" fmla="*/ 19 h 45"/>
                <a:gd name="T68" fmla="*/ 33 w 72"/>
                <a:gd name="T69" fmla="*/ 15 h 45"/>
                <a:gd name="T70" fmla="*/ 35 w 72"/>
                <a:gd name="T71" fmla="*/ 16 h 45"/>
                <a:gd name="T72" fmla="*/ 34 w 72"/>
                <a:gd name="T73" fmla="*/ 18 h 45"/>
                <a:gd name="T74" fmla="*/ 31 w 72"/>
                <a:gd name="T75" fmla="*/ 20 h 45"/>
                <a:gd name="T76" fmla="*/ 36 w 72"/>
                <a:gd name="T77" fmla="*/ 5 h 45"/>
                <a:gd name="T78" fmla="*/ 36 w 72"/>
                <a:gd name="T79" fmla="*/ 5 h 45"/>
                <a:gd name="T80" fmla="*/ 6 w 72"/>
                <a:gd name="T81" fmla="*/ 22 h 45"/>
                <a:gd name="T82" fmla="*/ 36 w 72"/>
                <a:gd name="T83" fmla="*/ 40 h 45"/>
                <a:gd name="T84" fmla="*/ 66 w 72"/>
                <a:gd name="T85" fmla="*/ 22 h 45"/>
                <a:gd name="T86" fmla="*/ 36 w 72"/>
                <a:gd name="T87"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2" h="45">
                  <a:moveTo>
                    <a:pt x="36" y="0"/>
                  </a:moveTo>
                  <a:cubicBezTo>
                    <a:pt x="51" y="0"/>
                    <a:pt x="64" y="8"/>
                    <a:pt x="71" y="21"/>
                  </a:cubicBezTo>
                  <a:cubicBezTo>
                    <a:pt x="72" y="22"/>
                    <a:pt x="71" y="23"/>
                    <a:pt x="71" y="24"/>
                  </a:cubicBezTo>
                  <a:cubicBezTo>
                    <a:pt x="71" y="24"/>
                    <a:pt x="71" y="24"/>
                    <a:pt x="71" y="24"/>
                  </a:cubicBezTo>
                  <a:cubicBezTo>
                    <a:pt x="64" y="37"/>
                    <a:pt x="51" y="45"/>
                    <a:pt x="36" y="45"/>
                  </a:cubicBezTo>
                  <a:cubicBezTo>
                    <a:pt x="21" y="45"/>
                    <a:pt x="8" y="37"/>
                    <a:pt x="1" y="24"/>
                  </a:cubicBezTo>
                  <a:cubicBezTo>
                    <a:pt x="0" y="23"/>
                    <a:pt x="1" y="22"/>
                    <a:pt x="1" y="21"/>
                  </a:cubicBezTo>
                  <a:cubicBezTo>
                    <a:pt x="8" y="8"/>
                    <a:pt x="21" y="0"/>
                    <a:pt x="36" y="0"/>
                  </a:cubicBezTo>
                  <a:close/>
                  <a:moveTo>
                    <a:pt x="36" y="6"/>
                  </a:moveTo>
                  <a:cubicBezTo>
                    <a:pt x="36" y="6"/>
                    <a:pt x="36" y="6"/>
                    <a:pt x="36" y="6"/>
                  </a:cubicBezTo>
                  <a:cubicBezTo>
                    <a:pt x="45" y="6"/>
                    <a:pt x="52" y="14"/>
                    <a:pt x="52" y="22"/>
                  </a:cubicBezTo>
                  <a:cubicBezTo>
                    <a:pt x="52" y="31"/>
                    <a:pt x="45" y="38"/>
                    <a:pt x="36" y="38"/>
                  </a:cubicBezTo>
                  <a:cubicBezTo>
                    <a:pt x="27" y="38"/>
                    <a:pt x="20" y="31"/>
                    <a:pt x="20" y="22"/>
                  </a:cubicBezTo>
                  <a:cubicBezTo>
                    <a:pt x="20" y="14"/>
                    <a:pt x="27" y="6"/>
                    <a:pt x="36" y="6"/>
                  </a:cubicBezTo>
                  <a:close/>
                  <a:moveTo>
                    <a:pt x="36" y="12"/>
                  </a:moveTo>
                  <a:cubicBezTo>
                    <a:pt x="36" y="12"/>
                    <a:pt x="36" y="12"/>
                    <a:pt x="36" y="12"/>
                  </a:cubicBezTo>
                  <a:cubicBezTo>
                    <a:pt x="30" y="12"/>
                    <a:pt x="25" y="16"/>
                    <a:pt x="25" y="22"/>
                  </a:cubicBezTo>
                  <a:cubicBezTo>
                    <a:pt x="25" y="28"/>
                    <a:pt x="30" y="33"/>
                    <a:pt x="36" y="33"/>
                  </a:cubicBezTo>
                  <a:cubicBezTo>
                    <a:pt x="42" y="33"/>
                    <a:pt x="47" y="28"/>
                    <a:pt x="47" y="22"/>
                  </a:cubicBezTo>
                  <a:cubicBezTo>
                    <a:pt x="47" y="16"/>
                    <a:pt x="42" y="12"/>
                    <a:pt x="36" y="12"/>
                  </a:cubicBezTo>
                  <a:close/>
                  <a:moveTo>
                    <a:pt x="41" y="22"/>
                  </a:moveTo>
                  <a:cubicBezTo>
                    <a:pt x="41" y="22"/>
                    <a:pt x="41" y="22"/>
                    <a:pt x="41" y="22"/>
                  </a:cubicBezTo>
                  <a:cubicBezTo>
                    <a:pt x="41" y="21"/>
                    <a:pt x="42" y="21"/>
                    <a:pt x="43" y="21"/>
                  </a:cubicBezTo>
                  <a:cubicBezTo>
                    <a:pt x="44" y="21"/>
                    <a:pt x="44" y="21"/>
                    <a:pt x="44" y="22"/>
                  </a:cubicBezTo>
                  <a:cubicBezTo>
                    <a:pt x="44" y="27"/>
                    <a:pt x="40" y="31"/>
                    <a:pt x="36" y="31"/>
                  </a:cubicBezTo>
                  <a:cubicBezTo>
                    <a:pt x="35" y="31"/>
                    <a:pt x="34" y="30"/>
                    <a:pt x="34" y="29"/>
                  </a:cubicBezTo>
                  <a:cubicBezTo>
                    <a:pt x="34" y="28"/>
                    <a:pt x="35" y="27"/>
                    <a:pt x="36" y="27"/>
                  </a:cubicBezTo>
                  <a:cubicBezTo>
                    <a:pt x="38" y="27"/>
                    <a:pt x="40" y="26"/>
                    <a:pt x="41" y="23"/>
                  </a:cubicBezTo>
                  <a:cubicBezTo>
                    <a:pt x="41" y="23"/>
                    <a:pt x="41" y="23"/>
                    <a:pt x="41" y="23"/>
                  </a:cubicBezTo>
                  <a:cubicBezTo>
                    <a:pt x="41" y="23"/>
                    <a:pt x="41" y="23"/>
                    <a:pt x="41" y="22"/>
                  </a:cubicBezTo>
                  <a:close/>
                  <a:moveTo>
                    <a:pt x="31" y="20"/>
                  </a:moveTo>
                  <a:cubicBezTo>
                    <a:pt x="31" y="20"/>
                    <a:pt x="31" y="20"/>
                    <a:pt x="31" y="20"/>
                  </a:cubicBezTo>
                  <a:cubicBezTo>
                    <a:pt x="31" y="21"/>
                    <a:pt x="30" y="22"/>
                    <a:pt x="29" y="21"/>
                  </a:cubicBezTo>
                  <a:cubicBezTo>
                    <a:pt x="28" y="21"/>
                    <a:pt x="28" y="20"/>
                    <a:pt x="28" y="19"/>
                  </a:cubicBezTo>
                  <a:cubicBezTo>
                    <a:pt x="29" y="17"/>
                    <a:pt x="31" y="16"/>
                    <a:pt x="33" y="15"/>
                  </a:cubicBezTo>
                  <a:cubicBezTo>
                    <a:pt x="34" y="14"/>
                    <a:pt x="35" y="15"/>
                    <a:pt x="35" y="16"/>
                  </a:cubicBezTo>
                  <a:cubicBezTo>
                    <a:pt x="35" y="16"/>
                    <a:pt x="35" y="17"/>
                    <a:pt x="34" y="18"/>
                  </a:cubicBezTo>
                  <a:cubicBezTo>
                    <a:pt x="33" y="18"/>
                    <a:pt x="32" y="19"/>
                    <a:pt x="31" y="20"/>
                  </a:cubicBezTo>
                  <a:close/>
                  <a:moveTo>
                    <a:pt x="36" y="5"/>
                  </a:moveTo>
                  <a:cubicBezTo>
                    <a:pt x="36" y="5"/>
                    <a:pt x="36" y="5"/>
                    <a:pt x="36" y="5"/>
                  </a:cubicBezTo>
                  <a:cubicBezTo>
                    <a:pt x="24" y="5"/>
                    <a:pt x="12" y="12"/>
                    <a:pt x="6" y="22"/>
                  </a:cubicBezTo>
                  <a:cubicBezTo>
                    <a:pt x="12" y="33"/>
                    <a:pt x="24" y="40"/>
                    <a:pt x="36" y="40"/>
                  </a:cubicBezTo>
                  <a:cubicBezTo>
                    <a:pt x="48" y="40"/>
                    <a:pt x="60" y="33"/>
                    <a:pt x="66" y="22"/>
                  </a:cubicBezTo>
                  <a:cubicBezTo>
                    <a:pt x="60" y="12"/>
                    <a:pt x="48" y="5"/>
                    <a:pt x="36" y="5"/>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198"/>
            <p:cNvSpPr>
              <a:spLocks noEditPoints="1"/>
            </p:cNvSpPr>
            <p:nvPr/>
          </p:nvSpPr>
          <p:spPr bwMode="auto">
            <a:xfrm>
              <a:off x="12709" y="6196"/>
              <a:ext cx="534" cy="489"/>
            </a:xfrm>
            <a:custGeom>
              <a:avLst/>
              <a:gdLst>
                <a:gd name="T0" fmla="*/ 26 w 70"/>
                <a:gd name="T1" fmla="*/ 28 h 64"/>
                <a:gd name="T2" fmla="*/ 26 w 70"/>
                <a:gd name="T3" fmla="*/ 35 h 64"/>
                <a:gd name="T4" fmla="*/ 18 w 70"/>
                <a:gd name="T5" fmla="*/ 35 h 64"/>
                <a:gd name="T6" fmla="*/ 18 w 70"/>
                <a:gd name="T7" fmla="*/ 28 h 64"/>
                <a:gd name="T8" fmla="*/ 35 w 70"/>
                <a:gd name="T9" fmla="*/ 0 h 64"/>
                <a:gd name="T10" fmla="*/ 60 w 70"/>
                <a:gd name="T11" fmla="*/ 9 h 64"/>
                <a:gd name="T12" fmla="*/ 60 w 70"/>
                <a:gd name="T13" fmla="*/ 53 h 64"/>
                <a:gd name="T14" fmla="*/ 27 w 70"/>
                <a:gd name="T15" fmla="*/ 61 h 64"/>
                <a:gd name="T16" fmla="*/ 11 w 70"/>
                <a:gd name="T17" fmla="*/ 64 h 64"/>
                <a:gd name="T18" fmla="*/ 9 w 70"/>
                <a:gd name="T19" fmla="*/ 64 h 64"/>
                <a:gd name="T20" fmla="*/ 5 w 70"/>
                <a:gd name="T21" fmla="*/ 61 h 64"/>
                <a:gd name="T22" fmla="*/ 4 w 70"/>
                <a:gd name="T23" fmla="*/ 58 h 64"/>
                <a:gd name="T24" fmla="*/ 2 w 70"/>
                <a:gd name="T25" fmla="*/ 42 h 64"/>
                <a:gd name="T26" fmla="*/ 10 w 70"/>
                <a:gd name="T27" fmla="*/ 9 h 64"/>
                <a:gd name="T28" fmla="*/ 56 w 70"/>
                <a:gd name="T29" fmla="*/ 13 h 64"/>
                <a:gd name="T30" fmla="*/ 35 w 70"/>
                <a:gd name="T31" fmla="*/ 6 h 64"/>
                <a:gd name="T32" fmla="*/ 5 w 70"/>
                <a:gd name="T33" fmla="*/ 31 h 64"/>
                <a:gd name="T34" fmla="*/ 11 w 70"/>
                <a:gd name="T35" fmla="*/ 47 h 64"/>
                <a:gd name="T36" fmla="*/ 10 w 70"/>
                <a:gd name="T37" fmla="*/ 58 h 64"/>
                <a:gd name="T38" fmla="*/ 21 w 70"/>
                <a:gd name="T39" fmla="*/ 54 h 64"/>
                <a:gd name="T40" fmla="*/ 35 w 70"/>
                <a:gd name="T41" fmla="*/ 57 h 64"/>
                <a:gd name="T42" fmla="*/ 65 w 70"/>
                <a:gd name="T43" fmla="*/ 31 h 64"/>
                <a:gd name="T44" fmla="*/ 23 w 70"/>
                <a:gd name="T45" fmla="*/ 30 h 64"/>
                <a:gd name="T46" fmla="*/ 22 w 70"/>
                <a:gd name="T47" fmla="*/ 29 h 64"/>
                <a:gd name="T48" fmla="*/ 20 w 70"/>
                <a:gd name="T49" fmla="*/ 31 h 64"/>
                <a:gd name="T50" fmla="*/ 22 w 70"/>
                <a:gd name="T51" fmla="*/ 33 h 64"/>
                <a:gd name="T52" fmla="*/ 24 w 70"/>
                <a:gd name="T53" fmla="*/ 31 h 64"/>
                <a:gd name="T54" fmla="*/ 35 w 70"/>
                <a:gd name="T55" fmla="*/ 26 h 64"/>
                <a:gd name="T56" fmla="*/ 39 w 70"/>
                <a:gd name="T57" fmla="*/ 28 h 64"/>
                <a:gd name="T58" fmla="*/ 39 w 70"/>
                <a:gd name="T59" fmla="*/ 35 h 64"/>
                <a:gd name="T60" fmla="*/ 31 w 70"/>
                <a:gd name="T61" fmla="*/ 35 h 64"/>
                <a:gd name="T62" fmla="*/ 31 w 70"/>
                <a:gd name="T63" fmla="*/ 28 h 64"/>
                <a:gd name="T64" fmla="*/ 36 w 70"/>
                <a:gd name="T65" fmla="*/ 30 h 64"/>
                <a:gd name="T66" fmla="*/ 35 w 70"/>
                <a:gd name="T67" fmla="*/ 29 h 64"/>
                <a:gd name="T68" fmla="*/ 33 w 70"/>
                <a:gd name="T69" fmla="*/ 31 h 64"/>
                <a:gd name="T70" fmla="*/ 35 w 70"/>
                <a:gd name="T71" fmla="*/ 33 h 64"/>
                <a:gd name="T72" fmla="*/ 37 w 70"/>
                <a:gd name="T73" fmla="*/ 31 h 64"/>
                <a:gd name="T74" fmla="*/ 48 w 70"/>
                <a:gd name="T75" fmla="*/ 26 h 64"/>
                <a:gd name="T76" fmla="*/ 52 w 70"/>
                <a:gd name="T77" fmla="*/ 28 h 64"/>
                <a:gd name="T78" fmla="*/ 52 w 70"/>
                <a:gd name="T79" fmla="*/ 35 h 64"/>
                <a:gd name="T80" fmla="*/ 44 w 70"/>
                <a:gd name="T81" fmla="*/ 35 h 64"/>
                <a:gd name="T82" fmla="*/ 44 w 70"/>
                <a:gd name="T83" fmla="*/ 28 h 64"/>
                <a:gd name="T84" fmla="*/ 49 w 70"/>
                <a:gd name="T85" fmla="*/ 30 h 64"/>
                <a:gd name="T86" fmla="*/ 48 w 70"/>
                <a:gd name="T87" fmla="*/ 29 h 64"/>
                <a:gd name="T88" fmla="*/ 46 w 70"/>
                <a:gd name="T89" fmla="*/ 31 h 64"/>
                <a:gd name="T90" fmla="*/ 48 w 70"/>
                <a:gd name="T91" fmla="*/ 33 h 64"/>
                <a:gd name="T92" fmla="*/ 50 w 70"/>
                <a:gd name="T93" fmla="*/ 3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0" h="64">
                  <a:moveTo>
                    <a:pt x="22" y="26"/>
                  </a:moveTo>
                  <a:cubicBezTo>
                    <a:pt x="23" y="26"/>
                    <a:pt x="25" y="27"/>
                    <a:pt x="26" y="28"/>
                  </a:cubicBezTo>
                  <a:cubicBezTo>
                    <a:pt x="27" y="29"/>
                    <a:pt x="27" y="30"/>
                    <a:pt x="27" y="31"/>
                  </a:cubicBezTo>
                  <a:cubicBezTo>
                    <a:pt x="27" y="33"/>
                    <a:pt x="27" y="34"/>
                    <a:pt x="26" y="35"/>
                  </a:cubicBezTo>
                  <a:cubicBezTo>
                    <a:pt x="25" y="36"/>
                    <a:pt x="23" y="36"/>
                    <a:pt x="22" y="36"/>
                  </a:cubicBezTo>
                  <a:cubicBezTo>
                    <a:pt x="20" y="36"/>
                    <a:pt x="19" y="36"/>
                    <a:pt x="18" y="35"/>
                  </a:cubicBezTo>
                  <a:cubicBezTo>
                    <a:pt x="17" y="34"/>
                    <a:pt x="17" y="33"/>
                    <a:pt x="17" y="31"/>
                  </a:cubicBezTo>
                  <a:cubicBezTo>
                    <a:pt x="17" y="30"/>
                    <a:pt x="17" y="29"/>
                    <a:pt x="18" y="28"/>
                  </a:cubicBezTo>
                  <a:cubicBezTo>
                    <a:pt x="19" y="27"/>
                    <a:pt x="20" y="26"/>
                    <a:pt x="22" y="26"/>
                  </a:cubicBezTo>
                  <a:close/>
                  <a:moveTo>
                    <a:pt x="35" y="0"/>
                  </a:moveTo>
                  <a:cubicBezTo>
                    <a:pt x="35" y="0"/>
                    <a:pt x="35" y="0"/>
                    <a:pt x="35" y="0"/>
                  </a:cubicBezTo>
                  <a:cubicBezTo>
                    <a:pt x="45" y="0"/>
                    <a:pt x="53" y="4"/>
                    <a:pt x="60" y="9"/>
                  </a:cubicBezTo>
                  <a:cubicBezTo>
                    <a:pt x="66" y="15"/>
                    <a:pt x="70" y="23"/>
                    <a:pt x="70" y="31"/>
                  </a:cubicBezTo>
                  <a:cubicBezTo>
                    <a:pt x="70" y="40"/>
                    <a:pt x="66" y="48"/>
                    <a:pt x="60" y="53"/>
                  </a:cubicBezTo>
                  <a:cubicBezTo>
                    <a:pt x="53" y="59"/>
                    <a:pt x="45" y="62"/>
                    <a:pt x="35" y="62"/>
                  </a:cubicBezTo>
                  <a:cubicBezTo>
                    <a:pt x="32" y="62"/>
                    <a:pt x="29" y="62"/>
                    <a:pt x="27" y="61"/>
                  </a:cubicBezTo>
                  <a:cubicBezTo>
                    <a:pt x="24" y="61"/>
                    <a:pt x="22" y="60"/>
                    <a:pt x="20" y="59"/>
                  </a:cubicBezTo>
                  <a:cubicBezTo>
                    <a:pt x="11" y="64"/>
                    <a:pt x="11" y="64"/>
                    <a:pt x="11" y="64"/>
                  </a:cubicBezTo>
                  <a:cubicBezTo>
                    <a:pt x="10" y="64"/>
                    <a:pt x="10" y="64"/>
                    <a:pt x="9" y="64"/>
                  </a:cubicBezTo>
                  <a:cubicBezTo>
                    <a:pt x="9" y="64"/>
                    <a:pt x="9" y="64"/>
                    <a:pt x="9" y="64"/>
                  </a:cubicBezTo>
                  <a:cubicBezTo>
                    <a:pt x="8" y="64"/>
                    <a:pt x="7" y="64"/>
                    <a:pt x="6" y="63"/>
                  </a:cubicBezTo>
                  <a:cubicBezTo>
                    <a:pt x="5" y="63"/>
                    <a:pt x="5" y="62"/>
                    <a:pt x="5" y="61"/>
                  </a:cubicBezTo>
                  <a:cubicBezTo>
                    <a:pt x="5" y="61"/>
                    <a:pt x="5" y="61"/>
                    <a:pt x="5" y="61"/>
                  </a:cubicBezTo>
                  <a:cubicBezTo>
                    <a:pt x="4" y="60"/>
                    <a:pt x="4" y="59"/>
                    <a:pt x="4" y="58"/>
                  </a:cubicBezTo>
                  <a:cubicBezTo>
                    <a:pt x="6" y="49"/>
                    <a:pt x="6" y="49"/>
                    <a:pt x="6" y="49"/>
                  </a:cubicBezTo>
                  <a:cubicBezTo>
                    <a:pt x="4" y="47"/>
                    <a:pt x="3" y="44"/>
                    <a:pt x="2" y="42"/>
                  </a:cubicBezTo>
                  <a:cubicBezTo>
                    <a:pt x="0" y="38"/>
                    <a:pt x="0" y="35"/>
                    <a:pt x="0" y="31"/>
                  </a:cubicBezTo>
                  <a:cubicBezTo>
                    <a:pt x="0" y="23"/>
                    <a:pt x="4" y="15"/>
                    <a:pt x="10" y="9"/>
                  </a:cubicBezTo>
                  <a:cubicBezTo>
                    <a:pt x="17" y="4"/>
                    <a:pt x="25" y="0"/>
                    <a:pt x="35" y="0"/>
                  </a:cubicBezTo>
                  <a:close/>
                  <a:moveTo>
                    <a:pt x="56" y="13"/>
                  </a:moveTo>
                  <a:cubicBezTo>
                    <a:pt x="56" y="13"/>
                    <a:pt x="56" y="13"/>
                    <a:pt x="56" y="13"/>
                  </a:cubicBezTo>
                  <a:cubicBezTo>
                    <a:pt x="51" y="9"/>
                    <a:pt x="43" y="6"/>
                    <a:pt x="35" y="6"/>
                  </a:cubicBezTo>
                  <a:cubicBezTo>
                    <a:pt x="27" y="6"/>
                    <a:pt x="19" y="9"/>
                    <a:pt x="14" y="13"/>
                  </a:cubicBezTo>
                  <a:cubicBezTo>
                    <a:pt x="8" y="18"/>
                    <a:pt x="5" y="24"/>
                    <a:pt x="5" y="31"/>
                  </a:cubicBezTo>
                  <a:cubicBezTo>
                    <a:pt x="5" y="34"/>
                    <a:pt x="6" y="37"/>
                    <a:pt x="7" y="39"/>
                  </a:cubicBezTo>
                  <a:cubicBezTo>
                    <a:pt x="8" y="42"/>
                    <a:pt x="9" y="45"/>
                    <a:pt x="11" y="47"/>
                  </a:cubicBezTo>
                  <a:cubicBezTo>
                    <a:pt x="12" y="47"/>
                    <a:pt x="12" y="48"/>
                    <a:pt x="12" y="49"/>
                  </a:cubicBezTo>
                  <a:cubicBezTo>
                    <a:pt x="10" y="58"/>
                    <a:pt x="10" y="58"/>
                    <a:pt x="10" y="58"/>
                  </a:cubicBezTo>
                  <a:cubicBezTo>
                    <a:pt x="18" y="54"/>
                    <a:pt x="18" y="54"/>
                    <a:pt x="18" y="54"/>
                  </a:cubicBezTo>
                  <a:cubicBezTo>
                    <a:pt x="19" y="53"/>
                    <a:pt x="20" y="53"/>
                    <a:pt x="21" y="54"/>
                  </a:cubicBezTo>
                  <a:cubicBezTo>
                    <a:pt x="23" y="55"/>
                    <a:pt x="25" y="55"/>
                    <a:pt x="28" y="56"/>
                  </a:cubicBezTo>
                  <a:cubicBezTo>
                    <a:pt x="30" y="56"/>
                    <a:pt x="32" y="57"/>
                    <a:pt x="35" y="57"/>
                  </a:cubicBezTo>
                  <a:cubicBezTo>
                    <a:pt x="43" y="57"/>
                    <a:pt x="51" y="54"/>
                    <a:pt x="56" y="49"/>
                  </a:cubicBezTo>
                  <a:cubicBezTo>
                    <a:pt x="62" y="45"/>
                    <a:pt x="65" y="38"/>
                    <a:pt x="65" y="31"/>
                  </a:cubicBezTo>
                  <a:cubicBezTo>
                    <a:pt x="65" y="24"/>
                    <a:pt x="62" y="18"/>
                    <a:pt x="56" y="13"/>
                  </a:cubicBezTo>
                  <a:close/>
                  <a:moveTo>
                    <a:pt x="23" y="30"/>
                  </a:moveTo>
                  <a:cubicBezTo>
                    <a:pt x="23" y="30"/>
                    <a:pt x="23" y="30"/>
                    <a:pt x="23" y="30"/>
                  </a:cubicBezTo>
                  <a:cubicBezTo>
                    <a:pt x="23" y="30"/>
                    <a:pt x="22" y="29"/>
                    <a:pt x="22" y="29"/>
                  </a:cubicBezTo>
                  <a:cubicBezTo>
                    <a:pt x="21" y="29"/>
                    <a:pt x="21" y="30"/>
                    <a:pt x="21" y="30"/>
                  </a:cubicBezTo>
                  <a:cubicBezTo>
                    <a:pt x="20" y="30"/>
                    <a:pt x="20" y="31"/>
                    <a:pt x="20" y="31"/>
                  </a:cubicBezTo>
                  <a:cubicBezTo>
                    <a:pt x="20" y="32"/>
                    <a:pt x="20" y="32"/>
                    <a:pt x="21" y="33"/>
                  </a:cubicBezTo>
                  <a:cubicBezTo>
                    <a:pt x="21" y="33"/>
                    <a:pt x="21" y="33"/>
                    <a:pt x="22" y="33"/>
                  </a:cubicBezTo>
                  <a:cubicBezTo>
                    <a:pt x="22" y="33"/>
                    <a:pt x="23" y="33"/>
                    <a:pt x="23" y="33"/>
                  </a:cubicBezTo>
                  <a:cubicBezTo>
                    <a:pt x="24" y="32"/>
                    <a:pt x="24" y="32"/>
                    <a:pt x="24" y="31"/>
                  </a:cubicBezTo>
                  <a:cubicBezTo>
                    <a:pt x="24" y="31"/>
                    <a:pt x="24" y="30"/>
                    <a:pt x="23" y="30"/>
                  </a:cubicBezTo>
                  <a:close/>
                  <a:moveTo>
                    <a:pt x="35" y="26"/>
                  </a:moveTo>
                  <a:cubicBezTo>
                    <a:pt x="35" y="26"/>
                    <a:pt x="35" y="26"/>
                    <a:pt x="35" y="26"/>
                  </a:cubicBezTo>
                  <a:cubicBezTo>
                    <a:pt x="36" y="26"/>
                    <a:pt x="38" y="27"/>
                    <a:pt x="39" y="28"/>
                  </a:cubicBezTo>
                  <a:cubicBezTo>
                    <a:pt x="40" y="29"/>
                    <a:pt x="40" y="30"/>
                    <a:pt x="40" y="31"/>
                  </a:cubicBezTo>
                  <a:cubicBezTo>
                    <a:pt x="40" y="33"/>
                    <a:pt x="40" y="34"/>
                    <a:pt x="39" y="35"/>
                  </a:cubicBezTo>
                  <a:cubicBezTo>
                    <a:pt x="38" y="36"/>
                    <a:pt x="36" y="36"/>
                    <a:pt x="35" y="36"/>
                  </a:cubicBezTo>
                  <a:cubicBezTo>
                    <a:pt x="34" y="36"/>
                    <a:pt x="32" y="36"/>
                    <a:pt x="31" y="35"/>
                  </a:cubicBezTo>
                  <a:cubicBezTo>
                    <a:pt x="30" y="34"/>
                    <a:pt x="30" y="33"/>
                    <a:pt x="30" y="31"/>
                  </a:cubicBezTo>
                  <a:cubicBezTo>
                    <a:pt x="30" y="30"/>
                    <a:pt x="30" y="29"/>
                    <a:pt x="31" y="28"/>
                  </a:cubicBezTo>
                  <a:cubicBezTo>
                    <a:pt x="32" y="27"/>
                    <a:pt x="34" y="26"/>
                    <a:pt x="35" y="26"/>
                  </a:cubicBezTo>
                  <a:close/>
                  <a:moveTo>
                    <a:pt x="36" y="30"/>
                  </a:moveTo>
                  <a:cubicBezTo>
                    <a:pt x="36" y="30"/>
                    <a:pt x="36" y="30"/>
                    <a:pt x="36" y="30"/>
                  </a:cubicBezTo>
                  <a:cubicBezTo>
                    <a:pt x="36" y="30"/>
                    <a:pt x="36" y="29"/>
                    <a:pt x="35" y="29"/>
                  </a:cubicBezTo>
                  <a:cubicBezTo>
                    <a:pt x="34" y="29"/>
                    <a:pt x="34" y="30"/>
                    <a:pt x="34" y="30"/>
                  </a:cubicBezTo>
                  <a:cubicBezTo>
                    <a:pt x="33" y="30"/>
                    <a:pt x="33" y="31"/>
                    <a:pt x="33" y="31"/>
                  </a:cubicBezTo>
                  <a:cubicBezTo>
                    <a:pt x="33" y="32"/>
                    <a:pt x="33" y="32"/>
                    <a:pt x="34" y="33"/>
                  </a:cubicBezTo>
                  <a:cubicBezTo>
                    <a:pt x="34" y="33"/>
                    <a:pt x="34" y="33"/>
                    <a:pt x="35" y="33"/>
                  </a:cubicBezTo>
                  <a:cubicBezTo>
                    <a:pt x="36" y="33"/>
                    <a:pt x="36" y="33"/>
                    <a:pt x="36" y="33"/>
                  </a:cubicBezTo>
                  <a:cubicBezTo>
                    <a:pt x="37" y="32"/>
                    <a:pt x="37" y="32"/>
                    <a:pt x="37" y="31"/>
                  </a:cubicBezTo>
                  <a:cubicBezTo>
                    <a:pt x="37" y="31"/>
                    <a:pt x="37" y="30"/>
                    <a:pt x="36" y="30"/>
                  </a:cubicBezTo>
                  <a:close/>
                  <a:moveTo>
                    <a:pt x="48" y="26"/>
                  </a:moveTo>
                  <a:cubicBezTo>
                    <a:pt x="48" y="26"/>
                    <a:pt x="48" y="26"/>
                    <a:pt x="48" y="26"/>
                  </a:cubicBezTo>
                  <a:cubicBezTo>
                    <a:pt x="49" y="26"/>
                    <a:pt x="51" y="27"/>
                    <a:pt x="52" y="28"/>
                  </a:cubicBezTo>
                  <a:cubicBezTo>
                    <a:pt x="53" y="29"/>
                    <a:pt x="53" y="30"/>
                    <a:pt x="53" y="31"/>
                  </a:cubicBezTo>
                  <a:cubicBezTo>
                    <a:pt x="53" y="33"/>
                    <a:pt x="53" y="34"/>
                    <a:pt x="52" y="35"/>
                  </a:cubicBezTo>
                  <a:cubicBezTo>
                    <a:pt x="51" y="36"/>
                    <a:pt x="49" y="36"/>
                    <a:pt x="48" y="36"/>
                  </a:cubicBezTo>
                  <a:cubicBezTo>
                    <a:pt x="47" y="36"/>
                    <a:pt x="45" y="36"/>
                    <a:pt x="44" y="35"/>
                  </a:cubicBezTo>
                  <a:cubicBezTo>
                    <a:pt x="43" y="34"/>
                    <a:pt x="43" y="33"/>
                    <a:pt x="43" y="31"/>
                  </a:cubicBezTo>
                  <a:cubicBezTo>
                    <a:pt x="43" y="30"/>
                    <a:pt x="43" y="29"/>
                    <a:pt x="44" y="28"/>
                  </a:cubicBezTo>
                  <a:cubicBezTo>
                    <a:pt x="45" y="27"/>
                    <a:pt x="47" y="26"/>
                    <a:pt x="48" y="26"/>
                  </a:cubicBezTo>
                  <a:close/>
                  <a:moveTo>
                    <a:pt x="49" y="30"/>
                  </a:moveTo>
                  <a:cubicBezTo>
                    <a:pt x="49" y="30"/>
                    <a:pt x="49" y="30"/>
                    <a:pt x="49" y="30"/>
                  </a:cubicBezTo>
                  <a:cubicBezTo>
                    <a:pt x="49" y="30"/>
                    <a:pt x="49" y="29"/>
                    <a:pt x="48" y="29"/>
                  </a:cubicBezTo>
                  <a:cubicBezTo>
                    <a:pt x="48" y="29"/>
                    <a:pt x="47" y="30"/>
                    <a:pt x="47" y="30"/>
                  </a:cubicBezTo>
                  <a:cubicBezTo>
                    <a:pt x="46" y="30"/>
                    <a:pt x="46" y="31"/>
                    <a:pt x="46" y="31"/>
                  </a:cubicBezTo>
                  <a:cubicBezTo>
                    <a:pt x="46" y="32"/>
                    <a:pt x="46" y="32"/>
                    <a:pt x="47" y="33"/>
                  </a:cubicBezTo>
                  <a:cubicBezTo>
                    <a:pt x="47" y="33"/>
                    <a:pt x="48" y="33"/>
                    <a:pt x="48" y="33"/>
                  </a:cubicBezTo>
                  <a:cubicBezTo>
                    <a:pt x="49" y="33"/>
                    <a:pt x="49" y="33"/>
                    <a:pt x="49" y="33"/>
                  </a:cubicBezTo>
                  <a:cubicBezTo>
                    <a:pt x="50" y="32"/>
                    <a:pt x="50" y="32"/>
                    <a:pt x="50" y="31"/>
                  </a:cubicBezTo>
                  <a:cubicBezTo>
                    <a:pt x="50" y="31"/>
                    <a:pt x="50" y="30"/>
                    <a:pt x="49" y="30"/>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TextBox 1"/>
            <p:cNvSpPr txBox="1"/>
            <p:nvPr/>
          </p:nvSpPr>
          <p:spPr>
            <a:xfrm>
              <a:off x="6366" y="7369"/>
              <a:ext cx="2738" cy="727"/>
            </a:xfrm>
            <a:prstGeom prst="rect">
              <a:avLst/>
            </a:prstGeom>
            <a:noFill/>
          </p:spPr>
          <p:txBody>
            <a:bodyPr wrap="square" lIns="0" tIns="0" rIns="0" rtlCol="0">
              <a:spAutoFit/>
            </a:bodyPr>
            <a:lstStyle/>
            <a:p>
              <a:pPr algn="ctr"/>
              <a:r>
                <a:rPr lang="zh-CN" altLang="en-US" sz="1400" dirty="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rPr>
                <a:t>独立担当</a:t>
              </a:r>
              <a:r>
                <a:rPr lang="zh-CN" sz="1400" dirty="0" smtClean="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rPr>
                <a:t>能力</a:t>
              </a:r>
              <a:endParaRPr lang="zh-CN" sz="1400" dirty="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endParaRPr>
            </a:p>
          </p:txBody>
        </p:sp>
        <p:sp>
          <p:nvSpPr>
            <p:cNvPr id="71" name="TextBox 1"/>
            <p:cNvSpPr txBox="1"/>
            <p:nvPr/>
          </p:nvSpPr>
          <p:spPr>
            <a:xfrm>
              <a:off x="9678" y="7369"/>
              <a:ext cx="1893" cy="727"/>
            </a:xfrm>
            <a:prstGeom prst="rect">
              <a:avLst/>
            </a:prstGeom>
            <a:noFill/>
          </p:spPr>
          <p:txBody>
            <a:bodyPr wrap="square" lIns="0" tIns="0" rIns="0" rtlCol="0">
              <a:spAutoFit/>
            </a:bodyPr>
            <a:lstStyle/>
            <a:p>
              <a:r>
                <a:rPr lang="zh-CN" altLang="en-US" sz="1400" dirty="0" smtClean="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rPr>
                <a:t>调查</a:t>
              </a:r>
              <a:r>
                <a:rPr lang="zh-CN" sz="1400" dirty="0" smtClean="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rPr>
                <a:t>能力</a:t>
              </a:r>
              <a:endParaRPr lang="zh-CN" sz="1400" dirty="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endParaRPr>
            </a:p>
          </p:txBody>
        </p:sp>
        <p:sp>
          <p:nvSpPr>
            <p:cNvPr id="72" name="TextBox 1"/>
            <p:cNvSpPr txBox="1"/>
            <p:nvPr/>
          </p:nvSpPr>
          <p:spPr>
            <a:xfrm>
              <a:off x="12220" y="7377"/>
              <a:ext cx="1845" cy="727"/>
            </a:xfrm>
            <a:prstGeom prst="rect">
              <a:avLst/>
            </a:prstGeom>
            <a:noFill/>
          </p:spPr>
          <p:txBody>
            <a:bodyPr wrap="square" lIns="0" tIns="0" rIns="0" rtlCol="0">
              <a:spAutoFit/>
            </a:bodyPr>
            <a:lstStyle/>
            <a:p>
              <a:r>
                <a:rPr lang="zh-CN" altLang="en-US" sz="1400" dirty="0" smtClean="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rPr>
                <a:t>测试</a:t>
              </a:r>
              <a:r>
                <a:rPr lang="zh-CN" sz="1400" dirty="0" smtClean="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rPr>
                <a:t>能力</a:t>
              </a:r>
              <a:endParaRPr lang="zh-CN" sz="1400" dirty="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endParaRPr>
            </a:p>
          </p:txBody>
        </p:sp>
      </p:grpSp>
      <p:sp>
        <p:nvSpPr>
          <p:cNvPr id="87" name="TextBox 1"/>
          <p:cNvSpPr txBox="1"/>
          <p:nvPr/>
        </p:nvSpPr>
        <p:spPr>
          <a:xfrm>
            <a:off x="5894989" y="4599761"/>
            <a:ext cx="703721" cy="415453"/>
          </a:xfrm>
          <a:prstGeom prst="rect">
            <a:avLst/>
          </a:prstGeom>
          <a:noFill/>
        </p:spPr>
        <p:txBody>
          <a:bodyPr wrap="square" lIns="0" tIns="0" rIns="0" rtlCol="0">
            <a:spAutoFit/>
          </a:bodyPr>
          <a:lstStyle/>
          <a:p>
            <a:pPr algn="l">
              <a:lnSpc>
                <a:spcPct val="100000"/>
              </a:lnSpc>
              <a:tabLst>
                <a:tab pos="25400" algn="l"/>
              </a:tabLst>
            </a:pPr>
            <a:r>
              <a:rPr lang="en-US" altLang="zh-CN" sz="2400" b="1" dirty="0" smtClean="0">
                <a:ln w="22225">
                  <a:solidFill>
                    <a:schemeClr val="accent2"/>
                  </a:solidFill>
                  <a:prstDash val="solid"/>
                </a:ln>
                <a:solidFill>
                  <a:schemeClr val="accent2">
                    <a:lumMod val="40000"/>
                    <a:lumOff val="60000"/>
                  </a:schemeClr>
                </a:solidFill>
                <a:latin typeface="Calibri" panose="020F0502020204030204" pitchFamily="18" charset="0"/>
                <a:cs typeface="Calibri" panose="020F0502020204030204" pitchFamily="18" charset="0"/>
              </a:rPr>
              <a:t>90%</a:t>
            </a:r>
          </a:p>
        </p:txBody>
      </p:sp>
      <p:sp>
        <p:nvSpPr>
          <p:cNvPr id="88" name="矩形 144"/>
          <p:cNvSpPr/>
          <p:nvPr/>
        </p:nvSpPr>
        <p:spPr>
          <a:xfrm>
            <a:off x="5940266" y="5051468"/>
            <a:ext cx="525821" cy="76124"/>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89" name="矩形 145"/>
          <p:cNvSpPr/>
          <p:nvPr/>
        </p:nvSpPr>
        <p:spPr>
          <a:xfrm>
            <a:off x="7124683" y="5048608"/>
            <a:ext cx="525821" cy="63916"/>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90" name="TextBox 1"/>
          <p:cNvSpPr txBox="1"/>
          <p:nvPr/>
        </p:nvSpPr>
        <p:spPr>
          <a:xfrm>
            <a:off x="7074514" y="4597089"/>
            <a:ext cx="703721" cy="415453"/>
          </a:xfrm>
          <a:prstGeom prst="rect">
            <a:avLst/>
          </a:prstGeom>
          <a:noFill/>
        </p:spPr>
        <p:txBody>
          <a:bodyPr wrap="square" lIns="0" tIns="0" rIns="0" rtlCol="0">
            <a:spAutoFit/>
          </a:bodyPr>
          <a:lstStyle/>
          <a:p>
            <a:pPr algn="l">
              <a:lnSpc>
                <a:spcPct val="100000"/>
              </a:lnSpc>
              <a:tabLst>
                <a:tab pos="25400" algn="l"/>
              </a:tabLst>
            </a:pPr>
            <a:r>
              <a:rPr lang="en-US" altLang="zh-CN" sz="2400" b="1" dirty="0" smtClean="0">
                <a:ln w="22225">
                  <a:solidFill>
                    <a:schemeClr val="accent2"/>
                  </a:solidFill>
                  <a:prstDash val="solid"/>
                </a:ln>
                <a:solidFill>
                  <a:schemeClr val="accent2">
                    <a:lumMod val="40000"/>
                    <a:lumOff val="60000"/>
                  </a:schemeClr>
                </a:solidFill>
                <a:latin typeface="Calibri" panose="020F0502020204030204" pitchFamily="18" charset="0"/>
                <a:cs typeface="Calibri" panose="020F0502020204030204" pitchFamily="18" charset="0"/>
              </a:rPr>
              <a:t>90%</a:t>
            </a:r>
          </a:p>
        </p:txBody>
      </p:sp>
      <p:sp>
        <p:nvSpPr>
          <p:cNvPr id="91" name="TextBox 1"/>
          <p:cNvSpPr txBox="1"/>
          <p:nvPr/>
        </p:nvSpPr>
        <p:spPr>
          <a:xfrm>
            <a:off x="8151706" y="4605345"/>
            <a:ext cx="703721" cy="415453"/>
          </a:xfrm>
          <a:prstGeom prst="rect">
            <a:avLst/>
          </a:prstGeom>
          <a:noFill/>
        </p:spPr>
        <p:txBody>
          <a:bodyPr wrap="square" lIns="0" tIns="0" rIns="0" rtlCol="0">
            <a:spAutoFit/>
          </a:bodyPr>
          <a:lstStyle/>
          <a:p>
            <a:pPr algn="l">
              <a:lnSpc>
                <a:spcPct val="100000"/>
              </a:lnSpc>
              <a:tabLst>
                <a:tab pos="25400" algn="l"/>
              </a:tabLst>
            </a:pPr>
            <a:r>
              <a:rPr lang="en-US" altLang="zh-CN" sz="2400" b="1" dirty="0">
                <a:ln w="22225">
                  <a:solidFill>
                    <a:schemeClr val="accent2"/>
                  </a:solidFill>
                  <a:prstDash val="solid"/>
                </a:ln>
                <a:solidFill>
                  <a:schemeClr val="accent2">
                    <a:lumMod val="40000"/>
                    <a:lumOff val="60000"/>
                  </a:schemeClr>
                </a:solidFill>
                <a:latin typeface="Calibri" panose="020F0502020204030204" pitchFamily="18" charset="0"/>
                <a:cs typeface="Calibri" panose="020F0502020204030204" pitchFamily="18" charset="0"/>
              </a:rPr>
              <a:t>8</a:t>
            </a:r>
            <a:r>
              <a:rPr lang="en-US" altLang="zh-CN" sz="2400" b="1" dirty="0" smtClean="0">
                <a:ln w="22225">
                  <a:solidFill>
                    <a:schemeClr val="accent2"/>
                  </a:solidFill>
                  <a:prstDash val="solid"/>
                </a:ln>
                <a:solidFill>
                  <a:schemeClr val="accent2">
                    <a:lumMod val="40000"/>
                    <a:lumOff val="60000"/>
                  </a:schemeClr>
                </a:solidFill>
                <a:latin typeface="Calibri" panose="020F0502020204030204" pitchFamily="18" charset="0"/>
                <a:cs typeface="Calibri" panose="020F0502020204030204" pitchFamily="18" charset="0"/>
              </a:rPr>
              <a:t>0%</a:t>
            </a:r>
          </a:p>
        </p:txBody>
      </p:sp>
      <p:sp>
        <p:nvSpPr>
          <p:cNvPr id="92" name="文本框 12"/>
          <p:cNvSpPr txBox="1"/>
          <p:nvPr/>
        </p:nvSpPr>
        <p:spPr>
          <a:xfrm>
            <a:off x="129315" y="1158336"/>
            <a:ext cx="8728952" cy="369332"/>
          </a:xfrm>
          <a:prstGeom prst="rect">
            <a:avLst/>
          </a:prstGeom>
          <a:noFill/>
        </p:spPr>
        <p:txBody>
          <a:bodyPr wrap="square" rtlCol="0">
            <a:spAutoFit/>
          </a:bodyPr>
          <a:lstStyle/>
          <a:p>
            <a:pPr marL="285750" indent="-285750">
              <a:buFont typeface="Wingdings" panose="05000000000000000000" pitchFamily="2" charset="2"/>
              <a:buChar char="n"/>
            </a:pPr>
            <a:r>
              <a:rPr kumimoji="1" lang="zh-CN" altLang="en-US" b="1" dirty="0" smtClean="0">
                <a:latin typeface="SimSun" panose="02010600030101010101" pitchFamily="2" charset="-122"/>
                <a:ea typeface="SimSun" panose="02010600030101010101" pitchFamily="2" charset="-122"/>
              </a:rPr>
              <a:t>目标</a:t>
            </a:r>
            <a:r>
              <a:rPr lang="zh-CN" altLang="en-US" b="1" dirty="0" smtClean="0">
                <a:latin typeface="SimSun" panose="02010600030101010101" pitchFamily="2" charset="-122"/>
                <a:ea typeface="SimSun" panose="02010600030101010101" pitchFamily="2" charset="-122"/>
              </a:rPr>
              <a:t>：独立担当</a:t>
            </a:r>
            <a:r>
              <a:rPr lang="en-US" altLang="zh-CN" b="1" dirty="0" smtClean="0">
                <a:latin typeface="SimSun" panose="02010600030101010101" pitchFamily="2" charset="-122"/>
                <a:ea typeface="SimSun" panose="02010600030101010101" pitchFamily="2" charset="-122"/>
              </a:rPr>
              <a:t>console</a:t>
            </a:r>
            <a:r>
              <a:rPr lang="zh-CN" altLang="en-US" b="1" dirty="0" smtClean="0">
                <a:latin typeface="SimSun" panose="02010600030101010101" pitchFamily="2" charset="-122"/>
                <a:ea typeface="SimSun" panose="02010600030101010101" pitchFamily="2" charset="-122"/>
              </a:rPr>
              <a:t>端的开发</a:t>
            </a:r>
            <a:endParaRPr kumimoji="1" lang="en-US" altLang="zh-CN" b="1" dirty="0" smtClean="0">
              <a:latin typeface="SimSun" panose="02010600030101010101" pitchFamily="2" charset="-122"/>
              <a:ea typeface="SimSun" panose="02010600030101010101" pitchFamily="2" charset="-122"/>
            </a:endParaRPr>
          </a:p>
        </p:txBody>
      </p:sp>
      <p:sp>
        <p:nvSpPr>
          <p:cNvPr id="94" name="文本框 277"/>
          <p:cNvSpPr txBox="1"/>
          <p:nvPr/>
        </p:nvSpPr>
        <p:spPr>
          <a:xfrm>
            <a:off x="6156014" y="326295"/>
            <a:ext cx="840295" cy="707886"/>
          </a:xfrm>
          <a:prstGeom prst="rect">
            <a:avLst/>
          </a:prstGeom>
          <a:noFill/>
        </p:spPr>
        <p:txBody>
          <a:bodyPr wrap="none" rtlCol="0">
            <a:spAutoFit/>
          </a:bodyPr>
          <a:lstStyle/>
          <a:p>
            <a:r>
              <a:rPr kumimoji="1" lang="en-US" altLang="ja-JP" sz="4000" b="1" dirty="0" smtClean="0">
                <a:solidFill>
                  <a:schemeClr val="bg1">
                    <a:lumMod val="50000"/>
                  </a:schemeClr>
                </a:solidFill>
              </a:rPr>
              <a:t>N5</a:t>
            </a:r>
            <a:endParaRPr kumimoji="1" lang="ja-JP" altLang="en-US" sz="4000" b="1" dirty="0">
              <a:solidFill>
                <a:schemeClr val="bg1">
                  <a:lumMod val="50000"/>
                </a:schemeClr>
              </a:solidFill>
            </a:endParaRPr>
          </a:p>
        </p:txBody>
      </p:sp>
      <p:pic>
        <p:nvPicPr>
          <p:cNvPr id="93" name="图片 27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78376" y="157669"/>
            <a:ext cx="1195570" cy="1052011"/>
          </a:xfrm>
          <a:prstGeom prst="rect">
            <a:avLst/>
          </a:prstGeom>
        </p:spPr>
      </p:pic>
    </p:spTree>
    <p:extLst>
      <p:ext uri="{BB962C8B-B14F-4D97-AF65-F5344CB8AC3E}">
        <p14:creationId xmlns:p14="http://schemas.microsoft.com/office/powerpoint/2010/main" val="2328192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arn(inVertical)">
                                      <p:cBhvr>
                                        <p:cTn id="16" dur="500"/>
                                        <p:tgtEl>
                                          <p:spTgt spid="19"/>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59"/>
                                        </p:tgtEl>
                                        <p:attrNameLst>
                                          <p:attrName>style.visibility</p:attrName>
                                        </p:attrNameLst>
                                      </p:cBhvr>
                                      <p:to>
                                        <p:strVal val="visible"/>
                                      </p:to>
                                    </p:set>
                                    <p:animEffect transition="in" filter="fade">
                                      <p:cBhvr>
                                        <p:cTn id="20"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81BB7609-8E8F-4B57-9227-14DAD6151A60}" type="slidenum">
              <a:rPr lang="de-DE" altLang="ja-JP" smtClean="0">
                <a:solidFill>
                  <a:srgbClr val="000000"/>
                </a:solidFill>
              </a:rPr>
              <a:pPr/>
              <a:t>7</a:t>
            </a:fld>
            <a:endParaRPr lang="de-DE" altLang="ja-JP">
              <a:solidFill>
                <a:srgbClr val="000000"/>
              </a:solidFill>
            </a:endParaRPr>
          </a:p>
        </p:txBody>
      </p:sp>
      <p:sp>
        <p:nvSpPr>
          <p:cNvPr id="5" name="页脚占位符 4"/>
          <p:cNvSpPr>
            <a:spLocks noGrp="1"/>
          </p:cNvSpPr>
          <p:nvPr>
            <p:ph type="ftr" sz="quarter" idx="11"/>
          </p:nvPr>
        </p:nvSpPr>
        <p:spPr/>
        <p:txBody>
          <a:bodyPr/>
          <a:lstStyle/>
          <a:p>
            <a:r>
              <a:rPr lang="de-DE" altLang="ja-JP" dirty="0" smtClean="0">
                <a:solidFill>
                  <a:srgbClr val="000000"/>
                </a:solidFill>
              </a:rPr>
              <a:t>Copyright 2018 FUJITSU LIMITED</a:t>
            </a:r>
            <a:endParaRPr lang="de-DE" altLang="ja-JP" dirty="0">
              <a:solidFill>
                <a:srgbClr val="000000"/>
              </a:solidFill>
            </a:endParaRPr>
          </a:p>
        </p:txBody>
      </p:sp>
      <p:grpSp>
        <p:nvGrpSpPr>
          <p:cNvPr id="6" name="组合 5"/>
          <p:cNvGrpSpPr/>
          <p:nvPr/>
        </p:nvGrpSpPr>
        <p:grpSpPr>
          <a:xfrm>
            <a:off x="127611" y="157669"/>
            <a:ext cx="4319423" cy="852875"/>
            <a:chOff x="3129129" y="1121776"/>
            <a:chExt cx="5933741" cy="1171624"/>
          </a:xfrm>
        </p:grpSpPr>
        <p:sp>
          <p:nvSpPr>
            <p:cNvPr id="7" name="圆角矩形 6"/>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sp>
          <p:nvSpPr>
            <p:cNvPr id="8" name="圆角矩形 7"/>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grpSp>
      <p:grpSp>
        <p:nvGrpSpPr>
          <p:cNvPr id="9" name="组合 8"/>
          <p:cNvGrpSpPr/>
          <p:nvPr/>
        </p:nvGrpSpPr>
        <p:grpSpPr>
          <a:xfrm>
            <a:off x="78119" y="73199"/>
            <a:ext cx="1169945" cy="1379589"/>
            <a:chOff x="3150395" y="933507"/>
            <a:chExt cx="1559927" cy="1839452"/>
          </a:xfrm>
        </p:grpSpPr>
        <p:grpSp>
          <p:nvGrpSpPr>
            <p:cNvPr id="10" name="组合 9"/>
            <p:cNvGrpSpPr/>
            <p:nvPr/>
          </p:nvGrpSpPr>
          <p:grpSpPr>
            <a:xfrm>
              <a:off x="3150395" y="933507"/>
              <a:ext cx="1559927" cy="1839452"/>
              <a:chOff x="3222820" y="1148080"/>
              <a:chExt cx="1484216" cy="1750177"/>
            </a:xfrm>
          </p:grpSpPr>
          <p:grpSp>
            <p:nvGrpSpPr>
              <p:cNvPr id="14" name="组合 13"/>
              <p:cNvGrpSpPr/>
              <p:nvPr/>
            </p:nvGrpSpPr>
            <p:grpSpPr>
              <a:xfrm>
                <a:off x="3420363" y="1295115"/>
                <a:ext cx="1286673" cy="1603142"/>
                <a:chOff x="7380501" y="2927402"/>
                <a:chExt cx="2311887" cy="2880512"/>
              </a:xfrm>
            </p:grpSpPr>
            <p:sp>
              <p:nvSpPr>
                <p:cNvPr id="16"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 fmla="*/ 13249 w 1687745"/>
                    <a:gd name="connsiteY0" fmla="*/ 1035368 h 2070736"/>
                    <a:gd name="connsiteX1" fmla="*/ 850497 w 1687745"/>
                    <a:gd name="connsiteY1" fmla="*/ 0 h 2070736"/>
                    <a:gd name="connsiteX2" fmla="*/ 1687745 w 1687745"/>
                    <a:gd name="connsiteY2" fmla="*/ 1035368 h 2070736"/>
                    <a:gd name="connsiteX3" fmla="*/ 850497 w 1687745"/>
                    <a:gd name="connsiteY3" fmla="*/ 2070736 h 2070736"/>
                    <a:gd name="connsiteX4" fmla="*/ 13249 w 1687745"/>
                    <a:gd name="connsiteY4" fmla="*/ 1035368 h 2070736"/>
                    <a:gd name="connsiteX0" fmla="*/ 13249 w 1696474"/>
                    <a:gd name="connsiteY0" fmla="*/ 1035368 h 2070736"/>
                    <a:gd name="connsiteX1" fmla="*/ 850497 w 1696474"/>
                    <a:gd name="connsiteY1" fmla="*/ 0 h 2070736"/>
                    <a:gd name="connsiteX2" fmla="*/ 1687745 w 1696474"/>
                    <a:gd name="connsiteY2" fmla="*/ 1035368 h 2070736"/>
                    <a:gd name="connsiteX3" fmla="*/ 850497 w 1696474"/>
                    <a:gd name="connsiteY3" fmla="*/ 2070736 h 2070736"/>
                    <a:gd name="connsiteX4" fmla="*/ 13249 w 1696474"/>
                    <a:gd name="connsiteY4" fmla="*/ 1035368 h 2070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sp>
              <p:nvSpPr>
                <p:cNvPr id="17" name="椭圆 16"/>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sp>
              <p:nvSpPr>
                <p:cNvPr id="18" name="椭圆 17"/>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grpSp>
          <p:sp>
            <p:nvSpPr>
              <p:cNvPr id="15" name="椭圆 14"/>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ndParaRPr>
              </a:p>
            </p:txBody>
          </p:sp>
        </p:grpSp>
        <p:grpSp>
          <p:nvGrpSpPr>
            <p:cNvPr id="11" name="组合 10"/>
            <p:cNvGrpSpPr/>
            <p:nvPr/>
          </p:nvGrpSpPr>
          <p:grpSpPr>
            <a:xfrm>
              <a:off x="3437036" y="1269298"/>
              <a:ext cx="775805" cy="690872"/>
              <a:chOff x="1460111" y="2419508"/>
              <a:chExt cx="1032597" cy="919547"/>
            </a:xfrm>
          </p:grpSpPr>
          <p:sp>
            <p:nvSpPr>
              <p:cNvPr id="12" name="文本框 11"/>
              <p:cNvSpPr txBox="1"/>
              <p:nvPr/>
            </p:nvSpPr>
            <p:spPr>
              <a:xfrm>
                <a:off x="1460111" y="2419508"/>
                <a:ext cx="1030514" cy="819298"/>
              </a:xfrm>
              <a:prstGeom prst="rect">
                <a:avLst/>
              </a:prstGeom>
              <a:noFill/>
            </p:spPr>
            <p:txBody>
              <a:bodyPr wrap="square" rtlCol="0">
                <a:spAutoFit/>
              </a:bodyPr>
              <a:lstStyle/>
              <a:p>
                <a:pPr algn="ctr"/>
                <a:r>
                  <a:rPr lang="en-US" altLang="zh-CN" sz="2400" dirty="0" smtClean="0">
                    <a:solidFill>
                      <a:srgbClr val="E87071"/>
                    </a:solidFill>
                    <a:latin typeface="Impact" panose="020B0806030902050204" pitchFamily="34" charset="0"/>
                  </a:rPr>
                  <a:t>03</a:t>
                </a:r>
                <a:endParaRPr lang="zh-CN" altLang="en-US" sz="2400" dirty="0">
                  <a:solidFill>
                    <a:srgbClr val="E87071"/>
                  </a:solidFill>
                  <a:latin typeface="Impact" panose="020B0806030902050204" pitchFamily="34" charset="0"/>
                </a:endParaRPr>
              </a:p>
            </p:txBody>
          </p:sp>
          <p:sp>
            <p:nvSpPr>
              <p:cNvPr id="13" name="文本框 12"/>
              <p:cNvSpPr txBox="1"/>
              <p:nvPr/>
            </p:nvSpPr>
            <p:spPr>
              <a:xfrm>
                <a:off x="1462194" y="2949888"/>
                <a:ext cx="1030514" cy="389167"/>
              </a:xfrm>
              <a:prstGeom prst="rect">
                <a:avLst/>
              </a:prstGeom>
              <a:noFill/>
            </p:spPr>
            <p:txBody>
              <a:bodyPr wrap="square" rtlCol="0">
                <a:spAutoFit/>
              </a:bodyPr>
              <a:lstStyle/>
              <a:p>
                <a:pPr algn="ctr"/>
                <a:r>
                  <a:rPr lang="en-US" altLang="zh-CN" sz="825" dirty="0">
                    <a:solidFill>
                      <a:srgbClr val="E87071"/>
                    </a:solidFill>
                    <a:latin typeface="LiHei Pro" panose="020B0500000000000000" pitchFamily="34" charset="-122"/>
                    <a:ea typeface="LiHei Pro" panose="020B0500000000000000" pitchFamily="34" charset="-122"/>
                  </a:rPr>
                  <a:t>OPTION</a:t>
                </a:r>
                <a:endParaRPr lang="zh-CN" altLang="en-US" sz="825" dirty="0">
                  <a:solidFill>
                    <a:srgbClr val="E87071"/>
                  </a:solidFill>
                  <a:latin typeface="LiHei Pro" panose="020B0500000000000000" pitchFamily="34" charset="-122"/>
                  <a:ea typeface="LiHei Pro" panose="020B0500000000000000" pitchFamily="34" charset="-122"/>
                </a:endParaRPr>
              </a:p>
            </p:txBody>
          </p:sp>
        </p:grpSp>
      </p:grpSp>
      <p:grpSp>
        <p:nvGrpSpPr>
          <p:cNvPr id="19" name="组合 18"/>
          <p:cNvGrpSpPr/>
          <p:nvPr/>
        </p:nvGrpSpPr>
        <p:grpSpPr>
          <a:xfrm>
            <a:off x="1283775" y="343483"/>
            <a:ext cx="2722918" cy="471330"/>
            <a:chOff x="3446960" y="1701175"/>
            <a:chExt cx="2722918" cy="471330"/>
          </a:xfrm>
        </p:grpSpPr>
        <p:sp>
          <p:nvSpPr>
            <p:cNvPr id="20" name="文本框 19"/>
            <p:cNvSpPr txBox="1"/>
            <p:nvPr/>
          </p:nvSpPr>
          <p:spPr>
            <a:xfrm>
              <a:off x="3446960" y="1706008"/>
              <a:ext cx="2269657"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仰望星空，脚踏实地</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nvGrpSpPr>
            <p:cNvPr id="21" name="Group 13"/>
            <p:cNvGrpSpPr>
              <a:grpSpLocks noChangeAspect="1"/>
            </p:cNvGrpSpPr>
            <p:nvPr/>
          </p:nvGrpSpPr>
          <p:grpSpPr bwMode="auto">
            <a:xfrm>
              <a:off x="5704049" y="1701175"/>
              <a:ext cx="465829" cy="471330"/>
              <a:chOff x="2426" y="2781"/>
              <a:chExt cx="593" cy="600"/>
            </a:xfrm>
            <a:solidFill>
              <a:schemeClr val="bg1"/>
            </a:solidFill>
            <a:effectLst/>
          </p:grpSpPr>
          <p:sp>
            <p:nvSpPr>
              <p:cNvPr id="22" name="Freeform 14"/>
              <p:cNvSpPr>
                <a:spLocks/>
              </p:cNvSpPr>
              <p:nvPr/>
            </p:nvSpPr>
            <p:spPr bwMode="auto">
              <a:xfrm>
                <a:off x="2442" y="2805"/>
                <a:ext cx="577"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23"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sp>
        <p:nvSpPr>
          <p:cNvPr id="24" name="角丸四角形 23"/>
          <p:cNvSpPr/>
          <p:nvPr/>
        </p:nvSpPr>
        <p:spPr bwMode="auto">
          <a:xfrm>
            <a:off x="4635002" y="104825"/>
            <a:ext cx="819658" cy="1087230"/>
          </a:xfrm>
          <a:prstGeom prst="roundRect">
            <a:avLst/>
          </a:prstGeom>
          <a:gradFill rotWithShape="0">
            <a:gsLst>
              <a:gs pos="0">
                <a:srgbClr val="FFFFFF"/>
              </a:gs>
              <a:gs pos="100000">
                <a:srgbClr val="CACAC7"/>
              </a:gs>
            </a:gsLst>
            <a:lin ang="5400000" scaled="1"/>
          </a:gra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pic>
        <p:nvPicPr>
          <p:cNvPr id="25" name="図 24"/>
          <p:cNvPicPr>
            <a:picLocks noChangeAspect="1"/>
          </p:cNvPicPr>
          <p:nvPr/>
        </p:nvPicPr>
        <p:blipFill>
          <a:blip r:embed="rId2"/>
          <a:stretch>
            <a:fillRect/>
          </a:stretch>
        </p:blipFill>
        <p:spPr>
          <a:xfrm>
            <a:off x="4746330" y="255084"/>
            <a:ext cx="593865" cy="786711"/>
          </a:xfrm>
          <a:prstGeom prst="rect">
            <a:avLst/>
          </a:prstGeom>
        </p:spPr>
      </p:pic>
      <p:sp>
        <p:nvSpPr>
          <p:cNvPr id="26" name="文本框 12"/>
          <p:cNvSpPr txBox="1"/>
          <p:nvPr/>
        </p:nvSpPr>
        <p:spPr>
          <a:xfrm>
            <a:off x="154319" y="1148482"/>
            <a:ext cx="8728952" cy="369332"/>
          </a:xfrm>
          <a:prstGeom prst="rect">
            <a:avLst/>
          </a:prstGeom>
          <a:noFill/>
        </p:spPr>
        <p:txBody>
          <a:bodyPr wrap="square" rtlCol="0">
            <a:spAutoFit/>
          </a:bodyPr>
          <a:lstStyle/>
          <a:p>
            <a:pPr marL="285750" indent="-285750">
              <a:buFont typeface="Wingdings" panose="05000000000000000000" pitchFamily="2" charset="2"/>
              <a:buChar char="n"/>
            </a:pPr>
            <a:r>
              <a:rPr kumimoji="1" lang="zh-CN" altLang="en-US" b="1" dirty="0" smtClean="0">
                <a:latin typeface="SimSun" panose="02010600030101010101" pitchFamily="2" charset="-122"/>
                <a:ea typeface="SimSun" panose="02010600030101010101" pitchFamily="2" charset="-122"/>
              </a:rPr>
              <a:t>目标</a:t>
            </a:r>
            <a:r>
              <a:rPr lang="zh-CN" altLang="en-US" b="1" dirty="0" smtClean="0">
                <a:latin typeface="SimSun" panose="02010600030101010101" pitchFamily="2" charset="-122"/>
                <a:ea typeface="SimSun" panose="02010600030101010101" pitchFamily="2" charset="-122"/>
              </a:rPr>
              <a:t>：独自完成</a:t>
            </a:r>
            <a:r>
              <a:rPr lang="en-US" altLang="zh-CN" b="1" dirty="0" smtClean="0">
                <a:latin typeface="SimSun" panose="02010600030101010101" pitchFamily="2" charset="-122"/>
                <a:ea typeface="SimSun" panose="02010600030101010101" pitchFamily="2" charset="-122"/>
              </a:rPr>
              <a:t>SF</a:t>
            </a:r>
            <a:r>
              <a:rPr lang="zh-CN" altLang="en-US" b="1" dirty="0">
                <a:latin typeface="SimSun" panose="02010600030101010101" pitchFamily="2" charset="-122"/>
                <a:ea typeface="SimSun" panose="02010600030101010101" pitchFamily="2" charset="-122"/>
              </a:rPr>
              <a:t>作业</a:t>
            </a:r>
            <a:endParaRPr kumimoji="1" lang="en-US" altLang="zh-CN" b="1" dirty="0" smtClean="0">
              <a:latin typeface="SimSun" panose="02010600030101010101" pitchFamily="2" charset="-122"/>
              <a:ea typeface="SimSun" panose="02010600030101010101" pitchFamily="2" charset="-122"/>
            </a:endParaRPr>
          </a:p>
        </p:txBody>
      </p:sp>
      <p:sp>
        <p:nvSpPr>
          <p:cNvPr id="27" name="文本框 113"/>
          <p:cNvSpPr txBox="1"/>
          <p:nvPr/>
        </p:nvSpPr>
        <p:spPr>
          <a:xfrm>
            <a:off x="154319" y="4165919"/>
            <a:ext cx="932047" cy="369332"/>
          </a:xfrm>
          <a:prstGeom prst="rect">
            <a:avLst/>
          </a:prstGeom>
          <a:noFill/>
        </p:spPr>
        <p:txBody>
          <a:bodyPr wrap="square" rtlCol="0">
            <a:spAutoFit/>
          </a:bodyPr>
          <a:lstStyle/>
          <a:p>
            <a:pPr marL="285750" indent="-285750">
              <a:buFont typeface="Wingdings" panose="05000000000000000000" pitchFamily="2" charset="2"/>
              <a:buChar char="n"/>
            </a:pPr>
            <a:r>
              <a:rPr kumimoji="1" lang="zh-CN" altLang="en-US" b="1" dirty="0" smtClean="0">
                <a:latin typeface="SimSun" panose="02010600030101010101" pitchFamily="2" charset="-122"/>
                <a:ea typeface="SimSun" panose="02010600030101010101" pitchFamily="2" charset="-122"/>
              </a:rPr>
              <a:t>实绩</a:t>
            </a:r>
            <a:endParaRPr kumimoji="1" lang="en-US" altLang="zh-CN" b="1" dirty="0" smtClean="0">
              <a:latin typeface="SimSun" panose="02010600030101010101" pitchFamily="2" charset="-122"/>
              <a:ea typeface="SimSun" panose="02010600030101010101" pitchFamily="2" charset="-122"/>
            </a:endParaRPr>
          </a:p>
        </p:txBody>
      </p:sp>
      <p:grpSp>
        <p:nvGrpSpPr>
          <p:cNvPr id="28" name="组合 94"/>
          <p:cNvGrpSpPr/>
          <p:nvPr/>
        </p:nvGrpSpPr>
        <p:grpSpPr>
          <a:xfrm>
            <a:off x="593553" y="1572912"/>
            <a:ext cx="1729253" cy="2475212"/>
            <a:chOff x="0" y="1982490"/>
            <a:chExt cx="1793950" cy="2664296"/>
          </a:xfrm>
        </p:grpSpPr>
        <p:sp>
          <p:nvSpPr>
            <p:cNvPr id="29" name="Shape 544"/>
            <p:cNvSpPr>
              <a:spLocks/>
            </p:cNvSpPr>
            <p:nvPr/>
          </p:nvSpPr>
          <p:spPr bwMode="auto">
            <a:xfrm rot="16200000">
              <a:off x="-295558" y="2867144"/>
              <a:ext cx="2129356" cy="1429927"/>
            </a:xfrm>
            <a:custGeom>
              <a:avLst/>
              <a:gdLst>
                <a:gd name="T0" fmla="*/ 147979520 w 21600"/>
                <a:gd name="T1" fmla="*/ 37704384 h 21600"/>
                <a:gd name="T2" fmla="*/ 147979520 w 21600"/>
                <a:gd name="T3" fmla="*/ 37704384 h 21600"/>
                <a:gd name="T4" fmla="*/ 147979520 w 21600"/>
                <a:gd name="T5" fmla="*/ 37704384 h 21600"/>
                <a:gd name="T6" fmla="*/ 147979520 w 21600"/>
                <a:gd name="T7" fmla="*/ 37704384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47" y="0"/>
                  </a:moveTo>
                  <a:lnTo>
                    <a:pt x="3117" y="10867"/>
                  </a:lnTo>
                  <a:lnTo>
                    <a:pt x="0" y="21600"/>
                  </a:lnTo>
                  <a:lnTo>
                    <a:pt x="18545" y="21600"/>
                  </a:lnTo>
                  <a:lnTo>
                    <a:pt x="21600" y="10963"/>
                  </a:lnTo>
                  <a:lnTo>
                    <a:pt x="18671" y="18"/>
                  </a:lnTo>
                  <a:lnTo>
                    <a:pt x="47" y="0"/>
                  </a:lnTo>
                  <a:close/>
                </a:path>
              </a:pathLst>
            </a:custGeom>
            <a:solidFill>
              <a:srgbClr val="99CCFF"/>
            </a:solidFill>
            <a:ln>
              <a:noFill/>
            </a:ln>
          </p:spPr>
          <p:txBody>
            <a:bodyPr lIns="0" tIns="0" rIns="0" bIns="0" anchor="ctr"/>
            <a:lstStyle/>
            <a:p>
              <a:endParaRPr lang="zh-CN" altLang="en-US" dirty="0"/>
            </a:p>
          </p:txBody>
        </p:sp>
        <p:sp>
          <p:nvSpPr>
            <p:cNvPr id="32" name="五边形 6"/>
            <p:cNvSpPr>
              <a:spLocks noChangeArrowheads="1"/>
            </p:cNvSpPr>
            <p:nvPr/>
          </p:nvSpPr>
          <p:spPr bwMode="auto">
            <a:xfrm>
              <a:off x="0" y="1982490"/>
              <a:ext cx="1793950" cy="500968"/>
            </a:xfrm>
            <a:prstGeom prst="homePlate">
              <a:avLst>
                <a:gd name="adj" fmla="val 83025"/>
              </a:avLst>
            </a:prstGeom>
            <a:gradFill flip="none" rotWithShape="1">
              <a:gsLst>
                <a:gs pos="0">
                  <a:srgbClr val="3BBAD0">
                    <a:tint val="66000"/>
                    <a:satMod val="160000"/>
                  </a:srgbClr>
                </a:gs>
                <a:gs pos="50000">
                  <a:srgbClr val="3BBAD0">
                    <a:tint val="44500"/>
                    <a:satMod val="160000"/>
                  </a:srgbClr>
                </a:gs>
                <a:gs pos="100000">
                  <a:srgbClr val="3BBAD0">
                    <a:tint val="23500"/>
                    <a:satMod val="160000"/>
                  </a:srgbClr>
                </a:gs>
              </a:gsLst>
              <a:lin ang="10800000" scaled="1"/>
              <a:tileRect/>
            </a:gradFill>
            <a:ln>
              <a:noFill/>
            </a:ln>
            <a:extLst>
              <a:ext uri="{91240B29-F687-4F45-9708-019B960494DF}">
                <a14:hiddenLine xmlns:a14="http://schemas.microsoft.com/office/drawing/2010/main" w="12700" cap="flat" cmpd="sng">
                  <a:solidFill>
                    <a:srgbClr val="2F6583"/>
                  </a:solidFill>
                  <a:bevel/>
                  <a:headEnd/>
                  <a:tailEnd/>
                </a14:hiddenLine>
              </a:ext>
            </a:extLst>
          </p:spPr>
          <p:txBody>
            <a:bodyPr anchor="ctr"/>
            <a:lstStyle/>
            <a:p>
              <a:pPr algn="ctr"/>
              <a:r>
                <a:rPr lang="en-US" altLang="zh-CN" dirty="0" smtClean="0">
                  <a:latin typeface="宋体" panose="02010600030101010101" pitchFamily="2" charset="-122"/>
                  <a:sym typeface="宋体" panose="02010600030101010101" pitchFamily="2" charset="-122"/>
                </a:rPr>
                <a:t>6</a:t>
              </a:r>
              <a:r>
                <a:rPr lang="zh-CN" altLang="en-US" dirty="0" smtClean="0">
                  <a:latin typeface="宋体" panose="02010600030101010101" pitchFamily="2" charset="-122"/>
                  <a:sym typeface="宋体" panose="02010600030101010101" pitchFamily="2" charset="-122"/>
                </a:rPr>
                <a:t>月</a:t>
              </a:r>
              <a:r>
                <a:rPr lang="en-US" altLang="zh-CN" dirty="0" smtClean="0">
                  <a:latin typeface="宋体" panose="02010600030101010101" pitchFamily="2" charset="-122"/>
                  <a:sym typeface="宋体" panose="02010600030101010101" pitchFamily="2" charset="-122"/>
                </a:rPr>
                <a:t>-8</a:t>
              </a:r>
              <a:r>
                <a:rPr lang="zh-CN" altLang="en-US" dirty="0" smtClean="0">
                  <a:latin typeface="宋体" panose="02010600030101010101" pitchFamily="2" charset="-122"/>
                  <a:sym typeface="宋体" panose="02010600030101010101" pitchFamily="2" charset="-122"/>
                </a:rPr>
                <a:t>月</a:t>
              </a:r>
              <a:endParaRPr lang="zh-CN" altLang="zh-CN" dirty="0">
                <a:latin typeface="宋体" panose="02010600030101010101" pitchFamily="2" charset="-122"/>
                <a:sym typeface="宋体" panose="02010600030101010101" pitchFamily="2" charset="-122"/>
              </a:endParaRPr>
            </a:p>
          </p:txBody>
        </p:sp>
      </p:grpSp>
      <p:grpSp>
        <p:nvGrpSpPr>
          <p:cNvPr id="33" name="组合 94"/>
          <p:cNvGrpSpPr/>
          <p:nvPr/>
        </p:nvGrpSpPr>
        <p:grpSpPr>
          <a:xfrm>
            <a:off x="2629472" y="1563907"/>
            <a:ext cx="1729253" cy="2484217"/>
            <a:chOff x="0" y="1982490"/>
            <a:chExt cx="1793950" cy="2664296"/>
          </a:xfrm>
        </p:grpSpPr>
        <p:sp>
          <p:nvSpPr>
            <p:cNvPr id="34" name="Shape 544"/>
            <p:cNvSpPr>
              <a:spLocks/>
            </p:cNvSpPr>
            <p:nvPr/>
          </p:nvSpPr>
          <p:spPr bwMode="auto">
            <a:xfrm rot="16200000">
              <a:off x="-295558" y="2867144"/>
              <a:ext cx="2129356" cy="1429927"/>
            </a:xfrm>
            <a:custGeom>
              <a:avLst/>
              <a:gdLst>
                <a:gd name="T0" fmla="*/ 147979520 w 21600"/>
                <a:gd name="T1" fmla="*/ 37704384 h 21600"/>
                <a:gd name="T2" fmla="*/ 147979520 w 21600"/>
                <a:gd name="T3" fmla="*/ 37704384 h 21600"/>
                <a:gd name="T4" fmla="*/ 147979520 w 21600"/>
                <a:gd name="T5" fmla="*/ 37704384 h 21600"/>
                <a:gd name="T6" fmla="*/ 147979520 w 21600"/>
                <a:gd name="T7" fmla="*/ 37704384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47" y="0"/>
                  </a:moveTo>
                  <a:lnTo>
                    <a:pt x="3117" y="10867"/>
                  </a:lnTo>
                  <a:lnTo>
                    <a:pt x="0" y="21600"/>
                  </a:lnTo>
                  <a:lnTo>
                    <a:pt x="18545" y="21600"/>
                  </a:lnTo>
                  <a:lnTo>
                    <a:pt x="21600" y="10963"/>
                  </a:lnTo>
                  <a:lnTo>
                    <a:pt x="18671" y="18"/>
                  </a:lnTo>
                  <a:lnTo>
                    <a:pt x="47" y="0"/>
                  </a:lnTo>
                  <a:close/>
                </a:path>
              </a:pathLst>
            </a:custGeom>
            <a:solidFill>
              <a:srgbClr val="99CCFF"/>
            </a:solidFill>
            <a:ln>
              <a:noFill/>
            </a:ln>
          </p:spPr>
          <p:txBody>
            <a:bodyPr lIns="0" tIns="0" rIns="0" bIns="0" anchor="ctr"/>
            <a:lstStyle/>
            <a:p>
              <a:endParaRPr lang="zh-CN" altLang="en-US" dirty="0"/>
            </a:p>
          </p:txBody>
        </p:sp>
        <p:sp>
          <p:nvSpPr>
            <p:cNvPr id="35" name="五边形 6"/>
            <p:cNvSpPr>
              <a:spLocks noChangeArrowheads="1"/>
            </p:cNvSpPr>
            <p:nvPr/>
          </p:nvSpPr>
          <p:spPr bwMode="auto">
            <a:xfrm>
              <a:off x="0" y="1982490"/>
              <a:ext cx="1793950" cy="500968"/>
            </a:xfrm>
            <a:prstGeom prst="homePlate">
              <a:avLst>
                <a:gd name="adj" fmla="val 83025"/>
              </a:avLst>
            </a:prstGeom>
            <a:gradFill flip="none" rotWithShape="1">
              <a:gsLst>
                <a:gs pos="0">
                  <a:srgbClr val="3BBAD0">
                    <a:tint val="66000"/>
                    <a:satMod val="160000"/>
                  </a:srgbClr>
                </a:gs>
                <a:gs pos="50000">
                  <a:srgbClr val="3BBAD0">
                    <a:tint val="44500"/>
                    <a:satMod val="160000"/>
                  </a:srgbClr>
                </a:gs>
                <a:gs pos="100000">
                  <a:srgbClr val="3BBAD0">
                    <a:tint val="23500"/>
                    <a:satMod val="160000"/>
                  </a:srgbClr>
                </a:gs>
              </a:gsLst>
              <a:lin ang="10800000" scaled="1"/>
              <a:tileRect/>
            </a:gradFill>
            <a:ln>
              <a:noFill/>
            </a:ln>
            <a:extLst>
              <a:ext uri="{91240B29-F687-4F45-9708-019B960494DF}">
                <a14:hiddenLine xmlns:a14="http://schemas.microsoft.com/office/drawing/2010/main" w="12700" cap="flat" cmpd="sng">
                  <a:solidFill>
                    <a:srgbClr val="2F6583"/>
                  </a:solidFill>
                  <a:bevel/>
                  <a:headEnd/>
                  <a:tailEnd/>
                </a14:hiddenLine>
              </a:ext>
            </a:extLst>
          </p:spPr>
          <p:txBody>
            <a:bodyPr anchor="ctr"/>
            <a:lstStyle/>
            <a:p>
              <a:pPr algn="ctr"/>
              <a:r>
                <a:rPr lang="en-US" altLang="zh-CN" dirty="0" smtClean="0">
                  <a:latin typeface="宋体" panose="02010600030101010101" pitchFamily="2" charset="-122"/>
                  <a:sym typeface="宋体" panose="02010600030101010101" pitchFamily="2" charset="-122"/>
                </a:rPr>
                <a:t>9</a:t>
              </a:r>
              <a:r>
                <a:rPr lang="zh-CN" altLang="en-US" dirty="0" smtClean="0">
                  <a:latin typeface="宋体" panose="02010600030101010101" pitchFamily="2" charset="-122"/>
                  <a:sym typeface="宋体" panose="02010600030101010101" pitchFamily="2" charset="-122"/>
                </a:rPr>
                <a:t>月</a:t>
              </a:r>
              <a:r>
                <a:rPr lang="en-US" altLang="zh-CN" dirty="0" smtClean="0">
                  <a:latin typeface="宋体" panose="02010600030101010101" pitchFamily="2" charset="-122"/>
                  <a:sym typeface="宋体" panose="02010600030101010101" pitchFamily="2" charset="-122"/>
                </a:rPr>
                <a:t>-10</a:t>
              </a:r>
              <a:r>
                <a:rPr lang="zh-CN" altLang="en-US" dirty="0" smtClean="0">
                  <a:latin typeface="宋体" panose="02010600030101010101" pitchFamily="2" charset="-122"/>
                  <a:sym typeface="宋体" panose="02010600030101010101" pitchFamily="2" charset="-122"/>
                </a:rPr>
                <a:t>月</a:t>
              </a:r>
              <a:endParaRPr lang="zh-CN" altLang="zh-CN" dirty="0">
                <a:latin typeface="宋体" panose="02010600030101010101" pitchFamily="2" charset="-122"/>
                <a:sym typeface="宋体" panose="02010600030101010101" pitchFamily="2" charset="-122"/>
              </a:endParaRPr>
            </a:p>
          </p:txBody>
        </p:sp>
      </p:grpSp>
      <p:grpSp>
        <p:nvGrpSpPr>
          <p:cNvPr id="36" name="组合 94"/>
          <p:cNvGrpSpPr/>
          <p:nvPr/>
        </p:nvGrpSpPr>
        <p:grpSpPr>
          <a:xfrm>
            <a:off x="4788952" y="1530858"/>
            <a:ext cx="1729253" cy="2518211"/>
            <a:chOff x="0" y="1982490"/>
            <a:chExt cx="1793950" cy="2664296"/>
          </a:xfrm>
        </p:grpSpPr>
        <p:sp>
          <p:nvSpPr>
            <p:cNvPr id="37" name="Shape 544"/>
            <p:cNvSpPr>
              <a:spLocks/>
            </p:cNvSpPr>
            <p:nvPr/>
          </p:nvSpPr>
          <p:spPr bwMode="auto">
            <a:xfrm rot="16200000">
              <a:off x="-295558" y="2867144"/>
              <a:ext cx="2129356" cy="1429927"/>
            </a:xfrm>
            <a:custGeom>
              <a:avLst/>
              <a:gdLst>
                <a:gd name="T0" fmla="*/ 147979520 w 21600"/>
                <a:gd name="T1" fmla="*/ 37704384 h 21600"/>
                <a:gd name="T2" fmla="*/ 147979520 w 21600"/>
                <a:gd name="T3" fmla="*/ 37704384 h 21600"/>
                <a:gd name="T4" fmla="*/ 147979520 w 21600"/>
                <a:gd name="T5" fmla="*/ 37704384 h 21600"/>
                <a:gd name="T6" fmla="*/ 147979520 w 21600"/>
                <a:gd name="T7" fmla="*/ 37704384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47" y="0"/>
                  </a:moveTo>
                  <a:lnTo>
                    <a:pt x="3117" y="10867"/>
                  </a:lnTo>
                  <a:lnTo>
                    <a:pt x="0" y="21600"/>
                  </a:lnTo>
                  <a:lnTo>
                    <a:pt x="18545" y="21600"/>
                  </a:lnTo>
                  <a:lnTo>
                    <a:pt x="21600" y="10963"/>
                  </a:lnTo>
                  <a:lnTo>
                    <a:pt x="18671" y="18"/>
                  </a:lnTo>
                  <a:lnTo>
                    <a:pt x="47" y="0"/>
                  </a:lnTo>
                  <a:close/>
                </a:path>
              </a:pathLst>
            </a:custGeom>
            <a:solidFill>
              <a:srgbClr val="99CCFF"/>
            </a:solidFill>
            <a:ln>
              <a:noFill/>
            </a:ln>
          </p:spPr>
          <p:txBody>
            <a:bodyPr lIns="0" tIns="0" rIns="0" bIns="0" anchor="ctr"/>
            <a:lstStyle/>
            <a:p>
              <a:endParaRPr lang="zh-CN" altLang="en-US" dirty="0"/>
            </a:p>
          </p:txBody>
        </p:sp>
        <p:sp>
          <p:nvSpPr>
            <p:cNvPr id="38" name="五边形 6"/>
            <p:cNvSpPr>
              <a:spLocks noChangeArrowheads="1"/>
            </p:cNvSpPr>
            <p:nvPr/>
          </p:nvSpPr>
          <p:spPr bwMode="auto">
            <a:xfrm>
              <a:off x="0" y="1982490"/>
              <a:ext cx="1793950" cy="500968"/>
            </a:xfrm>
            <a:prstGeom prst="homePlate">
              <a:avLst>
                <a:gd name="adj" fmla="val 83025"/>
              </a:avLst>
            </a:prstGeom>
            <a:gradFill flip="none" rotWithShape="1">
              <a:gsLst>
                <a:gs pos="0">
                  <a:srgbClr val="3BBAD0">
                    <a:tint val="66000"/>
                    <a:satMod val="160000"/>
                  </a:srgbClr>
                </a:gs>
                <a:gs pos="50000">
                  <a:srgbClr val="3BBAD0">
                    <a:tint val="44500"/>
                    <a:satMod val="160000"/>
                  </a:srgbClr>
                </a:gs>
                <a:gs pos="100000">
                  <a:srgbClr val="3BBAD0">
                    <a:tint val="23500"/>
                    <a:satMod val="160000"/>
                  </a:srgbClr>
                </a:gs>
              </a:gsLst>
              <a:lin ang="10800000" scaled="1"/>
              <a:tileRect/>
            </a:gradFill>
            <a:ln>
              <a:noFill/>
            </a:ln>
            <a:extLst>
              <a:ext uri="{91240B29-F687-4F45-9708-019B960494DF}">
                <a14:hiddenLine xmlns:a14="http://schemas.microsoft.com/office/drawing/2010/main" w="12700" cap="flat" cmpd="sng">
                  <a:solidFill>
                    <a:srgbClr val="2F6583"/>
                  </a:solidFill>
                  <a:bevel/>
                  <a:headEnd/>
                  <a:tailEnd/>
                </a14:hiddenLine>
              </a:ext>
            </a:extLst>
          </p:spPr>
          <p:txBody>
            <a:bodyPr anchor="ctr"/>
            <a:lstStyle/>
            <a:p>
              <a:pPr algn="ctr"/>
              <a:r>
                <a:rPr lang="en-US" altLang="zh-CN" dirty="0" smtClean="0">
                  <a:latin typeface="宋体" panose="02010600030101010101" pitchFamily="2" charset="-122"/>
                  <a:sym typeface="宋体" panose="02010600030101010101" pitchFamily="2" charset="-122"/>
                </a:rPr>
                <a:t>10</a:t>
              </a:r>
              <a:r>
                <a:rPr lang="zh-CN" altLang="en-US" dirty="0" smtClean="0">
                  <a:latin typeface="宋体" panose="02010600030101010101" pitchFamily="2" charset="-122"/>
                  <a:sym typeface="宋体" panose="02010600030101010101" pitchFamily="2" charset="-122"/>
                </a:rPr>
                <a:t>月</a:t>
              </a:r>
              <a:r>
                <a:rPr lang="en-US" altLang="zh-CN" dirty="0" smtClean="0">
                  <a:latin typeface="宋体" panose="02010600030101010101" pitchFamily="2" charset="-122"/>
                  <a:sym typeface="宋体" panose="02010600030101010101" pitchFamily="2" charset="-122"/>
                </a:rPr>
                <a:t>-11</a:t>
              </a:r>
              <a:r>
                <a:rPr lang="zh-CN" altLang="en-US" dirty="0" smtClean="0">
                  <a:latin typeface="宋体" panose="02010600030101010101" pitchFamily="2" charset="-122"/>
                  <a:sym typeface="宋体" panose="02010600030101010101" pitchFamily="2" charset="-122"/>
                </a:rPr>
                <a:t>月</a:t>
              </a:r>
              <a:endParaRPr lang="zh-CN" altLang="zh-CN" dirty="0">
                <a:latin typeface="宋体" panose="02010600030101010101" pitchFamily="2" charset="-122"/>
                <a:sym typeface="宋体" panose="02010600030101010101" pitchFamily="2" charset="-122"/>
              </a:endParaRPr>
            </a:p>
          </p:txBody>
        </p:sp>
      </p:grpSp>
      <p:grpSp>
        <p:nvGrpSpPr>
          <p:cNvPr id="39" name="组合 94"/>
          <p:cNvGrpSpPr/>
          <p:nvPr/>
        </p:nvGrpSpPr>
        <p:grpSpPr>
          <a:xfrm>
            <a:off x="7198925" y="1539781"/>
            <a:ext cx="1729253" cy="2509287"/>
            <a:chOff x="0" y="1982490"/>
            <a:chExt cx="1793950" cy="2664296"/>
          </a:xfrm>
        </p:grpSpPr>
        <p:sp>
          <p:nvSpPr>
            <p:cNvPr id="40" name="Shape 544"/>
            <p:cNvSpPr>
              <a:spLocks/>
            </p:cNvSpPr>
            <p:nvPr/>
          </p:nvSpPr>
          <p:spPr bwMode="auto">
            <a:xfrm rot="16200000">
              <a:off x="-295558" y="2867144"/>
              <a:ext cx="2129356" cy="1429927"/>
            </a:xfrm>
            <a:custGeom>
              <a:avLst/>
              <a:gdLst>
                <a:gd name="T0" fmla="*/ 147979520 w 21600"/>
                <a:gd name="T1" fmla="*/ 37704384 h 21600"/>
                <a:gd name="T2" fmla="*/ 147979520 w 21600"/>
                <a:gd name="T3" fmla="*/ 37704384 h 21600"/>
                <a:gd name="T4" fmla="*/ 147979520 w 21600"/>
                <a:gd name="T5" fmla="*/ 37704384 h 21600"/>
                <a:gd name="T6" fmla="*/ 147979520 w 21600"/>
                <a:gd name="T7" fmla="*/ 37704384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47" y="0"/>
                  </a:moveTo>
                  <a:lnTo>
                    <a:pt x="3117" y="10867"/>
                  </a:lnTo>
                  <a:lnTo>
                    <a:pt x="0" y="21600"/>
                  </a:lnTo>
                  <a:lnTo>
                    <a:pt x="18545" y="21600"/>
                  </a:lnTo>
                  <a:lnTo>
                    <a:pt x="21600" y="10963"/>
                  </a:lnTo>
                  <a:lnTo>
                    <a:pt x="18671" y="18"/>
                  </a:lnTo>
                  <a:lnTo>
                    <a:pt x="47" y="0"/>
                  </a:lnTo>
                  <a:close/>
                </a:path>
              </a:pathLst>
            </a:custGeom>
            <a:solidFill>
              <a:srgbClr val="99CCFF"/>
            </a:solidFill>
            <a:ln>
              <a:noFill/>
            </a:ln>
          </p:spPr>
          <p:txBody>
            <a:bodyPr lIns="0" tIns="0" rIns="0" bIns="0" anchor="ctr"/>
            <a:lstStyle/>
            <a:p>
              <a:endParaRPr lang="zh-CN" altLang="en-US" dirty="0"/>
            </a:p>
          </p:txBody>
        </p:sp>
        <p:sp>
          <p:nvSpPr>
            <p:cNvPr id="41" name="五边形 6"/>
            <p:cNvSpPr>
              <a:spLocks noChangeArrowheads="1"/>
            </p:cNvSpPr>
            <p:nvPr/>
          </p:nvSpPr>
          <p:spPr bwMode="auto">
            <a:xfrm>
              <a:off x="0" y="1982490"/>
              <a:ext cx="1793950" cy="500968"/>
            </a:xfrm>
            <a:prstGeom prst="homePlate">
              <a:avLst>
                <a:gd name="adj" fmla="val 83025"/>
              </a:avLst>
            </a:prstGeom>
            <a:gradFill flip="none" rotWithShape="1">
              <a:gsLst>
                <a:gs pos="0">
                  <a:srgbClr val="3BBAD0">
                    <a:tint val="66000"/>
                    <a:satMod val="160000"/>
                  </a:srgbClr>
                </a:gs>
                <a:gs pos="50000">
                  <a:srgbClr val="3BBAD0">
                    <a:tint val="44500"/>
                    <a:satMod val="160000"/>
                  </a:srgbClr>
                </a:gs>
                <a:gs pos="100000">
                  <a:srgbClr val="3BBAD0">
                    <a:tint val="23500"/>
                    <a:satMod val="160000"/>
                  </a:srgbClr>
                </a:gs>
              </a:gsLst>
              <a:lin ang="10800000" scaled="1"/>
              <a:tileRect/>
            </a:gradFill>
            <a:ln>
              <a:noFill/>
            </a:ln>
            <a:extLst>
              <a:ext uri="{91240B29-F687-4F45-9708-019B960494DF}">
                <a14:hiddenLine xmlns:a14="http://schemas.microsoft.com/office/drawing/2010/main" w="12700" cap="flat" cmpd="sng">
                  <a:solidFill>
                    <a:srgbClr val="2F6583"/>
                  </a:solidFill>
                  <a:bevel/>
                  <a:headEnd/>
                  <a:tailEnd/>
                </a14:hiddenLine>
              </a:ext>
            </a:extLst>
          </p:spPr>
          <p:txBody>
            <a:bodyPr anchor="ctr"/>
            <a:lstStyle/>
            <a:p>
              <a:pPr algn="ctr"/>
              <a:r>
                <a:rPr lang="en-US" altLang="zh-CN" dirty="0" smtClean="0">
                  <a:latin typeface="宋体" panose="02010600030101010101" pitchFamily="2" charset="-122"/>
                  <a:sym typeface="宋体" panose="02010600030101010101" pitchFamily="2" charset="-122"/>
                </a:rPr>
                <a:t>11</a:t>
              </a:r>
              <a:r>
                <a:rPr lang="zh-CN" altLang="en-US" dirty="0" smtClean="0">
                  <a:latin typeface="宋体" panose="02010600030101010101" pitchFamily="2" charset="-122"/>
                  <a:sym typeface="宋体" panose="02010600030101010101" pitchFamily="2" charset="-122"/>
                </a:rPr>
                <a:t>月</a:t>
              </a:r>
              <a:r>
                <a:rPr lang="en-US" altLang="zh-CN" dirty="0" smtClean="0">
                  <a:latin typeface="宋体" panose="02010600030101010101" pitchFamily="2" charset="-122"/>
                  <a:sym typeface="宋体" panose="02010600030101010101" pitchFamily="2" charset="-122"/>
                </a:rPr>
                <a:t>-12</a:t>
              </a:r>
              <a:r>
                <a:rPr lang="zh-CN" altLang="en-US" dirty="0" smtClean="0">
                  <a:latin typeface="宋体" panose="02010600030101010101" pitchFamily="2" charset="-122"/>
                  <a:sym typeface="宋体" panose="02010600030101010101" pitchFamily="2" charset="-122"/>
                </a:rPr>
                <a:t>月</a:t>
              </a:r>
              <a:endParaRPr lang="zh-CN" altLang="zh-CN" dirty="0">
                <a:latin typeface="宋体" panose="02010600030101010101" pitchFamily="2" charset="-122"/>
                <a:sym typeface="宋体" panose="02010600030101010101" pitchFamily="2" charset="-122"/>
              </a:endParaRPr>
            </a:p>
          </p:txBody>
        </p:sp>
      </p:grpSp>
      <p:sp>
        <p:nvSpPr>
          <p:cNvPr id="42" name="テキスト ボックス 41"/>
          <p:cNvSpPr txBox="1"/>
          <p:nvPr/>
        </p:nvSpPr>
        <p:spPr>
          <a:xfrm>
            <a:off x="644775" y="2497239"/>
            <a:ext cx="1416836" cy="954107"/>
          </a:xfrm>
          <a:prstGeom prst="rect">
            <a:avLst/>
          </a:prstGeom>
          <a:noFill/>
        </p:spPr>
        <p:txBody>
          <a:bodyPr wrap="square" rtlCol="0">
            <a:spAutoFit/>
          </a:bodyPr>
          <a:lstStyle/>
          <a:p>
            <a:pPr lvl="0" algn="ctr"/>
            <a:r>
              <a:rPr lang="zh-CN" altLang="en-US" sz="1400" dirty="0">
                <a:latin typeface="Microsoft YaHei UI" panose="020B0503020204020204" pitchFamily="34" charset="-122"/>
                <a:ea typeface="Microsoft YaHei UI" panose="020B0503020204020204" pitchFamily="34" charset="-122"/>
              </a:rPr>
              <a:t>基础理论学习</a:t>
            </a:r>
            <a:endParaRPr lang="en-US" altLang="zh-CN" sz="1400" dirty="0">
              <a:latin typeface="Microsoft YaHei UI" panose="020B0503020204020204" pitchFamily="34" charset="-122"/>
              <a:ea typeface="Microsoft YaHei UI" panose="020B0503020204020204" pitchFamily="34" charset="-122"/>
            </a:endParaRPr>
          </a:p>
          <a:p>
            <a:pPr lvl="0" algn="ctr"/>
            <a:r>
              <a:rPr lang="en-US" altLang="zh-CN" sz="1400" dirty="0" err="1">
                <a:latin typeface="Microsoft YaHei UI" panose="020B0503020204020204" pitchFamily="34" charset="-122"/>
                <a:ea typeface="Microsoft YaHei UI" panose="020B0503020204020204" pitchFamily="34" charset="-122"/>
              </a:rPr>
              <a:t>linux</a:t>
            </a:r>
            <a:r>
              <a:rPr lang="zh-CN" altLang="en-US" sz="1400" dirty="0">
                <a:latin typeface="Microsoft YaHei UI" panose="020B0503020204020204" pitchFamily="34" charset="-122"/>
                <a:ea typeface="Microsoft YaHei UI" panose="020B0503020204020204" pitchFamily="34" charset="-122"/>
              </a:rPr>
              <a:t>基础学习</a:t>
            </a:r>
          </a:p>
          <a:p>
            <a:pPr lvl="0" algn="ctr"/>
            <a:r>
              <a:rPr lang="en-US" altLang="zh-CN" sz="1400" dirty="0">
                <a:latin typeface="Microsoft YaHei UI" panose="020B0503020204020204" pitchFamily="34" charset="-122"/>
                <a:ea typeface="Microsoft YaHei UI" panose="020B0503020204020204" pitchFamily="34" charset="-122"/>
              </a:rPr>
              <a:t>PCL</a:t>
            </a:r>
            <a:r>
              <a:rPr lang="zh-CN" altLang="en-US" sz="1400" dirty="0">
                <a:latin typeface="Microsoft YaHei UI" panose="020B0503020204020204" pitchFamily="34" charset="-122"/>
                <a:ea typeface="Microsoft YaHei UI" panose="020B0503020204020204" pitchFamily="34" charset="-122"/>
              </a:rPr>
              <a:t>理论</a:t>
            </a:r>
            <a:r>
              <a:rPr lang="zh-CN" altLang="en-US" sz="1400" dirty="0" smtClean="0">
                <a:latin typeface="Microsoft YaHei UI" panose="020B0503020204020204" pitchFamily="34" charset="-122"/>
                <a:ea typeface="Microsoft YaHei UI" panose="020B0503020204020204" pitchFamily="34" charset="-122"/>
              </a:rPr>
              <a:t>学习</a:t>
            </a:r>
            <a:endParaRPr lang="en-US" altLang="zh-CN" sz="1400" dirty="0" smtClean="0">
              <a:latin typeface="Microsoft YaHei UI" panose="020B0503020204020204" pitchFamily="34" charset="-122"/>
              <a:ea typeface="Microsoft YaHei UI" panose="020B0503020204020204" pitchFamily="34" charset="-122"/>
            </a:endParaRPr>
          </a:p>
          <a:p>
            <a:pPr lvl="0" algn="ctr"/>
            <a:r>
              <a:rPr lang="zh-CN" altLang="en-US" sz="1400" dirty="0" smtClean="0">
                <a:latin typeface="Microsoft YaHei UI" panose="020B0503020204020204" pitchFamily="34" charset="-122"/>
                <a:ea typeface="Microsoft YaHei UI" panose="020B0503020204020204" pitchFamily="34" charset="-122"/>
              </a:rPr>
              <a:t>新人演戏开发</a:t>
            </a:r>
            <a:endParaRPr lang="en-US" altLang="zh-CN" sz="1400" dirty="0">
              <a:latin typeface="Microsoft YaHei UI" panose="020B0503020204020204" pitchFamily="34" charset="-122"/>
              <a:ea typeface="Microsoft YaHei UI" panose="020B0503020204020204" pitchFamily="34" charset="-122"/>
            </a:endParaRPr>
          </a:p>
        </p:txBody>
      </p:sp>
      <p:sp>
        <p:nvSpPr>
          <p:cNvPr id="43" name="テキスト ボックス 42"/>
          <p:cNvSpPr txBox="1"/>
          <p:nvPr/>
        </p:nvSpPr>
        <p:spPr>
          <a:xfrm>
            <a:off x="2699792" y="2497239"/>
            <a:ext cx="1368152" cy="1015663"/>
          </a:xfrm>
          <a:prstGeom prst="rect">
            <a:avLst/>
          </a:prstGeom>
          <a:noFill/>
        </p:spPr>
        <p:txBody>
          <a:bodyPr wrap="square" rtlCol="0">
            <a:spAutoFit/>
          </a:bodyPr>
          <a:lstStyle/>
          <a:p>
            <a:pPr lvl="0" algn="ctr"/>
            <a:r>
              <a:rPr lang="zh-CN" altLang="en-US" sz="1400" dirty="0">
                <a:latin typeface="Microsoft YaHei UI" panose="020B0503020204020204" pitchFamily="34" charset="-122"/>
                <a:ea typeface="Microsoft YaHei UI" panose="020B0503020204020204" pitchFamily="34" charset="-122"/>
              </a:rPr>
              <a:t>作业学习</a:t>
            </a:r>
            <a:endParaRPr lang="en-US" altLang="zh-CN" sz="1400" dirty="0">
              <a:latin typeface="Microsoft YaHei UI" panose="020B0503020204020204" pitchFamily="34" charset="-122"/>
              <a:ea typeface="Microsoft YaHei UI" panose="020B0503020204020204" pitchFamily="34" charset="-122"/>
            </a:endParaRPr>
          </a:p>
          <a:p>
            <a:pPr lvl="0" algn="ctr"/>
            <a:r>
              <a:rPr lang="en-US" altLang="zh-CN" sz="1400" dirty="0">
                <a:latin typeface="Microsoft YaHei UI" panose="020B0503020204020204" pitchFamily="34" charset="-122"/>
                <a:ea typeface="Microsoft YaHei UI" panose="020B0503020204020204" pitchFamily="34" charset="-122"/>
              </a:rPr>
              <a:t>SF</a:t>
            </a:r>
            <a:r>
              <a:rPr lang="zh-CN" altLang="en-US" sz="1400" dirty="0">
                <a:latin typeface="Microsoft YaHei UI" panose="020B0503020204020204" pitchFamily="34" charset="-122"/>
                <a:ea typeface="Microsoft YaHei UI" panose="020B0503020204020204" pitchFamily="34" charset="-122"/>
              </a:rPr>
              <a:t>各阶段作业学习</a:t>
            </a:r>
          </a:p>
          <a:p>
            <a:endParaRPr lang="zh-CN" altLang="en-US" dirty="0"/>
          </a:p>
        </p:txBody>
      </p:sp>
      <p:sp>
        <p:nvSpPr>
          <p:cNvPr id="44" name="テキスト ボックス 43"/>
          <p:cNvSpPr txBox="1"/>
          <p:nvPr/>
        </p:nvSpPr>
        <p:spPr>
          <a:xfrm>
            <a:off x="4850579" y="2497239"/>
            <a:ext cx="1368934" cy="1600438"/>
          </a:xfrm>
          <a:prstGeom prst="rect">
            <a:avLst/>
          </a:prstGeom>
          <a:noFill/>
        </p:spPr>
        <p:txBody>
          <a:bodyPr wrap="square" rtlCol="0">
            <a:spAutoFit/>
          </a:bodyPr>
          <a:lstStyle/>
          <a:p>
            <a:pPr lvl="0"/>
            <a:r>
              <a:rPr lang="zh-CN" altLang="en-US" sz="1400" dirty="0">
                <a:latin typeface="Microsoft YaHei UI" panose="020B0503020204020204" pitchFamily="34" charset="-122"/>
                <a:ea typeface="Microsoft YaHei UI" panose="020B0503020204020204" pitchFamily="34" charset="-122"/>
              </a:rPr>
              <a:t>作业实施</a:t>
            </a:r>
            <a:endParaRPr lang="en-US" altLang="zh-CN" sz="1400" dirty="0">
              <a:latin typeface="Microsoft YaHei UI" panose="020B0503020204020204" pitchFamily="34" charset="-122"/>
              <a:ea typeface="Microsoft YaHei UI" panose="020B0503020204020204" pitchFamily="34" charset="-122"/>
            </a:endParaRPr>
          </a:p>
          <a:p>
            <a:pPr lvl="0"/>
            <a:r>
              <a:rPr lang="en-US" altLang="zh-CN" sz="1400" dirty="0">
                <a:latin typeface="Microsoft YaHei UI" panose="020B0503020204020204" pitchFamily="34" charset="-122"/>
                <a:ea typeface="Microsoft YaHei UI" panose="020B0503020204020204" pitchFamily="34" charset="-122"/>
              </a:rPr>
              <a:t>SF44</a:t>
            </a: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45</a:t>
            </a:r>
            <a:r>
              <a:rPr lang="zh-CN" altLang="en-US" sz="1400" dirty="0">
                <a:latin typeface="Microsoft YaHei UI" panose="020B0503020204020204" pitchFamily="34" charset="-122"/>
                <a:ea typeface="Microsoft YaHei UI" panose="020B0503020204020204" pitchFamily="34" charset="-122"/>
              </a:rPr>
              <a:t>回目</a:t>
            </a:r>
            <a:r>
              <a:rPr lang="en-US" altLang="zh-CN" sz="1400" dirty="0">
                <a:latin typeface="Microsoft YaHei UI" panose="020B0503020204020204" pitchFamily="34" charset="-122"/>
                <a:ea typeface="Microsoft YaHei UI" panose="020B0503020204020204" pitchFamily="34" charset="-122"/>
              </a:rPr>
              <a:t>SD</a:t>
            </a: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PG</a:t>
            </a: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PM</a:t>
            </a: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RT</a:t>
            </a: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PT</a:t>
            </a:r>
            <a:r>
              <a:rPr lang="zh-CN" altLang="en-US" sz="1400" dirty="0">
                <a:latin typeface="Microsoft YaHei UI" panose="020B0503020204020204" pitchFamily="34" charset="-122"/>
                <a:ea typeface="Microsoft YaHei UI" panose="020B0503020204020204" pitchFamily="34" charset="-122"/>
              </a:rPr>
              <a:t>作业</a:t>
            </a:r>
            <a:r>
              <a:rPr lang="zh-CN" altLang="en-US" sz="1400" dirty="0" smtClean="0">
                <a:latin typeface="Microsoft YaHei UI" panose="020B0503020204020204" pitchFamily="34" charset="-122"/>
                <a:ea typeface="Microsoft YaHei UI" panose="020B0503020204020204" pitchFamily="34" charset="-122"/>
              </a:rPr>
              <a:t>实施、</a:t>
            </a:r>
            <a:r>
              <a:rPr lang="en-US" altLang="zh-CN" sz="1400" dirty="0" smtClean="0">
                <a:latin typeface="Microsoft YaHei UI" panose="020B0503020204020204" pitchFamily="34" charset="-122"/>
                <a:ea typeface="Microsoft YaHei UI" panose="020B0503020204020204" pitchFamily="34" charset="-122"/>
              </a:rPr>
              <a:t>RMS38</a:t>
            </a:r>
            <a:r>
              <a:rPr lang="zh-CN" altLang="en-US" sz="1400" dirty="0">
                <a:latin typeface="Microsoft YaHei UI" panose="020B0503020204020204" pitchFamily="34" charset="-122"/>
                <a:ea typeface="Microsoft YaHei UI" panose="020B0503020204020204" pitchFamily="34" charset="-122"/>
              </a:rPr>
              <a:t>回目</a:t>
            </a:r>
            <a:r>
              <a:rPr lang="en-US" altLang="zh-CN" sz="1400" dirty="0">
                <a:latin typeface="Microsoft YaHei UI" panose="020B0503020204020204" pitchFamily="34" charset="-122"/>
                <a:ea typeface="Microsoft YaHei UI" panose="020B0503020204020204" pitchFamily="34" charset="-122"/>
              </a:rPr>
              <a:t>RT</a:t>
            </a:r>
            <a:r>
              <a:rPr lang="zh-CN" altLang="en-US" sz="1400" dirty="0">
                <a:latin typeface="Microsoft YaHei UI" panose="020B0503020204020204" pitchFamily="34" charset="-122"/>
                <a:ea typeface="Microsoft YaHei UI" panose="020B0503020204020204" pitchFamily="34" charset="-122"/>
              </a:rPr>
              <a:t>测试</a:t>
            </a:r>
          </a:p>
          <a:p>
            <a:endParaRPr lang="zh-CN" altLang="en-US" sz="1400" dirty="0"/>
          </a:p>
        </p:txBody>
      </p:sp>
      <p:sp>
        <p:nvSpPr>
          <p:cNvPr id="45" name="テキスト ボックス 44"/>
          <p:cNvSpPr txBox="1"/>
          <p:nvPr/>
        </p:nvSpPr>
        <p:spPr>
          <a:xfrm>
            <a:off x="7251128" y="2497239"/>
            <a:ext cx="1396723" cy="1384995"/>
          </a:xfrm>
          <a:prstGeom prst="rect">
            <a:avLst/>
          </a:prstGeom>
          <a:noFill/>
        </p:spPr>
        <p:txBody>
          <a:bodyPr wrap="square" rtlCol="0">
            <a:spAutoFit/>
          </a:bodyPr>
          <a:lstStyle/>
          <a:p>
            <a:r>
              <a:rPr lang="zh-CN" altLang="en-US" sz="1400" dirty="0">
                <a:latin typeface="Microsoft YaHei UI" panose="020B0503020204020204" pitchFamily="34" charset="-122"/>
                <a:ea typeface="Microsoft YaHei UI" panose="020B0503020204020204" pitchFamily="34" charset="-122"/>
              </a:rPr>
              <a:t>脚本学习</a:t>
            </a:r>
            <a:r>
              <a:rPr lang="en-US" altLang="zh-CN" sz="1400" dirty="0" err="1">
                <a:latin typeface="Microsoft YaHei UI" panose="020B0503020204020204" pitchFamily="34" charset="-122"/>
                <a:ea typeface="Microsoft YaHei UI" panose="020B0503020204020204" pitchFamily="34" charset="-122"/>
              </a:rPr>
              <a:t>updatesite</a:t>
            </a:r>
            <a:r>
              <a:rPr lang="zh-CN" altLang="en-US" sz="1400" dirty="0">
                <a:latin typeface="Microsoft YaHei UI" panose="020B0503020204020204" pitchFamily="34" charset="-122"/>
                <a:ea typeface="Microsoft YaHei UI" panose="020B0503020204020204" pitchFamily="34" charset="-122"/>
              </a:rPr>
              <a:t>、</a:t>
            </a:r>
            <a:r>
              <a:rPr lang="en-US" altLang="zh-CN" sz="1400" dirty="0" err="1">
                <a:latin typeface="Microsoft YaHei UI" panose="020B0503020204020204" pitchFamily="34" charset="-122"/>
                <a:ea typeface="Microsoft YaHei UI" panose="020B0503020204020204" pitchFamily="34" charset="-122"/>
              </a:rPr>
              <a:t>opc</a:t>
            </a: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RT</a:t>
            </a:r>
            <a:r>
              <a:rPr lang="zh-CN" altLang="en-US" sz="1400" dirty="0">
                <a:latin typeface="Microsoft YaHei UI" panose="020B0503020204020204" pitchFamily="34" charset="-122"/>
                <a:ea typeface="Microsoft YaHei UI" panose="020B0503020204020204" pitchFamily="34" charset="-122"/>
              </a:rPr>
              <a:t>阶段共同脚本</a:t>
            </a:r>
            <a:r>
              <a:rPr lang="zh-CN" altLang="en-US" sz="1400" dirty="0" smtClean="0">
                <a:latin typeface="Microsoft YaHei UI" panose="020B0503020204020204" pitchFamily="34" charset="-122"/>
                <a:ea typeface="Microsoft YaHei UI" panose="020B0503020204020204" pitchFamily="34" charset="-122"/>
              </a:rPr>
              <a:t>理解并</a:t>
            </a:r>
            <a:r>
              <a:rPr lang="zh-CN" altLang="en-US" sz="1400" dirty="0">
                <a:latin typeface="Microsoft YaHei UI" panose="020B0503020204020204" pitchFamily="34" charset="-122"/>
                <a:ea typeface="Microsoft YaHei UI" panose="020B0503020204020204" pitchFamily="34" charset="-122"/>
              </a:rPr>
              <a:t>绘制流程图</a:t>
            </a:r>
          </a:p>
          <a:p>
            <a:endParaRPr lang="zh-CN" altLang="en-US" sz="1400" dirty="0"/>
          </a:p>
        </p:txBody>
      </p:sp>
      <p:graphicFrame>
        <p:nvGraphicFramePr>
          <p:cNvPr id="46" name="グラフ 45"/>
          <p:cNvGraphicFramePr/>
          <p:nvPr>
            <p:extLst>
              <p:ext uri="{D42A27DB-BD31-4B8C-83A1-F6EECF244321}">
                <p14:modId xmlns:p14="http://schemas.microsoft.com/office/powerpoint/2010/main" val="3172036843"/>
              </p:ext>
            </p:extLst>
          </p:nvPr>
        </p:nvGraphicFramePr>
        <p:xfrm>
          <a:off x="446413" y="4540974"/>
          <a:ext cx="3109869" cy="18360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7" name="グラフ 46"/>
          <p:cNvGraphicFramePr/>
          <p:nvPr>
            <p:extLst>
              <p:ext uri="{D42A27DB-BD31-4B8C-83A1-F6EECF244321}">
                <p14:modId xmlns:p14="http://schemas.microsoft.com/office/powerpoint/2010/main" val="854926959"/>
              </p:ext>
            </p:extLst>
          </p:nvPr>
        </p:nvGraphicFramePr>
        <p:xfrm>
          <a:off x="3541465" y="4507005"/>
          <a:ext cx="2317793" cy="1813568"/>
        </p:xfrm>
        <a:graphic>
          <a:graphicData uri="http://schemas.openxmlformats.org/drawingml/2006/chart">
            <c:chart xmlns:c="http://schemas.openxmlformats.org/drawingml/2006/chart" xmlns:r="http://schemas.openxmlformats.org/officeDocument/2006/relationships" r:id="rId4"/>
          </a:graphicData>
        </a:graphic>
      </p:graphicFrame>
      <p:grpSp>
        <p:nvGrpSpPr>
          <p:cNvPr id="48" name="组合 114"/>
          <p:cNvGrpSpPr/>
          <p:nvPr/>
        </p:nvGrpSpPr>
        <p:grpSpPr>
          <a:xfrm>
            <a:off x="6011382" y="4869267"/>
            <a:ext cx="2916796" cy="1489093"/>
            <a:chOff x="3858" y="4115"/>
            <a:chExt cx="10478" cy="4147"/>
          </a:xfrm>
        </p:grpSpPr>
        <p:grpSp>
          <p:nvGrpSpPr>
            <p:cNvPr id="49" name="组合 119"/>
            <p:cNvGrpSpPr/>
            <p:nvPr/>
          </p:nvGrpSpPr>
          <p:grpSpPr>
            <a:xfrm>
              <a:off x="4148" y="4627"/>
              <a:ext cx="1539" cy="2658"/>
              <a:chOff x="9154" y="4627"/>
              <a:chExt cx="1539" cy="2658"/>
            </a:xfrm>
          </p:grpSpPr>
          <p:sp>
            <p:nvSpPr>
              <p:cNvPr id="67" name="矩形 140"/>
              <p:cNvSpPr/>
              <p:nvPr/>
            </p:nvSpPr>
            <p:spPr>
              <a:xfrm>
                <a:off x="9154" y="4627"/>
                <a:ext cx="1539" cy="1957"/>
              </a:xfrm>
              <a:prstGeom prst="rect">
                <a:avLst/>
              </a:prstGeom>
              <a:solidFill>
                <a:srgbClr val="66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141"/>
              <p:cNvSpPr/>
              <p:nvPr/>
            </p:nvSpPr>
            <p:spPr>
              <a:xfrm>
                <a:off x="9154" y="6017"/>
                <a:ext cx="1539" cy="1268"/>
              </a:xfrm>
              <a:prstGeom prst="ellipse">
                <a:avLst/>
              </a:prstGeom>
              <a:solidFill>
                <a:srgbClr val="6699FF"/>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pSp>
        <p:grpSp>
          <p:nvGrpSpPr>
            <p:cNvPr id="50" name="组合 120"/>
            <p:cNvGrpSpPr/>
            <p:nvPr/>
          </p:nvGrpSpPr>
          <p:grpSpPr>
            <a:xfrm>
              <a:off x="6503" y="4315"/>
              <a:ext cx="1621" cy="2995"/>
              <a:chOff x="8650" y="4315"/>
              <a:chExt cx="1621" cy="2995"/>
            </a:xfrm>
          </p:grpSpPr>
          <p:sp>
            <p:nvSpPr>
              <p:cNvPr id="65" name="矩形 137"/>
              <p:cNvSpPr/>
              <p:nvPr/>
            </p:nvSpPr>
            <p:spPr>
              <a:xfrm>
                <a:off x="8732" y="4315"/>
                <a:ext cx="1539" cy="2258"/>
              </a:xfrm>
              <a:prstGeom prst="rect">
                <a:avLst/>
              </a:prstGeom>
              <a:solidFill>
                <a:srgbClr val="66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138"/>
              <p:cNvSpPr/>
              <p:nvPr/>
            </p:nvSpPr>
            <p:spPr>
              <a:xfrm>
                <a:off x="8650" y="6042"/>
                <a:ext cx="1596" cy="1268"/>
              </a:xfrm>
              <a:prstGeom prst="ellipse">
                <a:avLst/>
              </a:prstGeom>
              <a:solidFill>
                <a:srgbClr val="6699FF"/>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pSp>
        <p:grpSp>
          <p:nvGrpSpPr>
            <p:cNvPr id="51" name="组合 121"/>
            <p:cNvGrpSpPr/>
            <p:nvPr/>
          </p:nvGrpSpPr>
          <p:grpSpPr>
            <a:xfrm>
              <a:off x="9301" y="4315"/>
              <a:ext cx="1567" cy="2960"/>
              <a:chOff x="8576" y="4315"/>
              <a:chExt cx="1567" cy="2960"/>
            </a:xfrm>
          </p:grpSpPr>
          <p:sp>
            <p:nvSpPr>
              <p:cNvPr id="63" name="矩形 134"/>
              <p:cNvSpPr/>
              <p:nvPr/>
            </p:nvSpPr>
            <p:spPr>
              <a:xfrm>
                <a:off x="8576" y="4315"/>
                <a:ext cx="1567" cy="2276"/>
              </a:xfrm>
              <a:prstGeom prst="rect">
                <a:avLst/>
              </a:prstGeom>
              <a:solidFill>
                <a:srgbClr val="66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135"/>
              <p:cNvSpPr/>
              <p:nvPr/>
            </p:nvSpPr>
            <p:spPr>
              <a:xfrm>
                <a:off x="8611" y="6007"/>
                <a:ext cx="1532" cy="1268"/>
              </a:xfrm>
              <a:prstGeom prst="ellipse">
                <a:avLst/>
              </a:prstGeom>
              <a:solidFill>
                <a:srgbClr val="6699FF"/>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pSp>
        <p:grpSp>
          <p:nvGrpSpPr>
            <p:cNvPr id="52" name="组合 122"/>
            <p:cNvGrpSpPr/>
            <p:nvPr/>
          </p:nvGrpSpPr>
          <p:grpSpPr>
            <a:xfrm>
              <a:off x="12220" y="4115"/>
              <a:ext cx="1440" cy="3219"/>
              <a:chOff x="8608" y="4115"/>
              <a:chExt cx="1440" cy="3219"/>
            </a:xfrm>
            <a:solidFill>
              <a:schemeClr val="tx1">
                <a:lumMod val="50000"/>
                <a:lumOff val="50000"/>
              </a:schemeClr>
            </a:solidFill>
          </p:grpSpPr>
          <p:sp>
            <p:nvSpPr>
              <p:cNvPr id="61" name="矩形 131"/>
              <p:cNvSpPr/>
              <p:nvPr/>
            </p:nvSpPr>
            <p:spPr>
              <a:xfrm>
                <a:off x="8637" y="4115"/>
                <a:ext cx="1411" cy="2476"/>
              </a:xfrm>
              <a:prstGeom prst="rect">
                <a:avLst/>
              </a:prstGeom>
              <a:solidFill>
                <a:srgbClr val="66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132"/>
              <p:cNvSpPr/>
              <p:nvPr/>
            </p:nvSpPr>
            <p:spPr>
              <a:xfrm>
                <a:off x="8608" y="6066"/>
                <a:ext cx="1440" cy="1268"/>
              </a:xfrm>
              <a:prstGeom prst="ellipse">
                <a:avLst/>
              </a:prstGeom>
              <a:solidFill>
                <a:srgbClr val="6699FF"/>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pSp>
        <p:sp>
          <p:nvSpPr>
            <p:cNvPr id="53" name="TextBox 1"/>
            <p:cNvSpPr txBox="1"/>
            <p:nvPr/>
          </p:nvSpPr>
          <p:spPr>
            <a:xfrm>
              <a:off x="3858" y="7535"/>
              <a:ext cx="1994" cy="727"/>
            </a:xfrm>
            <a:prstGeom prst="rect">
              <a:avLst/>
            </a:prstGeom>
            <a:noFill/>
          </p:spPr>
          <p:txBody>
            <a:bodyPr wrap="square" lIns="0" tIns="0" rIns="0" rtlCol="0">
              <a:spAutoFit/>
            </a:bodyPr>
            <a:lstStyle/>
            <a:p>
              <a:r>
                <a:rPr lang="zh-CN" sz="1400" dirty="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rPr>
                <a:t>开发能力</a:t>
              </a:r>
            </a:p>
          </p:txBody>
        </p:sp>
        <p:sp>
          <p:nvSpPr>
            <p:cNvPr id="54" name="Freeform 178"/>
            <p:cNvSpPr>
              <a:spLocks noEditPoints="1"/>
            </p:cNvSpPr>
            <p:nvPr/>
          </p:nvSpPr>
          <p:spPr bwMode="auto">
            <a:xfrm>
              <a:off x="4629" y="6380"/>
              <a:ext cx="542" cy="542"/>
            </a:xfrm>
            <a:custGeom>
              <a:avLst/>
              <a:gdLst>
                <a:gd name="T0" fmla="*/ 61 w 71"/>
                <a:gd name="T1" fmla="*/ 11 h 71"/>
                <a:gd name="T2" fmla="*/ 61 w 71"/>
                <a:gd name="T3" fmla="*/ 61 h 71"/>
                <a:gd name="T4" fmla="*/ 36 w 71"/>
                <a:gd name="T5" fmla="*/ 71 h 71"/>
                <a:gd name="T6" fmla="*/ 0 w 71"/>
                <a:gd name="T7" fmla="*/ 36 h 71"/>
                <a:gd name="T8" fmla="*/ 11 w 71"/>
                <a:gd name="T9" fmla="*/ 10 h 71"/>
                <a:gd name="T10" fmla="*/ 31 w 71"/>
                <a:gd name="T11" fmla="*/ 6 h 71"/>
                <a:gd name="T12" fmla="*/ 30 w 71"/>
                <a:gd name="T13" fmla="*/ 8 h 71"/>
                <a:gd name="T14" fmla="*/ 22 w 71"/>
                <a:gd name="T15" fmla="*/ 22 h 71"/>
                <a:gd name="T16" fmla="*/ 27 w 71"/>
                <a:gd name="T17" fmla="*/ 23 h 71"/>
                <a:gd name="T18" fmla="*/ 37 w 71"/>
                <a:gd name="T19" fmla="*/ 28 h 71"/>
                <a:gd name="T20" fmla="*/ 38 w 71"/>
                <a:gd name="T21" fmla="*/ 33 h 71"/>
                <a:gd name="T22" fmla="*/ 33 w 71"/>
                <a:gd name="T23" fmla="*/ 44 h 71"/>
                <a:gd name="T24" fmla="*/ 33 w 71"/>
                <a:gd name="T25" fmla="*/ 51 h 71"/>
                <a:gd name="T26" fmla="*/ 33 w 71"/>
                <a:gd name="T27" fmla="*/ 56 h 71"/>
                <a:gd name="T28" fmla="*/ 17 w 71"/>
                <a:gd name="T29" fmla="*/ 47 h 71"/>
                <a:gd name="T30" fmla="*/ 9 w 71"/>
                <a:gd name="T31" fmla="*/ 38 h 71"/>
                <a:gd name="T32" fmla="*/ 10 w 71"/>
                <a:gd name="T33" fmla="*/ 30 h 71"/>
                <a:gd name="T34" fmla="*/ 6 w 71"/>
                <a:gd name="T35" fmla="*/ 31 h 71"/>
                <a:gd name="T36" fmla="*/ 14 w 71"/>
                <a:gd name="T37" fmla="*/ 57 h 71"/>
                <a:gd name="T38" fmla="*/ 26 w 71"/>
                <a:gd name="T39" fmla="*/ 64 h 71"/>
                <a:gd name="T40" fmla="*/ 50 w 71"/>
                <a:gd name="T41" fmla="*/ 62 h 71"/>
                <a:gd name="T42" fmla="*/ 57 w 71"/>
                <a:gd name="T43" fmla="*/ 57 h 71"/>
                <a:gd name="T44" fmla="*/ 57 w 71"/>
                <a:gd name="T45" fmla="*/ 54 h 71"/>
                <a:gd name="T46" fmla="*/ 53 w 71"/>
                <a:gd name="T47" fmla="*/ 54 h 71"/>
                <a:gd name="T48" fmla="*/ 53 w 71"/>
                <a:gd name="T49" fmla="*/ 43 h 71"/>
                <a:gd name="T50" fmla="*/ 48 w 71"/>
                <a:gd name="T51" fmla="*/ 32 h 71"/>
                <a:gd name="T52" fmla="*/ 45 w 71"/>
                <a:gd name="T53" fmla="*/ 18 h 71"/>
                <a:gd name="T54" fmla="*/ 40 w 71"/>
                <a:gd name="T55" fmla="*/ 14 h 71"/>
                <a:gd name="T56" fmla="*/ 40 w 71"/>
                <a:gd name="T57" fmla="*/ 14 h 71"/>
                <a:gd name="T58" fmla="*/ 40 w 71"/>
                <a:gd name="T59" fmla="*/ 12 h 71"/>
                <a:gd name="T60" fmla="*/ 36 w 71"/>
                <a:gd name="T61" fmla="*/ 6 h 71"/>
                <a:gd name="T62" fmla="*/ 7 w 71"/>
                <a:gd name="T63" fmla="*/ 28 h 71"/>
                <a:gd name="T64" fmla="*/ 7 w 71"/>
                <a:gd name="T65" fmla="*/ 27 h 71"/>
                <a:gd name="T66" fmla="*/ 13 w 71"/>
                <a:gd name="T67" fmla="*/ 32 h 71"/>
                <a:gd name="T68" fmla="*/ 16 w 71"/>
                <a:gd name="T69" fmla="*/ 42 h 71"/>
                <a:gd name="T70" fmla="*/ 25 w 71"/>
                <a:gd name="T71" fmla="*/ 53 h 71"/>
                <a:gd name="T72" fmla="*/ 30 w 71"/>
                <a:gd name="T73" fmla="*/ 51 h 71"/>
                <a:gd name="T74" fmla="*/ 29 w 71"/>
                <a:gd name="T75" fmla="*/ 45 h 71"/>
                <a:gd name="T76" fmla="*/ 35 w 71"/>
                <a:gd name="T77" fmla="*/ 32 h 71"/>
                <a:gd name="T78" fmla="*/ 35 w 71"/>
                <a:gd name="T79" fmla="*/ 30 h 71"/>
                <a:gd name="T80" fmla="*/ 27 w 71"/>
                <a:gd name="T81" fmla="*/ 26 h 71"/>
                <a:gd name="T82" fmla="*/ 18 w 71"/>
                <a:gd name="T83" fmla="*/ 22 h 71"/>
                <a:gd name="T84" fmla="*/ 27 w 71"/>
                <a:gd name="T85" fmla="*/ 7 h 71"/>
                <a:gd name="T86" fmla="*/ 15 w 71"/>
                <a:gd name="T87" fmla="*/ 14 h 71"/>
                <a:gd name="T88" fmla="*/ 7 w 71"/>
                <a:gd name="T89" fmla="*/ 28 h 71"/>
                <a:gd name="T90" fmla="*/ 45 w 71"/>
                <a:gd name="T91" fmla="*/ 64 h 71"/>
                <a:gd name="T92" fmla="*/ 32 w 71"/>
                <a:gd name="T93" fmla="*/ 65 h 71"/>
                <a:gd name="T94" fmla="*/ 45 w 71"/>
                <a:gd name="T95" fmla="*/ 64 h 71"/>
                <a:gd name="T96" fmla="*/ 65 w 71"/>
                <a:gd name="T97" fmla="*/ 42 h 71"/>
                <a:gd name="T98" fmla="*/ 66 w 71"/>
                <a:gd name="T99" fmla="*/ 36 h 71"/>
                <a:gd name="T100" fmla="*/ 57 w 71"/>
                <a:gd name="T101" fmla="*/ 14 h 71"/>
                <a:gd name="T102" fmla="*/ 43 w 71"/>
                <a:gd name="T103" fmla="*/ 12 h 71"/>
                <a:gd name="T104" fmla="*/ 43 w 71"/>
                <a:gd name="T105" fmla="*/ 13 h 71"/>
                <a:gd name="T106" fmla="*/ 50 w 71"/>
                <a:gd name="T107" fmla="*/ 16 h 71"/>
                <a:gd name="T108" fmla="*/ 46 w 71"/>
                <a:gd name="T109" fmla="*/ 26 h 71"/>
                <a:gd name="T110" fmla="*/ 52 w 71"/>
                <a:gd name="T111" fmla="*/ 30 h 71"/>
                <a:gd name="T112" fmla="*/ 55 w 71"/>
                <a:gd name="T113" fmla="*/ 51 h 71"/>
                <a:gd name="T114" fmla="*/ 59 w 71"/>
                <a:gd name="T115" fmla="*/ 49 h 71"/>
                <a:gd name="T116" fmla="*/ 47 w 71"/>
                <a:gd name="T117" fmla="*/ 17 h 71"/>
                <a:gd name="T118" fmla="*/ 47 w 71"/>
                <a:gd name="T119" fmla="*/ 16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 h="71">
                  <a:moveTo>
                    <a:pt x="36" y="0"/>
                  </a:moveTo>
                  <a:cubicBezTo>
                    <a:pt x="45" y="0"/>
                    <a:pt x="54" y="4"/>
                    <a:pt x="61" y="11"/>
                  </a:cubicBezTo>
                  <a:cubicBezTo>
                    <a:pt x="67" y="17"/>
                    <a:pt x="71" y="26"/>
                    <a:pt x="71" y="36"/>
                  </a:cubicBezTo>
                  <a:cubicBezTo>
                    <a:pt x="71" y="45"/>
                    <a:pt x="67" y="54"/>
                    <a:pt x="61" y="61"/>
                  </a:cubicBezTo>
                  <a:cubicBezTo>
                    <a:pt x="61" y="61"/>
                    <a:pt x="61" y="61"/>
                    <a:pt x="61" y="61"/>
                  </a:cubicBezTo>
                  <a:cubicBezTo>
                    <a:pt x="54" y="67"/>
                    <a:pt x="45" y="71"/>
                    <a:pt x="36" y="71"/>
                  </a:cubicBezTo>
                  <a:cubicBezTo>
                    <a:pt x="26" y="71"/>
                    <a:pt x="17" y="67"/>
                    <a:pt x="11" y="61"/>
                  </a:cubicBezTo>
                  <a:cubicBezTo>
                    <a:pt x="4" y="54"/>
                    <a:pt x="0" y="45"/>
                    <a:pt x="0" y="36"/>
                  </a:cubicBezTo>
                  <a:cubicBezTo>
                    <a:pt x="0" y="26"/>
                    <a:pt x="4" y="17"/>
                    <a:pt x="11" y="11"/>
                  </a:cubicBezTo>
                  <a:cubicBezTo>
                    <a:pt x="11" y="10"/>
                    <a:pt x="11" y="10"/>
                    <a:pt x="11" y="10"/>
                  </a:cubicBezTo>
                  <a:cubicBezTo>
                    <a:pt x="17" y="4"/>
                    <a:pt x="26" y="0"/>
                    <a:pt x="36" y="0"/>
                  </a:cubicBezTo>
                  <a:close/>
                  <a:moveTo>
                    <a:pt x="31" y="6"/>
                  </a:moveTo>
                  <a:cubicBezTo>
                    <a:pt x="31" y="6"/>
                    <a:pt x="31" y="6"/>
                    <a:pt x="31" y="6"/>
                  </a:cubicBezTo>
                  <a:cubicBezTo>
                    <a:pt x="31" y="7"/>
                    <a:pt x="31" y="7"/>
                    <a:pt x="30" y="8"/>
                  </a:cubicBezTo>
                  <a:cubicBezTo>
                    <a:pt x="30" y="11"/>
                    <a:pt x="29" y="15"/>
                    <a:pt x="27" y="17"/>
                  </a:cubicBezTo>
                  <a:cubicBezTo>
                    <a:pt x="26" y="18"/>
                    <a:pt x="22" y="21"/>
                    <a:pt x="22" y="22"/>
                  </a:cubicBezTo>
                  <a:cubicBezTo>
                    <a:pt x="22" y="23"/>
                    <a:pt x="23" y="23"/>
                    <a:pt x="27" y="23"/>
                  </a:cubicBezTo>
                  <a:cubicBezTo>
                    <a:pt x="27" y="23"/>
                    <a:pt x="27" y="23"/>
                    <a:pt x="27" y="23"/>
                  </a:cubicBezTo>
                  <a:cubicBezTo>
                    <a:pt x="29" y="23"/>
                    <a:pt x="31" y="23"/>
                    <a:pt x="33" y="24"/>
                  </a:cubicBezTo>
                  <a:cubicBezTo>
                    <a:pt x="35" y="25"/>
                    <a:pt x="36" y="26"/>
                    <a:pt x="37" y="28"/>
                  </a:cubicBezTo>
                  <a:cubicBezTo>
                    <a:pt x="38" y="29"/>
                    <a:pt x="39" y="31"/>
                    <a:pt x="38" y="33"/>
                  </a:cubicBezTo>
                  <a:cubicBezTo>
                    <a:pt x="38" y="33"/>
                    <a:pt x="38" y="33"/>
                    <a:pt x="38" y="33"/>
                  </a:cubicBezTo>
                  <a:cubicBezTo>
                    <a:pt x="38" y="34"/>
                    <a:pt x="37" y="36"/>
                    <a:pt x="36" y="37"/>
                  </a:cubicBezTo>
                  <a:cubicBezTo>
                    <a:pt x="32" y="41"/>
                    <a:pt x="32" y="42"/>
                    <a:pt x="33" y="44"/>
                  </a:cubicBezTo>
                  <a:cubicBezTo>
                    <a:pt x="33" y="45"/>
                    <a:pt x="33" y="46"/>
                    <a:pt x="33" y="48"/>
                  </a:cubicBezTo>
                  <a:cubicBezTo>
                    <a:pt x="33" y="49"/>
                    <a:pt x="33" y="50"/>
                    <a:pt x="33" y="51"/>
                  </a:cubicBezTo>
                  <a:cubicBezTo>
                    <a:pt x="33" y="53"/>
                    <a:pt x="33" y="55"/>
                    <a:pt x="33" y="56"/>
                  </a:cubicBezTo>
                  <a:cubicBezTo>
                    <a:pt x="33" y="56"/>
                    <a:pt x="33" y="56"/>
                    <a:pt x="33" y="56"/>
                  </a:cubicBezTo>
                  <a:cubicBezTo>
                    <a:pt x="32" y="64"/>
                    <a:pt x="25" y="58"/>
                    <a:pt x="23" y="56"/>
                  </a:cubicBezTo>
                  <a:cubicBezTo>
                    <a:pt x="20" y="53"/>
                    <a:pt x="18" y="49"/>
                    <a:pt x="17" y="47"/>
                  </a:cubicBezTo>
                  <a:cubicBezTo>
                    <a:pt x="17" y="46"/>
                    <a:pt x="16" y="46"/>
                    <a:pt x="14" y="45"/>
                  </a:cubicBezTo>
                  <a:cubicBezTo>
                    <a:pt x="12" y="44"/>
                    <a:pt x="9" y="43"/>
                    <a:pt x="9" y="38"/>
                  </a:cubicBezTo>
                  <a:cubicBezTo>
                    <a:pt x="9" y="35"/>
                    <a:pt x="9" y="33"/>
                    <a:pt x="10" y="31"/>
                  </a:cubicBezTo>
                  <a:cubicBezTo>
                    <a:pt x="10" y="31"/>
                    <a:pt x="11" y="31"/>
                    <a:pt x="10" y="30"/>
                  </a:cubicBezTo>
                  <a:cubicBezTo>
                    <a:pt x="10" y="30"/>
                    <a:pt x="9" y="30"/>
                    <a:pt x="8" y="31"/>
                  </a:cubicBezTo>
                  <a:cubicBezTo>
                    <a:pt x="7" y="31"/>
                    <a:pt x="7" y="31"/>
                    <a:pt x="6" y="31"/>
                  </a:cubicBezTo>
                  <a:cubicBezTo>
                    <a:pt x="6" y="32"/>
                    <a:pt x="6" y="34"/>
                    <a:pt x="6" y="36"/>
                  </a:cubicBezTo>
                  <a:cubicBezTo>
                    <a:pt x="6" y="44"/>
                    <a:pt x="9" y="51"/>
                    <a:pt x="14" y="57"/>
                  </a:cubicBezTo>
                  <a:cubicBezTo>
                    <a:pt x="14" y="57"/>
                    <a:pt x="14" y="57"/>
                    <a:pt x="14" y="57"/>
                  </a:cubicBezTo>
                  <a:cubicBezTo>
                    <a:pt x="18" y="60"/>
                    <a:pt x="21" y="62"/>
                    <a:pt x="26" y="64"/>
                  </a:cubicBezTo>
                  <a:cubicBezTo>
                    <a:pt x="28" y="63"/>
                    <a:pt x="31" y="62"/>
                    <a:pt x="33" y="62"/>
                  </a:cubicBezTo>
                  <a:cubicBezTo>
                    <a:pt x="39" y="61"/>
                    <a:pt x="44" y="60"/>
                    <a:pt x="50" y="62"/>
                  </a:cubicBezTo>
                  <a:cubicBezTo>
                    <a:pt x="53" y="60"/>
                    <a:pt x="55" y="59"/>
                    <a:pt x="57" y="57"/>
                  </a:cubicBezTo>
                  <a:cubicBezTo>
                    <a:pt x="57" y="57"/>
                    <a:pt x="57" y="57"/>
                    <a:pt x="57" y="57"/>
                  </a:cubicBezTo>
                  <a:cubicBezTo>
                    <a:pt x="58" y="55"/>
                    <a:pt x="60" y="54"/>
                    <a:pt x="61" y="52"/>
                  </a:cubicBezTo>
                  <a:cubicBezTo>
                    <a:pt x="60" y="53"/>
                    <a:pt x="58" y="54"/>
                    <a:pt x="57" y="54"/>
                  </a:cubicBezTo>
                  <a:cubicBezTo>
                    <a:pt x="56" y="55"/>
                    <a:pt x="55" y="55"/>
                    <a:pt x="54" y="54"/>
                  </a:cubicBezTo>
                  <a:cubicBezTo>
                    <a:pt x="53" y="54"/>
                    <a:pt x="53" y="54"/>
                    <a:pt x="53" y="54"/>
                  </a:cubicBezTo>
                  <a:cubicBezTo>
                    <a:pt x="53" y="54"/>
                    <a:pt x="53" y="54"/>
                    <a:pt x="53" y="54"/>
                  </a:cubicBezTo>
                  <a:cubicBezTo>
                    <a:pt x="51" y="51"/>
                    <a:pt x="52" y="47"/>
                    <a:pt x="53" y="43"/>
                  </a:cubicBezTo>
                  <a:cubicBezTo>
                    <a:pt x="54" y="39"/>
                    <a:pt x="56" y="35"/>
                    <a:pt x="51" y="33"/>
                  </a:cubicBezTo>
                  <a:cubicBezTo>
                    <a:pt x="50" y="33"/>
                    <a:pt x="49" y="33"/>
                    <a:pt x="48" y="32"/>
                  </a:cubicBezTo>
                  <a:cubicBezTo>
                    <a:pt x="46" y="31"/>
                    <a:pt x="44" y="30"/>
                    <a:pt x="43" y="28"/>
                  </a:cubicBezTo>
                  <a:cubicBezTo>
                    <a:pt x="41" y="24"/>
                    <a:pt x="43" y="21"/>
                    <a:pt x="45" y="18"/>
                  </a:cubicBezTo>
                  <a:cubicBezTo>
                    <a:pt x="46" y="18"/>
                    <a:pt x="46" y="17"/>
                    <a:pt x="47" y="17"/>
                  </a:cubicBezTo>
                  <a:cubicBezTo>
                    <a:pt x="44" y="17"/>
                    <a:pt x="42" y="17"/>
                    <a:pt x="40" y="14"/>
                  </a:cubicBezTo>
                  <a:cubicBezTo>
                    <a:pt x="40" y="14"/>
                    <a:pt x="40" y="14"/>
                    <a:pt x="40" y="14"/>
                  </a:cubicBezTo>
                  <a:cubicBezTo>
                    <a:pt x="40" y="14"/>
                    <a:pt x="40" y="14"/>
                    <a:pt x="40" y="14"/>
                  </a:cubicBezTo>
                  <a:cubicBezTo>
                    <a:pt x="40" y="13"/>
                    <a:pt x="40" y="13"/>
                    <a:pt x="40" y="12"/>
                  </a:cubicBezTo>
                  <a:cubicBezTo>
                    <a:pt x="40" y="12"/>
                    <a:pt x="40" y="12"/>
                    <a:pt x="40" y="12"/>
                  </a:cubicBezTo>
                  <a:cubicBezTo>
                    <a:pt x="40" y="9"/>
                    <a:pt x="38" y="8"/>
                    <a:pt x="36" y="6"/>
                  </a:cubicBezTo>
                  <a:cubicBezTo>
                    <a:pt x="36" y="6"/>
                    <a:pt x="36" y="6"/>
                    <a:pt x="36" y="6"/>
                  </a:cubicBezTo>
                  <a:cubicBezTo>
                    <a:pt x="34" y="6"/>
                    <a:pt x="32" y="6"/>
                    <a:pt x="31" y="6"/>
                  </a:cubicBezTo>
                  <a:close/>
                  <a:moveTo>
                    <a:pt x="7" y="28"/>
                  </a:moveTo>
                  <a:cubicBezTo>
                    <a:pt x="7" y="28"/>
                    <a:pt x="7" y="28"/>
                    <a:pt x="7" y="28"/>
                  </a:cubicBezTo>
                  <a:cubicBezTo>
                    <a:pt x="7" y="27"/>
                    <a:pt x="7" y="27"/>
                    <a:pt x="7" y="27"/>
                  </a:cubicBezTo>
                  <a:cubicBezTo>
                    <a:pt x="8" y="27"/>
                    <a:pt x="10" y="27"/>
                    <a:pt x="11" y="27"/>
                  </a:cubicBezTo>
                  <a:cubicBezTo>
                    <a:pt x="14" y="28"/>
                    <a:pt x="14" y="30"/>
                    <a:pt x="13" y="32"/>
                  </a:cubicBezTo>
                  <a:cubicBezTo>
                    <a:pt x="12" y="34"/>
                    <a:pt x="12" y="36"/>
                    <a:pt x="12" y="38"/>
                  </a:cubicBezTo>
                  <a:cubicBezTo>
                    <a:pt x="12" y="41"/>
                    <a:pt x="14" y="42"/>
                    <a:pt x="16" y="42"/>
                  </a:cubicBezTo>
                  <a:cubicBezTo>
                    <a:pt x="18" y="43"/>
                    <a:pt x="19" y="44"/>
                    <a:pt x="20" y="46"/>
                  </a:cubicBezTo>
                  <a:cubicBezTo>
                    <a:pt x="20" y="47"/>
                    <a:pt x="23" y="51"/>
                    <a:pt x="25" y="53"/>
                  </a:cubicBezTo>
                  <a:cubicBezTo>
                    <a:pt x="26" y="54"/>
                    <a:pt x="29" y="59"/>
                    <a:pt x="30" y="56"/>
                  </a:cubicBezTo>
                  <a:cubicBezTo>
                    <a:pt x="30" y="54"/>
                    <a:pt x="30" y="52"/>
                    <a:pt x="30" y="51"/>
                  </a:cubicBezTo>
                  <a:cubicBezTo>
                    <a:pt x="30" y="50"/>
                    <a:pt x="30" y="49"/>
                    <a:pt x="30" y="48"/>
                  </a:cubicBezTo>
                  <a:cubicBezTo>
                    <a:pt x="30" y="47"/>
                    <a:pt x="30" y="45"/>
                    <a:pt x="29" y="45"/>
                  </a:cubicBezTo>
                  <a:cubicBezTo>
                    <a:pt x="29" y="41"/>
                    <a:pt x="29" y="40"/>
                    <a:pt x="34" y="35"/>
                  </a:cubicBezTo>
                  <a:cubicBezTo>
                    <a:pt x="35" y="34"/>
                    <a:pt x="35" y="33"/>
                    <a:pt x="35" y="32"/>
                  </a:cubicBezTo>
                  <a:cubicBezTo>
                    <a:pt x="35" y="32"/>
                    <a:pt x="35" y="32"/>
                    <a:pt x="35" y="32"/>
                  </a:cubicBezTo>
                  <a:cubicBezTo>
                    <a:pt x="35" y="31"/>
                    <a:pt x="35" y="31"/>
                    <a:pt x="35" y="30"/>
                  </a:cubicBezTo>
                  <a:cubicBezTo>
                    <a:pt x="34" y="29"/>
                    <a:pt x="33" y="28"/>
                    <a:pt x="32" y="27"/>
                  </a:cubicBezTo>
                  <a:cubicBezTo>
                    <a:pt x="30" y="26"/>
                    <a:pt x="28" y="26"/>
                    <a:pt x="27" y="26"/>
                  </a:cubicBezTo>
                  <a:cubicBezTo>
                    <a:pt x="27" y="26"/>
                    <a:pt x="27" y="26"/>
                    <a:pt x="27" y="26"/>
                  </a:cubicBezTo>
                  <a:cubicBezTo>
                    <a:pt x="20" y="26"/>
                    <a:pt x="19" y="26"/>
                    <a:pt x="18" y="22"/>
                  </a:cubicBezTo>
                  <a:cubicBezTo>
                    <a:pt x="18" y="19"/>
                    <a:pt x="23" y="17"/>
                    <a:pt x="25" y="15"/>
                  </a:cubicBezTo>
                  <a:cubicBezTo>
                    <a:pt x="26" y="14"/>
                    <a:pt x="27" y="10"/>
                    <a:pt x="27" y="7"/>
                  </a:cubicBezTo>
                  <a:cubicBezTo>
                    <a:pt x="27" y="7"/>
                    <a:pt x="27" y="7"/>
                    <a:pt x="27" y="7"/>
                  </a:cubicBezTo>
                  <a:cubicBezTo>
                    <a:pt x="22" y="8"/>
                    <a:pt x="18" y="11"/>
                    <a:pt x="15" y="14"/>
                  </a:cubicBezTo>
                  <a:cubicBezTo>
                    <a:pt x="14" y="14"/>
                    <a:pt x="14" y="14"/>
                    <a:pt x="14" y="14"/>
                  </a:cubicBezTo>
                  <a:cubicBezTo>
                    <a:pt x="11" y="18"/>
                    <a:pt x="8" y="22"/>
                    <a:pt x="7" y="28"/>
                  </a:cubicBezTo>
                  <a:close/>
                  <a:moveTo>
                    <a:pt x="45" y="64"/>
                  </a:moveTo>
                  <a:cubicBezTo>
                    <a:pt x="45" y="64"/>
                    <a:pt x="45" y="64"/>
                    <a:pt x="45" y="64"/>
                  </a:cubicBezTo>
                  <a:cubicBezTo>
                    <a:pt x="41" y="64"/>
                    <a:pt x="38" y="64"/>
                    <a:pt x="34" y="65"/>
                  </a:cubicBezTo>
                  <a:cubicBezTo>
                    <a:pt x="34" y="65"/>
                    <a:pt x="33" y="65"/>
                    <a:pt x="32" y="65"/>
                  </a:cubicBezTo>
                  <a:cubicBezTo>
                    <a:pt x="33" y="66"/>
                    <a:pt x="35" y="66"/>
                    <a:pt x="36" y="66"/>
                  </a:cubicBezTo>
                  <a:cubicBezTo>
                    <a:pt x="39" y="66"/>
                    <a:pt x="42" y="65"/>
                    <a:pt x="45" y="64"/>
                  </a:cubicBezTo>
                  <a:close/>
                  <a:moveTo>
                    <a:pt x="65" y="42"/>
                  </a:moveTo>
                  <a:cubicBezTo>
                    <a:pt x="65" y="42"/>
                    <a:pt x="65" y="42"/>
                    <a:pt x="65" y="42"/>
                  </a:cubicBezTo>
                  <a:cubicBezTo>
                    <a:pt x="65" y="42"/>
                    <a:pt x="65" y="42"/>
                    <a:pt x="65" y="41"/>
                  </a:cubicBezTo>
                  <a:cubicBezTo>
                    <a:pt x="65" y="40"/>
                    <a:pt x="66" y="38"/>
                    <a:pt x="66" y="36"/>
                  </a:cubicBezTo>
                  <a:cubicBezTo>
                    <a:pt x="66" y="27"/>
                    <a:pt x="62" y="20"/>
                    <a:pt x="57" y="14"/>
                  </a:cubicBezTo>
                  <a:cubicBezTo>
                    <a:pt x="57" y="14"/>
                    <a:pt x="57" y="14"/>
                    <a:pt x="57" y="14"/>
                  </a:cubicBezTo>
                  <a:cubicBezTo>
                    <a:pt x="52" y="10"/>
                    <a:pt x="47" y="7"/>
                    <a:pt x="40" y="6"/>
                  </a:cubicBezTo>
                  <a:cubicBezTo>
                    <a:pt x="42" y="8"/>
                    <a:pt x="43" y="9"/>
                    <a:pt x="43" y="12"/>
                  </a:cubicBezTo>
                  <a:cubicBezTo>
                    <a:pt x="43" y="12"/>
                    <a:pt x="43" y="12"/>
                    <a:pt x="43" y="12"/>
                  </a:cubicBezTo>
                  <a:cubicBezTo>
                    <a:pt x="43" y="12"/>
                    <a:pt x="43" y="12"/>
                    <a:pt x="43" y="13"/>
                  </a:cubicBezTo>
                  <a:cubicBezTo>
                    <a:pt x="44" y="14"/>
                    <a:pt x="45" y="14"/>
                    <a:pt x="46" y="14"/>
                  </a:cubicBezTo>
                  <a:cubicBezTo>
                    <a:pt x="48" y="14"/>
                    <a:pt x="50" y="14"/>
                    <a:pt x="50" y="16"/>
                  </a:cubicBezTo>
                  <a:cubicBezTo>
                    <a:pt x="51" y="18"/>
                    <a:pt x="49" y="19"/>
                    <a:pt x="48" y="21"/>
                  </a:cubicBezTo>
                  <a:cubicBezTo>
                    <a:pt x="46" y="23"/>
                    <a:pt x="45" y="24"/>
                    <a:pt x="46" y="26"/>
                  </a:cubicBezTo>
                  <a:cubicBezTo>
                    <a:pt x="47" y="27"/>
                    <a:pt x="48" y="29"/>
                    <a:pt x="50" y="29"/>
                  </a:cubicBezTo>
                  <a:cubicBezTo>
                    <a:pt x="50" y="30"/>
                    <a:pt x="51" y="30"/>
                    <a:pt x="52" y="30"/>
                  </a:cubicBezTo>
                  <a:cubicBezTo>
                    <a:pt x="60" y="33"/>
                    <a:pt x="58" y="39"/>
                    <a:pt x="56" y="44"/>
                  </a:cubicBezTo>
                  <a:cubicBezTo>
                    <a:pt x="55" y="47"/>
                    <a:pt x="54" y="50"/>
                    <a:pt x="55" y="51"/>
                  </a:cubicBezTo>
                  <a:cubicBezTo>
                    <a:pt x="56" y="51"/>
                    <a:pt x="56" y="51"/>
                    <a:pt x="56" y="51"/>
                  </a:cubicBezTo>
                  <a:cubicBezTo>
                    <a:pt x="57" y="51"/>
                    <a:pt x="58" y="50"/>
                    <a:pt x="59" y="49"/>
                  </a:cubicBezTo>
                  <a:cubicBezTo>
                    <a:pt x="61" y="47"/>
                    <a:pt x="63" y="45"/>
                    <a:pt x="65" y="42"/>
                  </a:cubicBezTo>
                  <a:close/>
                  <a:moveTo>
                    <a:pt x="47" y="17"/>
                  </a:moveTo>
                  <a:cubicBezTo>
                    <a:pt x="47" y="17"/>
                    <a:pt x="47" y="17"/>
                    <a:pt x="47" y="17"/>
                  </a:cubicBezTo>
                  <a:cubicBezTo>
                    <a:pt x="47" y="17"/>
                    <a:pt x="47" y="17"/>
                    <a:pt x="47" y="16"/>
                  </a:cubicBezTo>
                  <a:cubicBezTo>
                    <a:pt x="47" y="16"/>
                    <a:pt x="47" y="17"/>
                    <a:pt x="47" y="17"/>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176"/>
            <p:cNvSpPr>
              <a:spLocks noEditPoints="1"/>
            </p:cNvSpPr>
            <p:nvPr/>
          </p:nvSpPr>
          <p:spPr bwMode="auto">
            <a:xfrm>
              <a:off x="7097" y="6362"/>
              <a:ext cx="536" cy="494"/>
            </a:xfrm>
            <a:custGeom>
              <a:avLst/>
              <a:gdLst>
                <a:gd name="T0" fmla="*/ 62 w 70"/>
                <a:gd name="T1" fmla="*/ 42 h 65"/>
                <a:gd name="T2" fmla="*/ 65 w 70"/>
                <a:gd name="T3" fmla="*/ 36 h 65"/>
                <a:gd name="T4" fmla="*/ 58 w 70"/>
                <a:gd name="T5" fmla="*/ 27 h 65"/>
                <a:gd name="T6" fmla="*/ 55 w 70"/>
                <a:gd name="T7" fmla="*/ 24 h 65"/>
                <a:gd name="T8" fmla="*/ 37 w 70"/>
                <a:gd name="T9" fmla="*/ 6 h 65"/>
                <a:gd name="T10" fmla="*/ 19 w 70"/>
                <a:gd name="T11" fmla="*/ 17 h 65"/>
                <a:gd name="T12" fmla="*/ 9 w 70"/>
                <a:gd name="T13" fmla="*/ 23 h 65"/>
                <a:gd name="T14" fmla="*/ 9 w 70"/>
                <a:gd name="T15" fmla="*/ 41 h 65"/>
                <a:gd name="T16" fmla="*/ 18 w 70"/>
                <a:gd name="T17" fmla="*/ 44 h 65"/>
                <a:gd name="T18" fmla="*/ 19 w 70"/>
                <a:gd name="T19" fmla="*/ 44 h 65"/>
                <a:gd name="T20" fmla="*/ 27 w 70"/>
                <a:gd name="T21" fmla="*/ 44 h 65"/>
                <a:gd name="T22" fmla="*/ 27 w 70"/>
                <a:gd name="T23" fmla="*/ 50 h 65"/>
                <a:gd name="T24" fmla="*/ 19 w 70"/>
                <a:gd name="T25" fmla="*/ 50 h 65"/>
                <a:gd name="T26" fmla="*/ 18 w 70"/>
                <a:gd name="T27" fmla="*/ 50 h 65"/>
                <a:gd name="T28" fmla="*/ 5 w 70"/>
                <a:gd name="T29" fmla="*/ 44 h 65"/>
                <a:gd name="T30" fmla="*/ 5 w 70"/>
                <a:gd name="T31" fmla="*/ 19 h 65"/>
                <a:gd name="T32" fmla="*/ 23 w 70"/>
                <a:gd name="T33" fmla="*/ 4 h 65"/>
                <a:gd name="T34" fmla="*/ 54 w 70"/>
                <a:gd name="T35" fmla="*/ 7 h 65"/>
                <a:gd name="T36" fmla="*/ 67 w 70"/>
                <a:gd name="T37" fmla="*/ 27 h 65"/>
                <a:gd name="T38" fmla="*/ 66 w 70"/>
                <a:gd name="T39" fmla="*/ 46 h 65"/>
                <a:gd name="T40" fmla="*/ 58 w 70"/>
                <a:gd name="T41" fmla="*/ 50 h 65"/>
                <a:gd name="T42" fmla="*/ 56 w 70"/>
                <a:gd name="T43" fmla="*/ 50 h 65"/>
                <a:gd name="T44" fmla="*/ 44 w 70"/>
                <a:gd name="T45" fmla="*/ 50 h 65"/>
                <a:gd name="T46" fmla="*/ 41 w 70"/>
                <a:gd name="T47" fmla="*/ 47 h 65"/>
                <a:gd name="T48" fmla="*/ 44 w 70"/>
                <a:gd name="T49" fmla="*/ 44 h 65"/>
                <a:gd name="T50" fmla="*/ 34 w 70"/>
                <a:gd name="T51" fmla="*/ 21 h 65"/>
                <a:gd name="T52" fmla="*/ 34 w 70"/>
                <a:gd name="T53" fmla="*/ 21 h 65"/>
                <a:gd name="T54" fmla="*/ 34 w 70"/>
                <a:gd name="T55" fmla="*/ 21 h 65"/>
                <a:gd name="T56" fmla="*/ 34 w 70"/>
                <a:gd name="T57" fmla="*/ 21 h 65"/>
                <a:gd name="T58" fmla="*/ 34 w 70"/>
                <a:gd name="T59" fmla="*/ 21 h 65"/>
                <a:gd name="T60" fmla="*/ 35 w 70"/>
                <a:gd name="T61" fmla="*/ 20 h 65"/>
                <a:gd name="T62" fmla="*/ 35 w 70"/>
                <a:gd name="T63" fmla="*/ 20 h 65"/>
                <a:gd name="T64" fmla="*/ 35 w 70"/>
                <a:gd name="T65" fmla="*/ 20 h 65"/>
                <a:gd name="T66" fmla="*/ 35 w 70"/>
                <a:gd name="T67" fmla="*/ 20 h 65"/>
                <a:gd name="T68" fmla="*/ 35 w 70"/>
                <a:gd name="T69" fmla="*/ 20 h 65"/>
                <a:gd name="T70" fmla="*/ 35 w 70"/>
                <a:gd name="T71" fmla="*/ 20 h 65"/>
                <a:gd name="T72" fmla="*/ 36 w 70"/>
                <a:gd name="T73" fmla="*/ 21 h 65"/>
                <a:gd name="T74" fmla="*/ 36 w 70"/>
                <a:gd name="T75" fmla="*/ 21 h 65"/>
                <a:gd name="T76" fmla="*/ 36 w 70"/>
                <a:gd name="T77" fmla="*/ 21 h 65"/>
                <a:gd name="T78" fmla="*/ 36 w 70"/>
                <a:gd name="T79" fmla="*/ 21 h 65"/>
                <a:gd name="T80" fmla="*/ 49 w 70"/>
                <a:gd name="T81" fmla="*/ 36 h 65"/>
                <a:gd name="T82" fmla="*/ 37 w 70"/>
                <a:gd name="T83" fmla="*/ 26 h 65"/>
                <a:gd name="T84" fmla="*/ 35 w 70"/>
                <a:gd name="T85" fmla="*/ 65 h 65"/>
                <a:gd name="T86" fmla="*/ 33 w 70"/>
                <a:gd name="T87" fmla="*/ 26 h 65"/>
                <a:gd name="T88" fmla="*/ 21 w 70"/>
                <a:gd name="T89" fmla="*/ 36 h 65"/>
                <a:gd name="T90" fmla="*/ 34 w 70"/>
                <a:gd name="T91" fmla="*/ 21 h 65"/>
                <a:gd name="T92" fmla="*/ 35 w 70"/>
                <a:gd name="T93" fmla="*/ 20 h 65"/>
                <a:gd name="T94" fmla="*/ 35 w 70"/>
                <a:gd name="T95" fmla="*/ 20 h 65"/>
                <a:gd name="T96" fmla="*/ 35 w 70"/>
                <a:gd name="T97" fmla="*/ 2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0" h="65">
                  <a:moveTo>
                    <a:pt x="56" y="44"/>
                  </a:moveTo>
                  <a:cubicBezTo>
                    <a:pt x="59" y="44"/>
                    <a:pt x="61" y="43"/>
                    <a:pt x="62" y="42"/>
                  </a:cubicBezTo>
                  <a:cubicBezTo>
                    <a:pt x="62" y="42"/>
                    <a:pt x="62" y="42"/>
                    <a:pt x="62" y="42"/>
                  </a:cubicBezTo>
                  <a:cubicBezTo>
                    <a:pt x="64" y="40"/>
                    <a:pt x="65" y="38"/>
                    <a:pt x="65" y="36"/>
                  </a:cubicBezTo>
                  <a:cubicBezTo>
                    <a:pt x="65" y="33"/>
                    <a:pt x="64" y="31"/>
                    <a:pt x="63" y="30"/>
                  </a:cubicBezTo>
                  <a:cubicBezTo>
                    <a:pt x="62" y="28"/>
                    <a:pt x="60" y="27"/>
                    <a:pt x="58" y="27"/>
                  </a:cubicBezTo>
                  <a:cubicBezTo>
                    <a:pt x="56" y="27"/>
                    <a:pt x="55" y="26"/>
                    <a:pt x="55" y="24"/>
                  </a:cubicBezTo>
                  <a:cubicBezTo>
                    <a:pt x="55" y="24"/>
                    <a:pt x="55" y="24"/>
                    <a:pt x="55" y="24"/>
                  </a:cubicBezTo>
                  <a:cubicBezTo>
                    <a:pt x="55" y="19"/>
                    <a:pt x="53" y="14"/>
                    <a:pt x="50" y="11"/>
                  </a:cubicBezTo>
                  <a:cubicBezTo>
                    <a:pt x="47" y="8"/>
                    <a:pt x="42" y="6"/>
                    <a:pt x="37" y="6"/>
                  </a:cubicBezTo>
                  <a:cubicBezTo>
                    <a:pt x="33" y="6"/>
                    <a:pt x="29" y="7"/>
                    <a:pt x="26" y="9"/>
                  </a:cubicBezTo>
                  <a:cubicBezTo>
                    <a:pt x="23" y="11"/>
                    <a:pt x="21" y="14"/>
                    <a:pt x="19" y="17"/>
                  </a:cubicBezTo>
                  <a:cubicBezTo>
                    <a:pt x="19" y="18"/>
                    <a:pt x="18" y="19"/>
                    <a:pt x="17" y="19"/>
                  </a:cubicBezTo>
                  <a:cubicBezTo>
                    <a:pt x="14" y="19"/>
                    <a:pt x="11" y="20"/>
                    <a:pt x="9" y="23"/>
                  </a:cubicBezTo>
                  <a:cubicBezTo>
                    <a:pt x="6" y="25"/>
                    <a:pt x="5" y="28"/>
                    <a:pt x="5" y="31"/>
                  </a:cubicBezTo>
                  <a:cubicBezTo>
                    <a:pt x="5" y="35"/>
                    <a:pt x="6" y="38"/>
                    <a:pt x="9" y="41"/>
                  </a:cubicBezTo>
                  <a:cubicBezTo>
                    <a:pt x="9" y="41"/>
                    <a:pt x="9" y="41"/>
                    <a:pt x="9" y="41"/>
                  </a:cubicBezTo>
                  <a:cubicBezTo>
                    <a:pt x="11" y="43"/>
                    <a:pt x="14" y="44"/>
                    <a:pt x="18" y="44"/>
                  </a:cubicBezTo>
                  <a:cubicBezTo>
                    <a:pt x="19" y="44"/>
                    <a:pt x="19" y="44"/>
                    <a:pt x="19" y="44"/>
                  </a:cubicBezTo>
                  <a:cubicBezTo>
                    <a:pt x="19" y="44"/>
                    <a:pt x="19" y="44"/>
                    <a:pt x="19" y="44"/>
                  </a:cubicBezTo>
                  <a:cubicBezTo>
                    <a:pt x="26" y="44"/>
                    <a:pt x="26" y="44"/>
                    <a:pt x="26" y="44"/>
                  </a:cubicBezTo>
                  <a:cubicBezTo>
                    <a:pt x="27" y="44"/>
                    <a:pt x="27" y="44"/>
                    <a:pt x="27" y="44"/>
                  </a:cubicBezTo>
                  <a:cubicBezTo>
                    <a:pt x="28" y="44"/>
                    <a:pt x="30" y="46"/>
                    <a:pt x="30" y="47"/>
                  </a:cubicBezTo>
                  <a:cubicBezTo>
                    <a:pt x="30" y="49"/>
                    <a:pt x="28" y="50"/>
                    <a:pt x="27" y="50"/>
                  </a:cubicBezTo>
                  <a:cubicBezTo>
                    <a:pt x="26" y="50"/>
                    <a:pt x="26" y="50"/>
                    <a:pt x="26" y="50"/>
                  </a:cubicBezTo>
                  <a:cubicBezTo>
                    <a:pt x="19" y="50"/>
                    <a:pt x="19" y="50"/>
                    <a:pt x="19" y="50"/>
                  </a:cubicBezTo>
                  <a:cubicBezTo>
                    <a:pt x="19" y="50"/>
                    <a:pt x="19" y="50"/>
                    <a:pt x="19" y="50"/>
                  </a:cubicBezTo>
                  <a:cubicBezTo>
                    <a:pt x="18" y="50"/>
                    <a:pt x="18" y="50"/>
                    <a:pt x="18" y="50"/>
                  </a:cubicBezTo>
                  <a:cubicBezTo>
                    <a:pt x="13" y="50"/>
                    <a:pt x="8" y="48"/>
                    <a:pt x="5" y="44"/>
                  </a:cubicBezTo>
                  <a:cubicBezTo>
                    <a:pt x="5" y="44"/>
                    <a:pt x="5" y="44"/>
                    <a:pt x="5" y="44"/>
                  </a:cubicBezTo>
                  <a:cubicBezTo>
                    <a:pt x="2" y="41"/>
                    <a:pt x="0" y="36"/>
                    <a:pt x="0" y="31"/>
                  </a:cubicBezTo>
                  <a:cubicBezTo>
                    <a:pt x="0" y="27"/>
                    <a:pt x="1" y="22"/>
                    <a:pt x="5" y="19"/>
                  </a:cubicBezTo>
                  <a:cubicBezTo>
                    <a:pt x="7" y="16"/>
                    <a:pt x="11" y="14"/>
                    <a:pt x="15" y="13"/>
                  </a:cubicBezTo>
                  <a:cubicBezTo>
                    <a:pt x="17" y="10"/>
                    <a:pt x="20" y="6"/>
                    <a:pt x="23" y="4"/>
                  </a:cubicBezTo>
                  <a:cubicBezTo>
                    <a:pt x="27" y="2"/>
                    <a:pt x="32" y="0"/>
                    <a:pt x="37" y="0"/>
                  </a:cubicBezTo>
                  <a:cubicBezTo>
                    <a:pt x="43" y="0"/>
                    <a:pt x="49" y="3"/>
                    <a:pt x="54" y="7"/>
                  </a:cubicBezTo>
                  <a:cubicBezTo>
                    <a:pt x="58" y="11"/>
                    <a:pt x="60" y="16"/>
                    <a:pt x="61" y="22"/>
                  </a:cubicBezTo>
                  <a:cubicBezTo>
                    <a:pt x="63" y="23"/>
                    <a:pt x="65" y="25"/>
                    <a:pt x="67" y="27"/>
                  </a:cubicBezTo>
                  <a:cubicBezTo>
                    <a:pt x="69" y="29"/>
                    <a:pt x="70" y="32"/>
                    <a:pt x="70" y="36"/>
                  </a:cubicBezTo>
                  <a:cubicBezTo>
                    <a:pt x="70" y="39"/>
                    <a:pt x="69" y="43"/>
                    <a:pt x="66" y="46"/>
                  </a:cubicBezTo>
                  <a:cubicBezTo>
                    <a:pt x="66" y="46"/>
                    <a:pt x="66" y="46"/>
                    <a:pt x="66" y="46"/>
                  </a:cubicBezTo>
                  <a:cubicBezTo>
                    <a:pt x="64" y="48"/>
                    <a:pt x="61" y="49"/>
                    <a:pt x="58" y="50"/>
                  </a:cubicBezTo>
                  <a:cubicBezTo>
                    <a:pt x="57" y="50"/>
                    <a:pt x="57" y="50"/>
                    <a:pt x="57" y="50"/>
                  </a:cubicBezTo>
                  <a:cubicBezTo>
                    <a:pt x="56" y="50"/>
                    <a:pt x="56" y="50"/>
                    <a:pt x="56" y="50"/>
                  </a:cubicBezTo>
                  <a:cubicBezTo>
                    <a:pt x="56" y="50"/>
                    <a:pt x="56" y="50"/>
                    <a:pt x="56" y="50"/>
                  </a:cubicBezTo>
                  <a:cubicBezTo>
                    <a:pt x="44" y="50"/>
                    <a:pt x="44" y="50"/>
                    <a:pt x="44" y="50"/>
                  </a:cubicBezTo>
                  <a:cubicBezTo>
                    <a:pt x="44" y="50"/>
                    <a:pt x="44" y="50"/>
                    <a:pt x="44" y="50"/>
                  </a:cubicBezTo>
                  <a:cubicBezTo>
                    <a:pt x="42" y="50"/>
                    <a:pt x="41" y="49"/>
                    <a:pt x="41" y="47"/>
                  </a:cubicBezTo>
                  <a:cubicBezTo>
                    <a:pt x="41" y="46"/>
                    <a:pt x="42" y="44"/>
                    <a:pt x="44" y="44"/>
                  </a:cubicBezTo>
                  <a:cubicBezTo>
                    <a:pt x="44" y="44"/>
                    <a:pt x="44" y="44"/>
                    <a:pt x="44" y="44"/>
                  </a:cubicBezTo>
                  <a:cubicBezTo>
                    <a:pt x="56" y="44"/>
                    <a:pt x="56" y="44"/>
                    <a:pt x="56" y="44"/>
                  </a:cubicBezTo>
                  <a:close/>
                  <a:moveTo>
                    <a:pt x="34" y="21"/>
                  </a:move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0"/>
                    <a:pt x="34" y="20"/>
                    <a:pt x="35" y="20"/>
                  </a:cubicBezTo>
                  <a:cubicBezTo>
                    <a:pt x="35" y="20"/>
                    <a:pt x="35" y="20"/>
                    <a:pt x="35" y="20"/>
                  </a:cubicBezTo>
                  <a:cubicBezTo>
                    <a:pt x="35" y="20"/>
                    <a:pt x="35" y="20"/>
                    <a:pt x="35" y="20"/>
                  </a:cubicBezTo>
                  <a:cubicBezTo>
                    <a:pt x="35" y="20"/>
                    <a:pt x="35" y="20"/>
                    <a:pt x="35" y="20"/>
                  </a:cubicBezTo>
                  <a:cubicBezTo>
                    <a:pt x="35" y="20"/>
                    <a:pt x="35" y="20"/>
                    <a:pt x="35" y="20"/>
                  </a:cubicBezTo>
                  <a:cubicBezTo>
                    <a:pt x="35" y="20"/>
                    <a:pt x="35" y="20"/>
                    <a:pt x="35" y="20"/>
                  </a:cubicBezTo>
                  <a:cubicBezTo>
                    <a:pt x="35" y="20"/>
                    <a:pt x="35" y="20"/>
                    <a:pt x="35" y="20"/>
                  </a:cubicBezTo>
                  <a:cubicBezTo>
                    <a:pt x="35" y="20"/>
                    <a:pt x="35" y="20"/>
                    <a:pt x="35" y="20"/>
                  </a:cubicBezTo>
                  <a:cubicBezTo>
                    <a:pt x="35" y="20"/>
                    <a:pt x="35" y="20"/>
                    <a:pt x="35" y="20"/>
                  </a:cubicBezTo>
                  <a:cubicBezTo>
                    <a:pt x="35" y="20"/>
                    <a:pt x="35" y="20"/>
                    <a:pt x="35" y="20"/>
                  </a:cubicBezTo>
                  <a:cubicBezTo>
                    <a:pt x="35" y="20"/>
                    <a:pt x="35" y="20"/>
                    <a:pt x="35" y="20"/>
                  </a:cubicBezTo>
                  <a:cubicBezTo>
                    <a:pt x="35" y="20"/>
                    <a:pt x="36" y="20"/>
                    <a:pt x="36" y="21"/>
                  </a:cubicBezTo>
                  <a:cubicBezTo>
                    <a:pt x="36" y="21"/>
                    <a:pt x="36" y="21"/>
                    <a:pt x="36" y="21"/>
                  </a:cubicBezTo>
                  <a:cubicBezTo>
                    <a:pt x="36" y="21"/>
                    <a:pt x="36" y="21"/>
                    <a:pt x="36" y="21"/>
                  </a:cubicBezTo>
                  <a:cubicBezTo>
                    <a:pt x="36" y="21"/>
                    <a:pt x="36" y="21"/>
                    <a:pt x="36" y="21"/>
                  </a:cubicBezTo>
                  <a:cubicBezTo>
                    <a:pt x="36" y="21"/>
                    <a:pt x="36" y="21"/>
                    <a:pt x="36" y="21"/>
                  </a:cubicBezTo>
                  <a:cubicBezTo>
                    <a:pt x="36" y="21"/>
                    <a:pt x="36" y="21"/>
                    <a:pt x="36" y="21"/>
                  </a:cubicBezTo>
                  <a:cubicBezTo>
                    <a:pt x="36" y="21"/>
                    <a:pt x="36" y="21"/>
                    <a:pt x="36" y="21"/>
                  </a:cubicBezTo>
                  <a:cubicBezTo>
                    <a:pt x="36" y="21"/>
                    <a:pt x="36" y="21"/>
                    <a:pt x="36" y="21"/>
                  </a:cubicBezTo>
                  <a:cubicBezTo>
                    <a:pt x="49" y="34"/>
                    <a:pt x="49" y="34"/>
                    <a:pt x="49" y="34"/>
                  </a:cubicBezTo>
                  <a:cubicBezTo>
                    <a:pt x="50" y="35"/>
                    <a:pt x="50" y="36"/>
                    <a:pt x="49" y="36"/>
                  </a:cubicBezTo>
                  <a:cubicBezTo>
                    <a:pt x="49" y="37"/>
                    <a:pt x="48" y="37"/>
                    <a:pt x="47" y="36"/>
                  </a:cubicBezTo>
                  <a:cubicBezTo>
                    <a:pt x="37" y="26"/>
                    <a:pt x="37" y="26"/>
                    <a:pt x="37" y="26"/>
                  </a:cubicBezTo>
                  <a:cubicBezTo>
                    <a:pt x="37" y="63"/>
                    <a:pt x="37" y="63"/>
                    <a:pt x="37" y="63"/>
                  </a:cubicBezTo>
                  <a:cubicBezTo>
                    <a:pt x="37" y="64"/>
                    <a:pt x="36" y="65"/>
                    <a:pt x="35" y="65"/>
                  </a:cubicBezTo>
                  <a:cubicBezTo>
                    <a:pt x="34" y="65"/>
                    <a:pt x="33" y="64"/>
                    <a:pt x="33" y="63"/>
                  </a:cubicBezTo>
                  <a:cubicBezTo>
                    <a:pt x="33" y="26"/>
                    <a:pt x="33" y="26"/>
                    <a:pt x="33" y="26"/>
                  </a:cubicBezTo>
                  <a:cubicBezTo>
                    <a:pt x="23" y="36"/>
                    <a:pt x="23" y="36"/>
                    <a:pt x="23" y="36"/>
                  </a:cubicBezTo>
                  <a:cubicBezTo>
                    <a:pt x="22" y="37"/>
                    <a:pt x="21" y="37"/>
                    <a:pt x="21" y="36"/>
                  </a:cubicBezTo>
                  <a:cubicBezTo>
                    <a:pt x="20" y="36"/>
                    <a:pt x="20" y="35"/>
                    <a:pt x="21" y="34"/>
                  </a:cubicBezTo>
                  <a:cubicBezTo>
                    <a:pt x="34" y="21"/>
                    <a:pt x="34" y="21"/>
                    <a:pt x="34" y="21"/>
                  </a:cubicBezTo>
                  <a:cubicBezTo>
                    <a:pt x="34" y="21"/>
                    <a:pt x="34" y="21"/>
                    <a:pt x="34" y="21"/>
                  </a:cubicBezTo>
                  <a:close/>
                  <a:moveTo>
                    <a:pt x="35" y="20"/>
                  </a:moveTo>
                  <a:cubicBezTo>
                    <a:pt x="35" y="20"/>
                    <a:pt x="35" y="20"/>
                    <a:pt x="35" y="20"/>
                  </a:cubicBezTo>
                  <a:cubicBezTo>
                    <a:pt x="35" y="20"/>
                    <a:pt x="35" y="20"/>
                    <a:pt x="35" y="20"/>
                  </a:cubicBezTo>
                  <a:cubicBezTo>
                    <a:pt x="35" y="20"/>
                    <a:pt x="35" y="20"/>
                    <a:pt x="35" y="20"/>
                  </a:cubicBezTo>
                  <a:cubicBezTo>
                    <a:pt x="35" y="20"/>
                    <a:pt x="35" y="20"/>
                    <a:pt x="35" y="20"/>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202"/>
            <p:cNvSpPr>
              <a:spLocks noEditPoints="1"/>
            </p:cNvSpPr>
            <p:nvPr/>
          </p:nvSpPr>
          <p:spPr bwMode="auto">
            <a:xfrm>
              <a:off x="9808" y="6409"/>
              <a:ext cx="664" cy="434"/>
            </a:xfrm>
            <a:custGeom>
              <a:avLst/>
              <a:gdLst>
                <a:gd name="T0" fmla="*/ 36 w 72"/>
                <a:gd name="T1" fmla="*/ 0 h 45"/>
                <a:gd name="T2" fmla="*/ 71 w 72"/>
                <a:gd name="T3" fmla="*/ 21 h 45"/>
                <a:gd name="T4" fmla="*/ 71 w 72"/>
                <a:gd name="T5" fmla="*/ 24 h 45"/>
                <a:gd name="T6" fmla="*/ 71 w 72"/>
                <a:gd name="T7" fmla="*/ 24 h 45"/>
                <a:gd name="T8" fmla="*/ 36 w 72"/>
                <a:gd name="T9" fmla="*/ 45 h 45"/>
                <a:gd name="T10" fmla="*/ 1 w 72"/>
                <a:gd name="T11" fmla="*/ 24 h 45"/>
                <a:gd name="T12" fmla="*/ 1 w 72"/>
                <a:gd name="T13" fmla="*/ 21 h 45"/>
                <a:gd name="T14" fmla="*/ 36 w 72"/>
                <a:gd name="T15" fmla="*/ 0 h 45"/>
                <a:gd name="T16" fmla="*/ 36 w 72"/>
                <a:gd name="T17" fmla="*/ 6 h 45"/>
                <a:gd name="T18" fmla="*/ 36 w 72"/>
                <a:gd name="T19" fmla="*/ 6 h 45"/>
                <a:gd name="T20" fmla="*/ 52 w 72"/>
                <a:gd name="T21" fmla="*/ 22 h 45"/>
                <a:gd name="T22" fmla="*/ 36 w 72"/>
                <a:gd name="T23" fmla="*/ 38 h 45"/>
                <a:gd name="T24" fmla="*/ 20 w 72"/>
                <a:gd name="T25" fmla="*/ 22 h 45"/>
                <a:gd name="T26" fmla="*/ 36 w 72"/>
                <a:gd name="T27" fmla="*/ 6 h 45"/>
                <a:gd name="T28" fmla="*/ 36 w 72"/>
                <a:gd name="T29" fmla="*/ 12 h 45"/>
                <a:gd name="T30" fmla="*/ 36 w 72"/>
                <a:gd name="T31" fmla="*/ 12 h 45"/>
                <a:gd name="T32" fmla="*/ 25 w 72"/>
                <a:gd name="T33" fmla="*/ 22 h 45"/>
                <a:gd name="T34" fmla="*/ 36 w 72"/>
                <a:gd name="T35" fmla="*/ 33 h 45"/>
                <a:gd name="T36" fmla="*/ 47 w 72"/>
                <a:gd name="T37" fmla="*/ 22 h 45"/>
                <a:gd name="T38" fmla="*/ 36 w 72"/>
                <a:gd name="T39" fmla="*/ 12 h 45"/>
                <a:gd name="T40" fmla="*/ 41 w 72"/>
                <a:gd name="T41" fmla="*/ 22 h 45"/>
                <a:gd name="T42" fmla="*/ 41 w 72"/>
                <a:gd name="T43" fmla="*/ 22 h 45"/>
                <a:gd name="T44" fmla="*/ 43 w 72"/>
                <a:gd name="T45" fmla="*/ 21 h 45"/>
                <a:gd name="T46" fmla="*/ 44 w 72"/>
                <a:gd name="T47" fmla="*/ 22 h 45"/>
                <a:gd name="T48" fmla="*/ 36 w 72"/>
                <a:gd name="T49" fmla="*/ 31 h 45"/>
                <a:gd name="T50" fmla="*/ 34 w 72"/>
                <a:gd name="T51" fmla="*/ 29 h 45"/>
                <a:gd name="T52" fmla="*/ 36 w 72"/>
                <a:gd name="T53" fmla="*/ 27 h 45"/>
                <a:gd name="T54" fmla="*/ 41 w 72"/>
                <a:gd name="T55" fmla="*/ 23 h 45"/>
                <a:gd name="T56" fmla="*/ 41 w 72"/>
                <a:gd name="T57" fmla="*/ 23 h 45"/>
                <a:gd name="T58" fmla="*/ 41 w 72"/>
                <a:gd name="T59" fmla="*/ 22 h 45"/>
                <a:gd name="T60" fmla="*/ 31 w 72"/>
                <a:gd name="T61" fmla="*/ 20 h 45"/>
                <a:gd name="T62" fmla="*/ 31 w 72"/>
                <a:gd name="T63" fmla="*/ 20 h 45"/>
                <a:gd name="T64" fmla="*/ 29 w 72"/>
                <a:gd name="T65" fmla="*/ 21 h 45"/>
                <a:gd name="T66" fmla="*/ 28 w 72"/>
                <a:gd name="T67" fmla="*/ 19 h 45"/>
                <a:gd name="T68" fmla="*/ 33 w 72"/>
                <a:gd name="T69" fmla="*/ 15 h 45"/>
                <a:gd name="T70" fmla="*/ 35 w 72"/>
                <a:gd name="T71" fmla="*/ 16 h 45"/>
                <a:gd name="T72" fmla="*/ 34 w 72"/>
                <a:gd name="T73" fmla="*/ 18 h 45"/>
                <a:gd name="T74" fmla="*/ 31 w 72"/>
                <a:gd name="T75" fmla="*/ 20 h 45"/>
                <a:gd name="T76" fmla="*/ 36 w 72"/>
                <a:gd name="T77" fmla="*/ 5 h 45"/>
                <a:gd name="T78" fmla="*/ 36 w 72"/>
                <a:gd name="T79" fmla="*/ 5 h 45"/>
                <a:gd name="T80" fmla="*/ 6 w 72"/>
                <a:gd name="T81" fmla="*/ 22 h 45"/>
                <a:gd name="T82" fmla="*/ 36 w 72"/>
                <a:gd name="T83" fmla="*/ 40 h 45"/>
                <a:gd name="T84" fmla="*/ 66 w 72"/>
                <a:gd name="T85" fmla="*/ 22 h 45"/>
                <a:gd name="T86" fmla="*/ 36 w 72"/>
                <a:gd name="T87"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2" h="45">
                  <a:moveTo>
                    <a:pt x="36" y="0"/>
                  </a:moveTo>
                  <a:cubicBezTo>
                    <a:pt x="51" y="0"/>
                    <a:pt x="64" y="8"/>
                    <a:pt x="71" y="21"/>
                  </a:cubicBezTo>
                  <a:cubicBezTo>
                    <a:pt x="72" y="22"/>
                    <a:pt x="71" y="23"/>
                    <a:pt x="71" y="24"/>
                  </a:cubicBezTo>
                  <a:cubicBezTo>
                    <a:pt x="71" y="24"/>
                    <a:pt x="71" y="24"/>
                    <a:pt x="71" y="24"/>
                  </a:cubicBezTo>
                  <a:cubicBezTo>
                    <a:pt x="64" y="37"/>
                    <a:pt x="51" y="45"/>
                    <a:pt x="36" y="45"/>
                  </a:cubicBezTo>
                  <a:cubicBezTo>
                    <a:pt x="21" y="45"/>
                    <a:pt x="8" y="37"/>
                    <a:pt x="1" y="24"/>
                  </a:cubicBezTo>
                  <a:cubicBezTo>
                    <a:pt x="0" y="23"/>
                    <a:pt x="1" y="22"/>
                    <a:pt x="1" y="21"/>
                  </a:cubicBezTo>
                  <a:cubicBezTo>
                    <a:pt x="8" y="8"/>
                    <a:pt x="21" y="0"/>
                    <a:pt x="36" y="0"/>
                  </a:cubicBezTo>
                  <a:close/>
                  <a:moveTo>
                    <a:pt x="36" y="6"/>
                  </a:moveTo>
                  <a:cubicBezTo>
                    <a:pt x="36" y="6"/>
                    <a:pt x="36" y="6"/>
                    <a:pt x="36" y="6"/>
                  </a:cubicBezTo>
                  <a:cubicBezTo>
                    <a:pt x="45" y="6"/>
                    <a:pt x="52" y="14"/>
                    <a:pt x="52" y="22"/>
                  </a:cubicBezTo>
                  <a:cubicBezTo>
                    <a:pt x="52" y="31"/>
                    <a:pt x="45" y="38"/>
                    <a:pt x="36" y="38"/>
                  </a:cubicBezTo>
                  <a:cubicBezTo>
                    <a:pt x="27" y="38"/>
                    <a:pt x="20" y="31"/>
                    <a:pt x="20" y="22"/>
                  </a:cubicBezTo>
                  <a:cubicBezTo>
                    <a:pt x="20" y="14"/>
                    <a:pt x="27" y="6"/>
                    <a:pt x="36" y="6"/>
                  </a:cubicBezTo>
                  <a:close/>
                  <a:moveTo>
                    <a:pt x="36" y="12"/>
                  </a:moveTo>
                  <a:cubicBezTo>
                    <a:pt x="36" y="12"/>
                    <a:pt x="36" y="12"/>
                    <a:pt x="36" y="12"/>
                  </a:cubicBezTo>
                  <a:cubicBezTo>
                    <a:pt x="30" y="12"/>
                    <a:pt x="25" y="16"/>
                    <a:pt x="25" y="22"/>
                  </a:cubicBezTo>
                  <a:cubicBezTo>
                    <a:pt x="25" y="28"/>
                    <a:pt x="30" y="33"/>
                    <a:pt x="36" y="33"/>
                  </a:cubicBezTo>
                  <a:cubicBezTo>
                    <a:pt x="42" y="33"/>
                    <a:pt x="47" y="28"/>
                    <a:pt x="47" y="22"/>
                  </a:cubicBezTo>
                  <a:cubicBezTo>
                    <a:pt x="47" y="16"/>
                    <a:pt x="42" y="12"/>
                    <a:pt x="36" y="12"/>
                  </a:cubicBezTo>
                  <a:close/>
                  <a:moveTo>
                    <a:pt x="41" y="22"/>
                  </a:moveTo>
                  <a:cubicBezTo>
                    <a:pt x="41" y="22"/>
                    <a:pt x="41" y="22"/>
                    <a:pt x="41" y="22"/>
                  </a:cubicBezTo>
                  <a:cubicBezTo>
                    <a:pt x="41" y="21"/>
                    <a:pt x="42" y="21"/>
                    <a:pt x="43" y="21"/>
                  </a:cubicBezTo>
                  <a:cubicBezTo>
                    <a:pt x="44" y="21"/>
                    <a:pt x="44" y="21"/>
                    <a:pt x="44" y="22"/>
                  </a:cubicBezTo>
                  <a:cubicBezTo>
                    <a:pt x="44" y="27"/>
                    <a:pt x="40" y="31"/>
                    <a:pt x="36" y="31"/>
                  </a:cubicBezTo>
                  <a:cubicBezTo>
                    <a:pt x="35" y="31"/>
                    <a:pt x="34" y="30"/>
                    <a:pt x="34" y="29"/>
                  </a:cubicBezTo>
                  <a:cubicBezTo>
                    <a:pt x="34" y="28"/>
                    <a:pt x="35" y="27"/>
                    <a:pt x="36" y="27"/>
                  </a:cubicBezTo>
                  <a:cubicBezTo>
                    <a:pt x="38" y="27"/>
                    <a:pt x="40" y="26"/>
                    <a:pt x="41" y="23"/>
                  </a:cubicBezTo>
                  <a:cubicBezTo>
                    <a:pt x="41" y="23"/>
                    <a:pt x="41" y="23"/>
                    <a:pt x="41" y="23"/>
                  </a:cubicBezTo>
                  <a:cubicBezTo>
                    <a:pt x="41" y="23"/>
                    <a:pt x="41" y="23"/>
                    <a:pt x="41" y="22"/>
                  </a:cubicBezTo>
                  <a:close/>
                  <a:moveTo>
                    <a:pt x="31" y="20"/>
                  </a:moveTo>
                  <a:cubicBezTo>
                    <a:pt x="31" y="20"/>
                    <a:pt x="31" y="20"/>
                    <a:pt x="31" y="20"/>
                  </a:cubicBezTo>
                  <a:cubicBezTo>
                    <a:pt x="31" y="21"/>
                    <a:pt x="30" y="22"/>
                    <a:pt x="29" y="21"/>
                  </a:cubicBezTo>
                  <a:cubicBezTo>
                    <a:pt x="28" y="21"/>
                    <a:pt x="28" y="20"/>
                    <a:pt x="28" y="19"/>
                  </a:cubicBezTo>
                  <a:cubicBezTo>
                    <a:pt x="29" y="17"/>
                    <a:pt x="31" y="16"/>
                    <a:pt x="33" y="15"/>
                  </a:cubicBezTo>
                  <a:cubicBezTo>
                    <a:pt x="34" y="14"/>
                    <a:pt x="35" y="15"/>
                    <a:pt x="35" y="16"/>
                  </a:cubicBezTo>
                  <a:cubicBezTo>
                    <a:pt x="35" y="16"/>
                    <a:pt x="35" y="17"/>
                    <a:pt x="34" y="18"/>
                  </a:cubicBezTo>
                  <a:cubicBezTo>
                    <a:pt x="33" y="18"/>
                    <a:pt x="32" y="19"/>
                    <a:pt x="31" y="20"/>
                  </a:cubicBezTo>
                  <a:close/>
                  <a:moveTo>
                    <a:pt x="36" y="5"/>
                  </a:moveTo>
                  <a:cubicBezTo>
                    <a:pt x="36" y="5"/>
                    <a:pt x="36" y="5"/>
                    <a:pt x="36" y="5"/>
                  </a:cubicBezTo>
                  <a:cubicBezTo>
                    <a:pt x="24" y="5"/>
                    <a:pt x="12" y="12"/>
                    <a:pt x="6" y="22"/>
                  </a:cubicBezTo>
                  <a:cubicBezTo>
                    <a:pt x="12" y="33"/>
                    <a:pt x="24" y="40"/>
                    <a:pt x="36" y="40"/>
                  </a:cubicBezTo>
                  <a:cubicBezTo>
                    <a:pt x="48" y="40"/>
                    <a:pt x="60" y="33"/>
                    <a:pt x="66" y="22"/>
                  </a:cubicBezTo>
                  <a:cubicBezTo>
                    <a:pt x="60" y="12"/>
                    <a:pt x="48" y="5"/>
                    <a:pt x="36" y="5"/>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198"/>
            <p:cNvSpPr>
              <a:spLocks noEditPoints="1"/>
            </p:cNvSpPr>
            <p:nvPr/>
          </p:nvSpPr>
          <p:spPr bwMode="auto">
            <a:xfrm>
              <a:off x="12729" y="6409"/>
              <a:ext cx="534" cy="489"/>
            </a:xfrm>
            <a:custGeom>
              <a:avLst/>
              <a:gdLst>
                <a:gd name="T0" fmla="*/ 26 w 70"/>
                <a:gd name="T1" fmla="*/ 28 h 64"/>
                <a:gd name="T2" fmla="*/ 26 w 70"/>
                <a:gd name="T3" fmla="*/ 35 h 64"/>
                <a:gd name="T4" fmla="*/ 18 w 70"/>
                <a:gd name="T5" fmla="*/ 35 h 64"/>
                <a:gd name="T6" fmla="*/ 18 w 70"/>
                <a:gd name="T7" fmla="*/ 28 h 64"/>
                <a:gd name="T8" fmla="*/ 35 w 70"/>
                <a:gd name="T9" fmla="*/ 0 h 64"/>
                <a:gd name="T10" fmla="*/ 60 w 70"/>
                <a:gd name="T11" fmla="*/ 9 h 64"/>
                <a:gd name="T12" fmla="*/ 60 w 70"/>
                <a:gd name="T13" fmla="*/ 53 h 64"/>
                <a:gd name="T14" fmla="*/ 27 w 70"/>
                <a:gd name="T15" fmla="*/ 61 h 64"/>
                <a:gd name="T16" fmla="*/ 11 w 70"/>
                <a:gd name="T17" fmla="*/ 64 h 64"/>
                <a:gd name="T18" fmla="*/ 9 w 70"/>
                <a:gd name="T19" fmla="*/ 64 h 64"/>
                <a:gd name="T20" fmla="*/ 5 w 70"/>
                <a:gd name="T21" fmla="*/ 61 h 64"/>
                <a:gd name="T22" fmla="*/ 4 w 70"/>
                <a:gd name="T23" fmla="*/ 58 h 64"/>
                <a:gd name="T24" fmla="*/ 2 w 70"/>
                <a:gd name="T25" fmla="*/ 42 h 64"/>
                <a:gd name="T26" fmla="*/ 10 w 70"/>
                <a:gd name="T27" fmla="*/ 9 h 64"/>
                <a:gd name="T28" fmla="*/ 56 w 70"/>
                <a:gd name="T29" fmla="*/ 13 h 64"/>
                <a:gd name="T30" fmla="*/ 35 w 70"/>
                <a:gd name="T31" fmla="*/ 6 h 64"/>
                <a:gd name="T32" fmla="*/ 5 w 70"/>
                <a:gd name="T33" fmla="*/ 31 h 64"/>
                <a:gd name="T34" fmla="*/ 11 w 70"/>
                <a:gd name="T35" fmla="*/ 47 h 64"/>
                <a:gd name="T36" fmla="*/ 10 w 70"/>
                <a:gd name="T37" fmla="*/ 58 h 64"/>
                <a:gd name="T38" fmla="*/ 21 w 70"/>
                <a:gd name="T39" fmla="*/ 54 h 64"/>
                <a:gd name="T40" fmla="*/ 35 w 70"/>
                <a:gd name="T41" fmla="*/ 57 h 64"/>
                <a:gd name="T42" fmla="*/ 65 w 70"/>
                <a:gd name="T43" fmla="*/ 31 h 64"/>
                <a:gd name="T44" fmla="*/ 23 w 70"/>
                <a:gd name="T45" fmla="*/ 30 h 64"/>
                <a:gd name="T46" fmla="*/ 22 w 70"/>
                <a:gd name="T47" fmla="*/ 29 h 64"/>
                <a:gd name="T48" fmla="*/ 20 w 70"/>
                <a:gd name="T49" fmla="*/ 31 h 64"/>
                <a:gd name="T50" fmla="*/ 22 w 70"/>
                <a:gd name="T51" fmla="*/ 33 h 64"/>
                <a:gd name="T52" fmla="*/ 24 w 70"/>
                <a:gd name="T53" fmla="*/ 31 h 64"/>
                <a:gd name="T54" fmla="*/ 35 w 70"/>
                <a:gd name="T55" fmla="*/ 26 h 64"/>
                <a:gd name="T56" fmla="*/ 39 w 70"/>
                <a:gd name="T57" fmla="*/ 28 h 64"/>
                <a:gd name="T58" fmla="*/ 39 w 70"/>
                <a:gd name="T59" fmla="*/ 35 h 64"/>
                <a:gd name="T60" fmla="*/ 31 w 70"/>
                <a:gd name="T61" fmla="*/ 35 h 64"/>
                <a:gd name="T62" fmla="*/ 31 w 70"/>
                <a:gd name="T63" fmla="*/ 28 h 64"/>
                <a:gd name="T64" fmla="*/ 36 w 70"/>
                <a:gd name="T65" fmla="*/ 30 h 64"/>
                <a:gd name="T66" fmla="*/ 35 w 70"/>
                <a:gd name="T67" fmla="*/ 29 h 64"/>
                <a:gd name="T68" fmla="*/ 33 w 70"/>
                <a:gd name="T69" fmla="*/ 31 h 64"/>
                <a:gd name="T70" fmla="*/ 35 w 70"/>
                <a:gd name="T71" fmla="*/ 33 h 64"/>
                <a:gd name="T72" fmla="*/ 37 w 70"/>
                <a:gd name="T73" fmla="*/ 31 h 64"/>
                <a:gd name="T74" fmla="*/ 48 w 70"/>
                <a:gd name="T75" fmla="*/ 26 h 64"/>
                <a:gd name="T76" fmla="*/ 52 w 70"/>
                <a:gd name="T77" fmla="*/ 28 h 64"/>
                <a:gd name="T78" fmla="*/ 52 w 70"/>
                <a:gd name="T79" fmla="*/ 35 h 64"/>
                <a:gd name="T80" fmla="*/ 44 w 70"/>
                <a:gd name="T81" fmla="*/ 35 h 64"/>
                <a:gd name="T82" fmla="*/ 44 w 70"/>
                <a:gd name="T83" fmla="*/ 28 h 64"/>
                <a:gd name="T84" fmla="*/ 49 w 70"/>
                <a:gd name="T85" fmla="*/ 30 h 64"/>
                <a:gd name="T86" fmla="*/ 48 w 70"/>
                <a:gd name="T87" fmla="*/ 29 h 64"/>
                <a:gd name="T88" fmla="*/ 46 w 70"/>
                <a:gd name="T89" fmla="*/ 31 h 64"/>
                <a:gd name="T90" fmla="*/ 48 w 70"/>
                <a:gd name="T91" fmla="*/ 33 h 64"/>
                <a:gd name="T92" fmla="*/ 50 w 70"/>
                <a:gd name="T93" fmla="*/ 3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0" h="64">
                  <a:moveTo>
                    <a:pt x="22" y="26"/>
                  </a:moveTo>
                  <a:cubicBezTo>
                    <a:pt x="23" y="26"/>
                    <a:pt x="25" y="27"/>
                    <a:pt x="26" y="28"/>
                  </a:cubicBezTo>
                  <a:cubicBezTo>
                    <a:pt x="27" y="29"/>
                    <a:pt x="27" y="30"/>
                    <a:pt x="27" y="31"/>
                  </a:cubicBezTo>
                  <a:cubicBezTo>
                    <a:pt x="27" y="33"/>
                    <a:pt x="27" y="34"/>
                    <a:pt x="26" y="35"/>
                  </a:cubicBezTo>
                  <a:cubicBezTo>
                    <a:pt x="25" y="36"/>
                    <a:pt x="23" y="36"/>
                    <a:pt x="22" y="36"/>
                  </a:cubicBezTo>
                  <a:cubicBezTo>
                    <a:pt x="20" y="36"/>
                    <a:pt x="19" y="36"/>
                    <a:pt x="18" y="35"/>
                  </a:cubicBezTo>
                  <a:cubicBezTo>
                    <a:pt x="17" y="34"/>
                    <a:pt x="17" y="33"/>
                    <a:pt x="17" y="31"/>
                  </a:cubicBezTo>
                  <a:cubicBezTo>
                    <a:pt x="17" y="30"/>
                    <a:pt x="17" y="29"/>
                    <a:pt x="18" y="28"/>
                  </a:cubicBezTo>
                  <a:cubicBezTo>
                    <a:pt x="19" y="27"/>
                    <a:pt x="20" y="26"/>
                    <a:pt x="22" y="26"/>
                  </a:cubicBezTo>
                  <a:close/>
                  <a:moveTo>
                    <a:pt x="35" y="0"/>
                  </a:moveTo>
                  <a:cubicBezTo>
                    <a:pt x="35" y="0"/>
                    <a:pt x="35" y="0"/>
                    <a:pt x="35" y="0"/>
                  </a:cubicBezTo>
                  <a:cubicBezTo>
                    <a:pt x="45" y="0"/>
                    <a:pt x="53" y="4"/>
                    <a:pt x="60" y="9"/>
                  </a:cubicBezTo>
                  <a:cubicBezTo>
                    <a:pt x="66" y="15"/>
                    <a:pt x="70" y="23"/>
                    <a:pt x="70" y="31"/>
                  </a:cubicBezTo>
                  <a:cubicBezTo>
                    <a:pt x="70" y="40"/>
                    <a:pt x="66" y="48"/>
                    <a:pt x="60" y="53"/>
                  </a:cubicBezTo>
                  <a:cubicBezTo>
                    <a:pt x="53" y="59"/>
                    <a:pt x="45" y="62"/>
                    <a:pt x="35" y="62"/>
                  </a:cubicBezTo>
                  <a:cubicBezTo>
                    <a:pt x="32" y="62"/>
                    <a:pt x="29" y="62"/>
                    <a:pt x="27" y="61"/>
                  </a:cubicBezTo>
                  <a:cubicBezTo>
                    <a:pt x="24" y="61"/>
                    <a:pt x="22" y="60"/>
                    <a:pt x="20" y="59"/>
                  </a:cubicBezTo>
                  <a:cubicBezTo>
                    <a:pt x="11" y="64"/>
                    <a:pt x="11" y="64"/>
                    <a:pt x="11" y="64"/>
                  </a:cubicBezTo>
                  <a:cubicBezTo>
                    <a:pt x="10" y="64"/>
                    <a:pt x="10" y="64"/>
                    <a:pt x="9" y="64"/>
                  </a:cubicBezTo>
                  <a:cubicBezTo>
                    <a:pt x="9" y="64"/>
                    <a:pt x="9" y="64"/>
                    <a:pt x="9" y="64"/>
                  </a:cubicBezTo>
                  <a:cubicBezTo>
                    <a:pt x="8" y="64"/>
                    <a:pt x="7" y="64"/>
                    <a:pt x="6" y="63"/>
                  </a:cubicBezTo>
                  <a:cubicBezTo>
                    <a:pt x="5" y="63"/>
                    <a:pt x="5" y="62"/>
                    <a:pt x="5" y="61"/>
                  </a:cubicBezTo>
                  <a:cubicBezTo>
                    <a:pt x="5" y="61"/>
                    <a:pt x="5" y="61"/>
                    <a:pt x="5" y="61"/>
                  </a:cubicBezTo>
                  <a:cubicBezTo>
                    <a:pt x="4" y="60"/>
                    <a:pt x="4" y="59"/>
                    <a:pt x="4" y="58"/>
                  </a:cubicBezTo>
                  <a:cubicBezTo>
                    <a:pt x="6" y="49"/>
                    <a:pt x="6" y="49"/>
                    <a:pt x="6" y="49"/>
                  </a:cubicBezTo>
                  <a:cubicBezTo>
                    <a:pt x="4" y="47"/>
                    <a:pt x="3" y="44"/>
                    <a:pt x="2" y="42"/>
                  </a:cubicBezTo>
                  <a:cubicBezTo>
                    <a:pt x="0" y="38"/>
                    <a:pt x="0" y="35"/>
                    <a:pt x="0" y="31"/>
                  </a:cubicBezTo>
                  <a:cubicBezTo>
                    <a:pt x="0" y="23"/>
                    <a:pt x="4" y="15"/>
                    <a:pt x="10" y="9"/>
                  </a:cubicBezTo>
                  <a:cubicBezTo>
                    <a:pt x="17" y="4"/>
                    <a:pt x="25" y="0"/>
                    <a:pt x="35" y="0"/>
                  </a:cubicBezTo>
                  <a:close/>
                  <a:moveTo>
                    <a:pt x="56" y="13"/>
                  </a:moveTo>
                  <a:cubicBezTo>
                    <a:pt x="56" y="13"/>
                    <a:pt x="56" y="13"/>
                    <a:pt x="56" y="13"/>
                  </a:cubicBezTo>
                  <a:cubicBezTo>
                    <a:pt x="51" y="9"/>
                    <a:pt x="43" y="6"/>
                    <a:pt x="35" y="6"/>
                  </a:cubicBezTo>
                  <a:cubicBezTo>
                    <a:pt x="27" y="6"/>
                    <a:pt x="19" y="9"/>
                    <a:pt x="14" y="13"/>
                  </a:cubicBezTo>
                  <a:cubicBezTo>
                    <a:pt x="8" y="18"/>
                    <a:pt x="5" y="24"/>
                    <a:pt x="5" y="31"/>
                  </a:cubicBezTo>
                  <a:cubicBezTo>
                    <a:pt x="5" y="34"/>
                    <a:pt x="6" y="37"/>
                    <a:pt x="7" y="39"/>
                  </a:cubicBezTo>
                  <a:cubicBezTo>
                    <a:pt x="8" y="42"/>
                    <a:pt x="9" y="45"/>
                    <a:pt x="11" y="47"/>
                  </a:cubicBezTo>
                  <a:cubicBezTo>
                    <a:pt x="12" y="47"/>
                    <a:pt x="12" y="48"/>
                    <a:pt x="12" y="49"/>
                  </a:cubicBezTo>
                  <a:cubicBezTo>
                    <a:pt x="10" y="58"/>
                    <a:pt x="10" y="58"/>
                    <a:pt x="10" y="58"/>
                  </a:cubicBezTo>
                  <a:cubicBezTo>
                    <a:pt x="18" y="54"/>
                    <a:pt x="18" y="54"/>
                    <a:pt x="18" y="54"/>
                  </a:cubicBezTo>
                  <a:cubicBezTo>
                    <a:pt x="19" y="53"/>
                    <a:pt x="20" y="53"/>
                    <a:pt x="21" y="54"/>
                  </a:cubicBezTo>
                  <a:cubicBezTo>
                    <a:pt x="23" y="55"/>
                    <a:pt x="25" y="55"/>
                    <a:pt x="28" y="56"/>
                  </a:cubicBezTo>
                  <a:cubicBezTo>
                    <a:pt x="30" y="56"/>
                    <a:pt x="32" y="57"/>
                    <a:pt x="35" y="57"/>
                  </a:cubicBezTo>
                  <a:cubicBezTo>
                    <a:pt x="43" y="57"/>
                    <a:pt x="51" y="54"/>
                    <a:pt x="56" y="49"/>
                  </a:cubicBezTo>
                  <a:cubicBezTo>
                    <a:pt x="62" y="45"/>
                    <a:pt x="65" y="38"/>
                    <a:pt x="65" y="31"/>
                  </a:cubicBezTo>
                  <a:cubicBezTo>
                    <a:pt x="65" y="24"/>
                    <a:pt x="62" y="18"/>
                    <a:pt x="56" y="13"/>
                  </a:cubicBezTo>
                  <a:close/>
                  <a:moveTo>
                    <a:pt x="23" y="30"/>
                  </a:moveTo>
                  <a:cubicBezTo>
                    <a:pt x="23" y="30"/>
                    <a:pt x="23" y="30"/>
                    <a:pt x="23" y="30"/>
                  </a:cubicBezTo>
                  <a:cubicBezTo>
                    <a:pt x="23" y="30"/>
                    <a:pt x="22" y="29"/>
                    <a:pt x="22" y="29"/>
                  </a:cubicBezTo>
                  <a:cubicBezTo>
                    <a:pt x="21" y="29"/>
                    <a:pt x="21" y="30"/>
                    <a:pt x="21" y="30"/>
                  </a:cubicBezTo>
                  <a:cubicBezTo>
                    <a:pt x="20" y="30"/>
                    <a:pt x="20" y="31"/>
                    <a:pt x="20" y="31"/>
                  </a:cubicBezTo>
                  <a:cubicBezTo>
                    <a:pt x="20" y="32"/>
                    <a:pt x="20" y="32"/>
                    <a:pt x="21" y="33"/>
                  </a:cubicBezTo>
                  <a:cubicBezTo>
                    <a:pt x="21" y="33"/>
                    <a:pt x="21" y="33"/>
                    <a:pt x="22" y="33"/>
                  </a:cubicBezTo>
                  <a:cubicBezTo>
                    <a:pt x="22" y="33"/>
                    <a:pt x="23" y="33"/>
                    <a:pt x="23" y="33"/>
                  </a:cubicBezTo>
                  <a:cubicBezTo>
                    <a:pt x="24" y="32"/>
                    <a:pt x="24" y="32"/>
                    <a:pt x="24" y="31"/>
                  </a:cubicBezTo>
                  <a:cubicBezTo>
                    <a:pt x="24" y="31"/>
                    <a:pt x="24" y="30"/>
                    <a:pt x="23" y="30"/>
                  </a:cubicBezTo>
                  <a:close/>
                  <a:moveTo>
                    <a:pt x="35" y="26"/>
                  </a:moveTo>
                  <a:cubicBezTo>
                    <a:pt x="35" y="26"/>
                    <a:pt x="35" y="26"/>
                    <a:pt x="35" y="26"/>
                  </a:cubicBezTo>
                  <a:cubicBezTo>
                    <a:pt x="36" y="26"/>
                    <a:pt x="38" y="27"/>
                    <a:pt x="39" y="28"/>
                  </a:cubicBezTo>
                  <a:cubicBezTo>
                    <a:pt x="40" y="29"/>
                    <a:pt x="40" y="30"/>
                    <a:pt x="40" y="31"/>
                  </a:cubicBezTo>
                  <a:cubicBezTo>
                    <a:pt x="40" y="33"/>
                    <a:pt x="40" y="34"/>
                    <a:pt x="39" y="35"/>
                  </a:cubicBezTo>
                  <a:cubicBezTo>
                    <a:pt x="38" y="36"/>
                    <a:pt x="36" y="36"/>
                    <a:pt x="35" y="36"/>
                  </a:cubicBezTo>
                  <a:cubicBezTo>
                    <a:pt x="34" y="36"/>
                    <a:pt x="32" y="36"/>
                    <a:pt x="31" y="35"/>
                  </a:cubicBezTo>
                  <a:cubicBezTo>
                    <a:pt x="30" y="34"/>
                    <a:pt x="30" y="33"/>
                    <a:pt x="30" y="31"/>
                  </a:cubicBezTo>
                  <a:cubicBezTo>
                    <a:pt x="30" y="30"/>
                    <a:pt x="30" y="29"/>
                    <a:pt x="31" y="28"/>
                  </a:cubicBezTo>
                  <a:cubicBezTo>
                    <a:pt x="32" y="27"/>
                    <a:pt x="34" y="26"/>
                    <a:pt x="35" y="26"/>
                  </a:cubicBezTo>
                  <a:close/>
                  <a:moveTo>
                    <a:pt x="36" y="30"/>
                  </a:moveTo>
                  <a:cubicBezTo>
                    <a:pt x="36" y="30"/>
                    <a:pt x="36" y="30"/>
                    <a:pt x="36" y="30"/>
                  </a:cubicBezTo>
                  <a:cubicBezTo>
                    <a:pt x="36" y="30"/>
                    <a:pt x="36" y="29"/>
                    <a:pt x="35" y="29"/>
                  </a:cubicBezTo>
                  <a:cubicBezTo>
                    <a:pt x="34" y="29"/>
                    <a:pt x="34" y="30"/>
                    <a:pt x="34" y="30"/>
                  </a:cubicBezTo>
                  <a:cubicBezTo>
                    <a:pt x="33" y="30"/>
                    <a:pt x="33" y="31"/>
                    <a:pt x="33" y="31"/>
                  </a:cubicBezTo>
                  <a:cubicBezTo>
                    <a:pt x="33" y="32"/>
                    <a:pt x="33" y="32"/>
                    <a:pt x="34" y="33"/>
                  </a:cubicBezTo>
                  <a:cubicBezTo>
                    <a:pt x="34" y="33"/>
                    <a:pt x="34" y="33"/>
                    <a:pt x="35" y="33"/>
                  </a:cubicBezTo>
                  <a:cubicBezTo>
                    <a:pt x="36" y="33"/>
                    <a:pt x="36" y="33"/>
                    <a:pt x="36" y="33"/>
                  </a:cubicBezTo>
                  <a:cubicBezTo>
                    <a:pt x="37" y="32"/>
                    <a:pt x="37" y="32"/>
                    <a:pt x="37" y="31"/>
                  </a:cubicBezTo>
                  <a:cubicBezTo>
                    <a:pt x="37" y="31"/>
                    <a:pt x="37" y="30"/>
                    <a:pt x="36" y="30"/>
                  </a:cubicBezTo>
                  <a:close/>
                  <a:moveTo>
                    <a:pt x="48" y="26"/>
                  </a:moveTo>
                  <a:cubicBezTo>
                    <a:pt x="48" y="26"/>
                    <a:pt x="48" y="26"/>
                    <a:pt x="48" y="26"/>
                  </a:cubicBezTo>
                  <a:cubicBezTo>
                    <a:pt x="49" y="26"/>
                    <a:pt x="51" y="27"/>
                    <a:pt x="52" y="28"/>
                  </a:cubicBezTo>
                  <a:cubicBezTo>
                    <a:pt x="53" y="29"/>
                    <a:pt x="53" y="30"/>
                    <a:pt x="53" y="31"/>
                  </a:cubicBezTo>
                  <a:cubicBezTo>
                    <a:pt x="53" y="33"/>
                    <a:pt x="53" y="34"/>
                    <a:pt x="52" y="35"/>
                  </a:cubicBezTo>
                  <a:cubicBezTo>
                    <a:pt x="51" y="36"/>
                    <a:pt x="49" y="36"/>
                    <a:pt x="48" y="36"/>
                  </a:cubicBezTo>
                  <a:cubicBezTo>
                    <a:pt x="47" y="36"/>
                    <a:pt x="45" y="36"/>
                    <a:pt x="44" y="35"/>
                  </a:cubicBezTo>
                  <a:cubicBezTo>
                    <a:pt x="43" y="34"/>
                    <a:pt x="43" y="33"/>
                    <a:pt x="43" y="31"/>
                  </a:cubicBezTo>
                  <a:cubicBezTo>
                    <a:pt x="43" y="30"/>
                    <a:pt x="43" y="29"/>
                    <a:pt x="44" y="28"/>
                  </a:cubicBezTo>
                  <a:cubicBezTo>
                    <a:pt x="45" y="27"/>
                    <a:pt x="47" y="26"/>
                    <a:pt x="48" y="26"/>
                  </a:cubicBezTo>
                  <a:close/>
                  <a:moveTo>
                    <a:pt x="49" y="30"/>
                  </a:moveTo>
                  <a:cubicBezTo>
                    <a:pt x="49" y="30"/>
                    <a:pt x="49" y="30"/>
                    <a:pt x="49" y="30"/>
                  </a:cubicBezTo>
                  <a:cubicBezTo>
                    <a:pt x="49" y="30"/>
                    <a:pt x="49" y="29"/>
                    <a:pt x="48" y="29"/>
                  </a:cubicBezTo>
                  <a:cubicBezTo>
                    <a:pt x="48" y="29"/>
                    <a:pt x="47" y="30"/>
                    <a:pt x="47" y="30"/>
                  </a:cubicBezTo>
                  <a:cubicBezTo>
                    <a:pt x="46" y="30"/>
                    <a:pt x="46" y="31"/>
                    <a:pt x="46" y="31"/>
                  </a:cubicBezTo>
                  <a:cubicBezTo>
                    <a:pt x="46" y="32"/>
                    <a:pt x="46" y="32"/>
                    <a:pt x="47" y="33"/>
                  </a:cubicBezTo>
                  <a:cubicBezTo>
                    <a:pt x="47" y="33"/>
                    <a:pt x="48" y="33"/>
                    <a:pt x="48" y="33"/>
                  </a:cubicBezTo>
                  <a:cubicBezTo>
                    <a:pt x="49" y="33"/>
                    <a:pt x="49" y="33"/>
                    <a:pt x="49" y="33"/>
                  </a:cubicBezTo>
                  <a:cubicBezTo>
                    <a:pt x="50" y="32"/>
                    <a:pt x="50" y="32"/>
                    <a:pt x="50" y="31"/>
                  </a:cubicBezTo>
                  <a:cubicBezTo>
                    <a:pt x="50" y="31"/>
                    <a:pt x="50" y="30"/>
                    <a:pt x="49" y="30"/>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TextBox 1"/>
            <p:cNvSpPr txBox="1"/>
            <p:nvPr/>
          </p:nvSpPr>
          <p:spPr>
            <a:xfrm>
              <a:off x="6338" y="7535"/>
              <a:ext cx="2738" cy="727"/>
            </a:xfrm>
            <a:prstGeom prst="rect">
              <a:avLst/>
            </a:prstGeom>
            <a:noFill/>
          </p:spPr>
          <p:txBody>
            <a:bodyPr wrap="square" lIns="0" tIns="0" rIns="0" rtlCol="0">
              <a:spAutoFit/>
            </a:bodyPr>
            <a:lstStyle/>
            <a:p>
              <a:pPr algn="ctr"/>
              <a:r>
                <a:rPr lang="zh-CN" altLang="en-US" sz="1400" dirty="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rPr>
                <a:t>独立担当</a:t>
              </a:r>
              <a:r>
                <a:rPr lang="zh-CN" sz="1400" dirty="0" smtClean="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rPr>
                <a:t>能力</a:t>
              </a:r>
              <a:endParaRPr lang="zh-CN" sz="1400" dirty="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endParaRPr>
            </a:p>
          </p:txBody>
        </p:sp>
        <p:sp>
          <p:nvSpPr>
            <p:cNvPr id="59" name="TextBox 1"/>
            <p:cNvSpPr txBox="1"/>
            <p:nvPr/>
          </p:nvSpPr>
          <p:spPr>
            <a:xfrm>
              <a:off x="9683" y="7527"/>
              <a:ext cx="1893" cy="727"/>
            </a:xfrm>
            <a:prstGeom prst="rect">
              <a:avLst/>
            </a:prstGeom>
            <a:noFill/>
          </p:spPr>
          <p:txBody>
            <a:bodyPr wrap="square" lIns="0" tIns="0" rIns="0" rtlCol="0">
              <a:spAutoFit/>
            </a:bodyPr>
            <a:lstStyle/>
            <a:p>
              <a:r>
                <a:rPr lang="zh-CN" altLang="en-US" sz="1400" dirty="0" smtClean="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rPr>
                <a:t>调查</a:t>
              </a:r>
              <a:r>
                <a:rPr lang="zh-CN" sz="1400" dirty="0" smtClean="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rPr>
                <a:t>能力</a:t>
              </a:r>
              <a:endParaRPr lang="zh-CN" sz="1400" dirty="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endParaRPr>
            </a:p>
          </p:txBody>
        </p:sp>
        <p:sp>
          <p:nvSpPr>
            <p:cNvPr id="60" name="TextBox 1"/>
            <p:cNvSpPr txBox="1"/>
            <p:nvPr/>
          </p:nvSpPr>
          <p:spPr>
            <a:xfrm>
              <a:off x="12491" y="7498"/>
              <a:ext cx="1845" cy="727"/>
            </a:xfrm>
            <a:prstGeom prst="rect">
              <a:avLst/>
            </a:prstGeom>
            <a:noFill/>
          </p:spPr>
          <p:txBody>
            <a:bodyPr wrap="square" lIns="0" tIns="0" rIns="0" rtlCol="0">
              <a:spAutoFit/>
            </a:bodyPr>
            <a:lstStyle/>
            <a:p>
              <a:r>
                <a:rPr lang="zh-CN" altLang="en-US" sz="1400" dirty="0" smtClean="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rPr>
                <a:t>测试</a:t>
              </a:r>
              <a:r>
                <a:rPr lang="zh-CN" sz="1400" dirty="0" smtClean="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rPr>
                <a:t>能力</a:t>
              </a:r>
              <a:endParaRPr lang="zh-CN" sz="1400" dirty="0">
                <a:solidFill>
                  <a:schemeClr val="bg2">
                    <a:lumMod val="50000"/>
                  </a:schemeClr>
                </a:solidFill>
                <a:latin typeface="黑体" panose="02010609060101010101" pitchFamily="49" charset="-122"/>
                <a:ea typeface="黑体" panose="02010609060101010101" pitchFamily="49" charset="-122"/>
                <a:cs typeface="Calibri" panose="020F0502020204030204" pitchFamily="18" charset="0"/>
              </a:endParaRPr>
            </a:p>
          </p:txBody>
        </p:sp>
      </p:grpSp>
      <p:sp>
        <p:nvSpPr>
          <p:cNvPr id="69" name="テキスト ボックス 68"/>
          <p:cNvSpPr txBox="1"/>
          <p:nvPr/>
        </p:nvSpPr>
        <p:spPr>
          <a:xfrm>
            <a:off x="6747680" y="4604265"/>
            <a:ext cx="503448" cy="276999"/>
          </a:xfrm>
          <a:prstGeom prst="rect">
            <a:avLst/>
          </a:prstGeom>
          <a:noFill/>
        </p:spPr>
        <p:txBody>
          <a:bodyPr wrap="square" rtlCol="0">
            <a:spAutoFit/>
          </a:bodyPr>
          <a:lstStyle/>
          <a:p>
            <a:r>
              <a:rPr lang="en-US" altLang="zh-CN" sz="1200" dirty="0" smtClean="0"/>
              <a:t>70%</a:t>
            </a:r>
            <a:endParaRPr lang="zh-CN" altLang="en-US" sz="1200" dirty="0"/>
          </a:p>
        </p:txBody>
      </p:sp>
      <p:sp>
        <p:nvSpPr>
          <p:cNvPr id="70" name="テキスト ボックス 69"/>
          <p:cNvSpPr txBox="1"/>
          <p:nvPr/>
        </p:nvSpPr>
        <p:spPr>
          <a:xfrm>
            <a:off x="6073988" y="4604265"/>
            <a:ext cx="492470" cy="261610"/>
          </a:xfrm>
          <a:prstGeom prst="rect">
            <a:avLst/>
          </a:prstGeom>
          <a:noFill/>
        </p:spPr>
        <p:txBody>
          <a:bodyPr wrap="square" rtlCol="0">
            <a:spAutoFit/>
          </a:bodyPr>
          <a:lstStyle/>
          <a:p>
            <a:r>
              <a:rPr lang="en-US" altLang="zh-CN" sz="1100" dirty="0" smtClean="0"/>
              <a:t>60%</a:t>
            </a:r>
            <a:endParaRPr lang="zh-CN" altLang="en-US" sz="1100" dirty="0"/>
          </a:p>
        </p:txBody>
      </p:sp>
      <p:sp>
        <p:nvSpPr>
          <p:cNvPr id="71" name="テキスト ボックス 70"/>
          <p:cNvSpPr txBox="1"/>
          <p:nvPr/>
        </p:nvSpPr>
        <p:spPr>
          <a:xfrm>
            <a:off x="7498636" y="4618839"/>
            <a:ext cx="492073" cy="276999"/>
          </a:xfrm>
          <a:prstGeom prst="rect">
            <a:avLst/>
          </a:prstGeom>
          <a:noFill/>
        </p:spPr>
        <p:txBody>
          <a:bodyPr wrap="square" rtlCol="0">
            <a:spAutoFit/>
          </a:bodyPr>
          <a:lstStyle/>
          <a:p>
            <a:r>
              <a:rPr lang="en-US" altLang="zh-CN" sz="1200" dirty="0" smtClean="0"/>
              <a:t>70%</a:t>
            </a:r>
            <a:endParaRPr lang="zh-CN" altLang="en-US" sz="1200" dirty="0"/>
          </a:p>
        </p:txBody>
      </p:sp>
      <p:sp>
        <p:nvSpPr>
          <p:cNvPr id="72" name="テキスト ボックス 71"/>
          <p:cNvSpPr txBox="1"/>
          <p:nvPr/>
        </p:nvSpPr>
        <p:spPr>
          <a:xfrm>
            <a:off x="8307811" y="4602473"/>
            <a:ext cx="491088" cy="276999"/>
          </a:xfrm>
          <a:prstGeom prst="rect">
            <a:avLst/>
          </a:prstGeom>
          <a:noFill/>
        </p:spPr>
        <p:txBody>
          <a:bodyPr wrap="square" rtlCol="0">
            <a:spAutoFit/>
          </a:bodyPr>
          <a:lstStyle/>
          <a:p>
            <a:r>
              <a:rPr lang="en-US" altLang="zh-CN" sz="1200" dirty="0" smtClean="0"/>
              <a:t>80%</a:t>
            </a:r>
            <a:endParaRPr lang="zh-CN" altLang="en-US" sz="1200" dirty="0"/>
          </a:p>
        </p:txBody>
      </p:sp>
      <p:sp>
        <p:nvSpPr>
          <p:cNvPr id="73" name="文本框 277"/>
          <p:cNvSpPr txBox="1"/>
          <p:nvPr/>
        </p:nvSpPr>
        <p:spPr>
          <a:xfrm>
            <a:off x="6156014" y="326295"/>
            <a:ext cx="840295" cy="707886"/>
          </a:xfrm>
          <a:prstGeom prst="rect">
            <a:avLst/>
          </a:prstGeom>
          <a:noFill/>
        </p:spPr>
        <p:txBody>
          <a:bodyPr wrap="none" rtlCol="0">
            <a:spAutoFit/>
          </a:bodyPr>
          <a:lstStyle/>
          <a:p>
            <a:r>
              <a:rPr kumimoji="1" lang="en-US" altLang="ja-JP" sz="4000" b="1" dirty="0" smtClean="0">
                <a:solidFill>
                  <a:schemeClr val="bg1">
                    <a:lumMod val="50000"/>
                  </a:schemeClr>
                </a:solidFill>
              </a:rPr>
              <a:t>N5</a:t>
            </a:r>
            <a:endParaRPr kumimoji="1" lang="ja-JP" altLang="en-US" sz="4000" b="1" dirty="0">
              <a:solidFill>
                <a:schemeClr val="bg1">
                  <a:lumMod val="50000"/>
                </a:schemeClr>
              </a:solidFill>
            </a:endParaRPr>
          </a:p>
        </p:txBody>
      </p:sp>
      <p:pic>
        <p:nvPicPr>
          <p:cNvPr id="75" name="图片 27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78376" y="157669"/>
            <a:ext cx="1195570" cy="1052011"/>
          </a:xfrm>
          <a:prstGeom prst="rect">
            <a:avLst/>
          </a:prstGeom>
        </p:spPr>
      </p:pic>
    </p:spTree>
    <p:extLst>
      <p:ext uri="{BB962C8B-B14F-4D97-AF65-F5344CB8AC3E}">
        <p14:creationId xmlns:p14="http://schemas.microsoft.com/office/powerpoint/2010/main" val="3252377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arn(inVertical)">
                                      <p:cBhvr>
                                        <p:cTn id="16" dur="500"/>
                                        <p:tgtEl>
                                          <p:spTgt spid="19"/>
                                        </p:tgtEl>
                                      </p:cBhvr>
                                    </p:animEffect>
                                  </p:childTnLst>
                                </p:cTn>
                              </p:par>
                            </p:childTnLst>
                          </p:cTn>
                        </p:par>
                        <p:par>
                          <p:cTn id="17" fill="hold">
                            <p:stCondLst>
                              <p:cond delay="1000"/>
                            </p:stCondLst>
                            <p:childTnLst>
                              <p:par>
                                <p:cTn id="18" presetID="2" presetClass="entr" presetSubtype="8" fill="hold" nodeType="afterEffect">
                                  <p:stCondLst>
                                    <p:cond delay="0"/>
                                  </p:stCondLst>
                                  <p:childTnLst>
                                    <p:set>
                                      <p:cBhvr>
                                        <p:cTn id="19" dur="1" fill="hold">
                                          <p:stCondLst>
                                            <p:cond delay="0"/>
                                          </p:stCondLst>
                                        </p:cTn>
                                        <p:tgtEl>
                                          <p:spTgt spid="28"/>
                                        </p:tgtEl>
                                        <p:attrNameLst>
                                          <p:attrName>style.visibility</p:attrName>
                                        </p:attrNameLst>
                                      </p:cBhvr>
                                      <p:to>
                                        <p:strVal val="visible"/>
                                      </p:to>
                                    </p:set>
                                    <p:anim calcmode="lin" valueType="num">
                                      <p:cBhvr additive="base">
                                        <p:cTn id="20" dur="500" fill="hold"/>
                                        <p:tgtEl>
                                          <p:spTgt spid="28"/>
                                        </p:tgtEl>
                                        <p:attrNameLst>
                                          <p:attrName>ppt_x</p:attrName>
                                        </p:attrNameLst>
                                      </p:cBhvr>
                                      <p:tavLst>
                                        <p:tav tm="0">
                                          <p:val>
                                            <p:strVal val="0-#ppt_w/2"/>
                                          </p:val>
                                        </p:tav>
                                        <p:tav tm="100000">
                                          <p:val>
                                            <p:strVal val="#ppt_x"/>
                                          </p:val>
                                        </p:tav>
                                      </p:tavLst>
                                    </p:anim>
                                    <p:anim calcmode="lin" valueType="num">
                                      <p:cBhvr additive="base">
                                        <p:cTn id="21" dur="500" fill="hold"/>
                                        <p:tgtEl>
                                          <p:spTgt spid="28"/>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2" presetClass="entr" presetSubtype="8" fill="hold" nodeType="afterEffect">
                                  <p:stCondLst>
                                    <p:cond delay="0"/>
                                  </p:stCondLst>
                                  <p:childTnLst>
                                    <p:set>
                                      <p:cBhvr>
                                        <p:cTn id="24" dur="1" fill="hold">
                                          <p:stCondLst>
                                            <p:cond delay="0"/>
                                          </p:stCondLst>
                                        </p:cTn>
                                        <p:tgtEl>
                                          <p:spTgt spid="33"/>
                                        </p:tgtEl>
                                        <p:attrNameLst>
                                          <p:attrName>style.visibility</p:attrName>
                                        </p:attrNameLst>
                                      </p:cBhvr>
                                      <p:to>
                                        <p:strVal val="visible"/>
                                      </p:to>
                                    </p:set>
                                    <p:anim calcmode="lin" valueType="num">
                                      <p:cBhvr additive="base">
                                        <p:cTn id="25" dur="500" fill="hold"/>
                                        <p:tgtEl>
                                          <p:spTgt spid="33"/>
                                        </p:tgtEl>
                                        <p:attrNameLst>
                                          <p:attrName>ppt_x</p:attrName>
                                        </p:attrNameLst>
                                      </p:cBhvr>
                                      <p:tavLst>
                                        <p:tav tm="0">
                                          <p:val>
                                            <p:strVal val="0-#ppt_w/2"/>
                                          </p:val>
                                        </p:tav>
                                        <p:tav tm="100000">
                                          <p:val>
                                            <p:strVal val="#ppt_x"/>
                                          </p:val>
                                        </p:tav>
                                      </p:tavLst>
                                    </p:anim>
                                    <p:anim calcmode="lin" valueType="num">
                                      <p:cBhvr additive="base">
                                        <p:cTn id="26" dur="500" fill="hold"/>
                                        <p:tgtEl>
                                          <p:spTgt spid="33"/>
                                        </p:tgtEl>
                                        <p:attrNameLst>
                                          <p:attrName>ppt_y</p:attrName>
                                        </p:attrNameLst>
                                      </p:cBhvr>
                                      <p:tavLst>
                                        <p:tav tm="0">
                                          <p:val>
                                            <p:strVal val="#ppt_y"/>
                                          </p:val>
                                        </p:tav>
                                        <p:tav tm="100000">
                                          <p:val>
                                            <p:strVal val="#ppt_y"/>
                                          </p:val>
                                        </p:tav>
                                      </p:tavLst>
                                    </p:anim>
                                  </p:childTnLst>
                                </p:cTn>
                              </p:par>
                            </p:childTnLst>
                          </p:cTn>
                        </p:par>
                        <p:par>
                          <p:cTn id="27" fill="hold">
                            <p:stCondLst>
                              <p:cond delay="2000"/>
                            </p:stCondLst>
                            <p:childTnLst>
                              <p:par>
                                <p:cTn id="28" presetID="2" presetClass="entr" presetSubtype="8" fill="hold" nodeType="afterEffect">
                                  <p:stCondLst>
                                    <p:cond delay="0"/>
                                  </p:stCondLst>
                                  <p:childTnLst>
                                    <p:set>
                                      <p:cBhvr>
                                        <p:cTn id="29" dur="1" fill="hold">
                                          <p:stCondLst>
                                            <p:cond delay="0"/>
                                          </p:stCondLst>
                                        </p:cTn>
                                        <p:tgtEl>
                                          <p:spTgt spid="36"/>
                                        </p:tgtEl>
                                        <p:attrNameLst>
                                          <p:attrName>style.visibility</p:attrName>
                                        </p:attrNameLst>
                                      </p:cBhvr>
                                      <p:to>
                                        <p:strVal val="visible"/>
                                      </p:to>
                                    </p:set>
                                    <p:anim calcmode="lin" valueType="num">
                                      <p:cBhvr additive="base">
                                        <p:cTn id="30" dur="500" fill="hold"/>
                                        <p:tgtEl>
                                          <p:spTgt spid="36"/>
                                        </p:tgtEl>
                                        <p:attrNameLst>
                                          <p:attrName>ppt_x</p:attrName>
                                        </p:attrNameLst>
                                      </p:cBhvr>
                                      <p:tavLst>
                                        <p:tav tm="0">
                                          <p:val>
                                            <p:strVal val="0-#ppt_w/2"/>
                                          </p:val>
                                        </p:tav>
                                        <p:tav tm="100000">
                                          <p:val>
                                            <p:strVal val="#ppt_x"/>
                                          </p:val>
                                        </p:tav>
                                      </p:tavLst>
                                    </p:anim>
                                    <p:anim calcmode="lin" valueType="num">
                                      <p:cBhvr additive="base">
                                        <p:cTn id="31" dur="500" fill="hold"/>
                                        <p:tgtEl>
                                          <p:spTgt spid="36"/>
                                        </p:tgtEl>
                                        <p:attrNameLst>
                                          <p:attrName>ppt_y</p:attrName>
                                        </p:attrNameLst>
                                      </p:cBhvr>
                                      <p:tavLst>
                                        <p:tav tm="0">
                                          <p:val>
                                            <p:strVal val="#ppt_y"/>
                                          </p:val>
                                        </p:tav>
                                        <p:tav tm="100000">
                                          <p:val>
                                            <p:strVal val="#ppt_y"/>
                                          </p:val>
                                        </p:tav>
                                      </p:tavLst>
                                    </p:anim>
                                  </p:childTnLst>
                                </p:cTn>
                              </p:par>
                            </p:childTnLst>
                          </p:cTn>
                        </p:par>
                        <p:par>
                          <p:cTn id="32" fill="hold">
                            <p:stCondLst>
                              <p:cond delay="2500"/>
                            </p:stCondLst>
                            <p:childTnLst>
                              <p:par>
                                <p:cTn id="33" presetID="2" presetClass="entr" presetSubtype="8"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 calcmode="lin" valueType="num">
                                      <p:cBhvr additive="base">
                                        <p:cTn id="35" dur="500" fill="hold"/>
                                        <p:tgtEl>
                                          <p:spTgt spid="39"/>
                                        </p:tgtEl>
                                        <p:attrNameLst>
                                          <p:attrName>ppt_x</p:attrName>
                                        </p:attrNameLst>
                                      </p:cBhvr>
                                      <p:tavLst>
                                        <p:tav tm="0">
                                          <p:val>
                                            <p:strVal val="0-#ppt_w/2"/>
                                          </p:val>
                                        </p:tav>
                                        <p:tav tm="100000">
                                          <p:val>
                                            <p:strVal val="#ppt_x"/>
                                          </p:val>
                                        </p:tav>
                                      </p:tavLst>
                                    </p:anim>
                                    <p:anim calcmode="lin" valueType="num">
                                      <p:cBhvr additive="base">
                                        <p:cTn id="36" dur="500" fill="hold"/>
                                        <p:tgtEl>
                                          <p:spTgt spid="39"/>
                                        </p:tgtEl>
                                        <p:attrNameLst>
                                          <p:attrName>ppt_y</p:attrName>
                                        </p:attrNameLst>
                                      </p:cBhvr>
                                      <p:tavLst>
                                        <p:tav tm="0">
                                          <p:val>
                                            <p:strVal val="#ppt_y"/>
                                          </p:val>
                                        </p:tav>
                                        <p:tav tm="100000">
                                          <p:val>
                                            <p:strVal val="#ppt_y"/>
                                          </p:val>
                                        </p:tav>
                                      </p:tavLst>
                                    </p:anim>
                                  </p:childTnLst>
                                </p:cTn>
                              </p:par>
                            </p:childTnLst>
                          </p:cTn>
                        </p:par>
                        <p:par>
                          <p:cTn id="37" fill="hold">
                            <p:stCondLst>
                              <p:cond delay="3000"/>
                            </p:stCondLst>
                            <p:childTnLst>
                              <p:par>
                                <p:cTn id="38" presetID="10" presetClass="entr" presetSubtype="0" fill="hold" nodeType="after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fade">
                                      <p:cBhvr>
                                        <p:cTn id="4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81BB7609-8E8F-4B57-9227-14DAD6151A60}" type="slidenum">
              <a:rPr lang="de-DE" altLang="ja-JP" smtClean="0">
                <a:solidFill>
                  <a:srgbClr val="000000"/>
                </a:solidFill>
              </a:rPr>
              <a:pPr/>
              <a:t>8</a:t>
            </a:fld>
            <a:endParaRPr lang="de-DE" altLang="ja-JP">
              <a:solidFill>
                <a:srgbClr val="000000"/>
              </a:solidFill>
            </a:endParaRPr>
          </a:p>
        </p:txBody>
      </p:sp>
      <p:sp>
        <p:nvSpPr>
          <p:cNvPr id="5" name="页脚占位符 4"/>
          <p:cNvSpPr>
            <a:spLocks noGrp="1"/>
          </p:cNvSpPr>
          <p:nvPr>
            <p:ph type="ftr" sz="quarter" idx="11"/>
          </p:nvPr>
        </p:nvSpPr>
        <p:spPr/>
        <p:txBody>
          <a:bodyPr/>
          <a:lstStyle/>
          <a:p>
            <a:r>
              <a:rPr lang="de-DE" altLang="ja-JP" dirty="0" smtClean="0">
                <a:solidFill>
                  <a:srgbClr val="000000"/>
                </a:solidFill>
              </a:rPr>
              <a:t>Copyright 2018 FUJITSU LIMITED</a:t>
            </a:r>
            <a:endParaRPr lang="de-DE" altLang="ja-JP" dirty="0">
              <a:solidFill>
                <a:srgbClr val="000000"/>
              </a:solidFill>
            </a:endParaRPr>
          </a:p>
        </p:txBody>
      </p:sp>
      <p:grpSp>
        <p:nvGrpSpPr>
          <p:cNvPr id="6" name="组合 5"/>
          <p:cNvGrpSpPr/>
          <p:nvPr/>
        </p:nvGrpSpPr>
        <p:grpSpPr>
          <a:xfrm>
            <a:off x="127611" y="157669"/>
            <a:ext cx="4319423" cy="852875"/>
            <a:chOff x="3129129" y="1121776"/>
            <a:chExt cx="5933741" cy="1171624"/>
          </a:xfrm>
        </p:grpSpPr>
        <p:sp>
          <p:nvSpPr>
            <p:cNvPr id="7" name="圆角矩形 6"/>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sp>
          <p:nvSpPr>
            <p:cNvPr id="8" name="圆角矩形 7"/>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grpSp>
      <p:grpSp>
        <p:nvGrpSpPr>
          <p:cNvPr id="9" name="组合 8"/>
          <p:cNvGrpSpPr/>
          <p:nvPr/>
        </p:nvGrpSpPr>
        <p:grpSpPr>
          <a:xfrm>
            <a:off x="78119" y="73199"/>
            <a:ext cx="1169945" cy="1379589"/>
            <a:chOff x="3150395" y="933507"/>
            <a:chExt cx="1559927" cy="1839452"/>
          </a:xfrm>
        </p:grpSpPr>
        <p:grpSp>
          <p:nvGrpSpPr>
            <p:cNvPr id="10" name="组合 9"/>
            <p:cNvGrpSpPr/>
            <p:nvPr/>
          </p:nvGrpSpPr>
          <p:grpSpPr>
            <a:xfrm>
              <a:off x="3150395" y="933507"/>
              <a:ext cx="1559927" cy="1839452"/>
              <a:chOff x="3222820" y="1148080"/>
              <a:chExt cx="1484216" cy="1750177"/>
            </a:xfrm>
          </p:grpSpPr>
          <p:grpSp>
            <p:nvGrpSpPr>
              <p:cNvPr id="14" name="组合 13"/>
              <p:cNvGrpSpPr/>
              <p:nvPr/>
            </p:nvGrpSpPr>
            <p:grpSpPr>
              <a:xfrm>
                <a:off x="3420363" y="1295115"/>
                <a:ext cx="1286673" cy="1603142"/>
                <a:chOff x="7380501" y="2927402"/>
                <a:chExt cx="2311887" cy="2880512"/>
              </a:xfrm>
            </p:grpSpPr>
            <p:sp>
              <p:nvSpPr>
                <p:cNvPr id="16"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 fmla="*/ 13249 w 1687745"/>
                    <a:gd name="connsiteY0" fmla="*/ 1035368 h 2070736"/>
                    <a:gd name="connsiteX1" fmla="*/ 850497 w 1687745"/>
                    <a:gd name="connsiteY1" fmla="*/ 0 h 2070736"/>
                    <a:gd name="connsiteX2" fmla="*/ 1687745 w 1687745"/>
                    <a:gd name="connsiteY2" fmla="*/ 1035368 h 2070736"/>
                    <a:gd name="connsiteX3" fmla="*/ 850497 w 1687745"/>
                    <a:gd name="connsiteY3" fmla="*/ 2070736 h 2070736"/>
                    <a:gd name="connsiteX4" fmla="*/ 13249 w 1687745"/>
                    <a:gd name="connsiteY4" fmla="*/ 1035368 h 2070736"/>
                    <a:gd name="connsiteX0" fmla="*/ 13249 w 1696474"/>
                    <a:gd name="connsiteY0" fmla="*/ 1035368 h 2070736"/>
                    <a:gd name="connsiteX1" fmla="*/ 850497 w 1696474"/>
                    <a:gd name="connsiteY1" fmla="*/ 0 h 2070736"/>
                    <a:gd name="connsiteX2" fmla="*/ 1687745 w 1696474"/>
                    <a:gd name="connsiteY2" fmla="*/ 1035368 h 2070736"/>
                    <a:gd name="connsiteX3" fmla="*/ 850497 w 1696474"/>
                    <a:gd name="connsiteY3" fmla="*/ 2070736 h 2070736"/>
                    <a:gd name="connsiteX4" fmla="*/ 13249 w 1696474"/>
                    <a:gd name="connsiteY4" fmla="*/ 1035368 h 2070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sp>
              <p:nvSpPr>
                <p:cNvPr id="17" name="椭圆 16"/>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sp>
              <p:nvSpPr>
                <p:cNvPr id="18" name="椭圆 17"/>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grpSp>
          <p:sp>
            <p:nvSpPr>
              <p:cNvPr id="15" name="椭圆 14"/>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ndParaRPr>
              </a:p>
            </p:txBody>
          </p:sp>
        </p:grpSp>
        <p:grpSp>
          <p:nvGrpSpPr>
            <p:cNvPr id="11" name="组合 10"/>
            <p:cNvGrpSpPr/>
            <p:nvPr/>
          </p:nvGrpSpPr>
          <p:grpSpPr>
            <a:xfrm>
              <a:off x="3437036" y="1269298"/>
              <a:ext cx="775805" cy="690872"/>
              <a:chOff x="1460111" y="2419508"/>
              <a:chExt cx="1032597" cy="919547"/>
            </a:xfrm>
          </p:grpSpPr>
          <p:sp>
            <p:nvSpPr>
              <p:cNvPr id="12" name="文本框 11"/>
              <p:cNvSpPr txBox="1"/>
              <p:nvPr/>
            </p:nvSpPr>
            <p:spPr>
              <a:xfrm>
                <a:off x="1460111" y="2419508"/>
                <a:ext cx="1030514" cy="819298"/>
              </a:xfrm>
              <a:prstGeom prst="rect">
                <a:avLst/>
              </a:prstGeom>
              <a:noFill/>
            </p:spPr>
            <p:txBody>
              <a:bodyPr wrap="square" rtlCol="0">
                <a:spAutoFit/>
              </a:bodyPr>
              <a:lstStyle/>
              <a:p>
                <a:pPr algn="ctr"/>
                <a:r>
                  <a:rPr lang="en-US" altLang="zh-CN" sz="2400" dirty="0" smtClean="0">
                    <a:solidFill>
                      <a:srgbClr val="E87071"/>
                    </a:solidFill>
                    <a:latin typeface="Impact" panose="020B0806030902050204" pitchFamily="34" charset="0"/>
                  </a:rPr>
                  <a:t>03</a:t>
                </a:r>
                <a:endParaRPr lang="zh-CN" altLang="en-US" sz="2400" dirty="0">
                  <a:solidFill>
                    <a:srgbClr val="E87071"/>
                  </a:solidFill>
                  <a:latin typeface="Impact" panose="020B0806030902050204" pitchFamily="34" charset="0"/>
                </a:endParaRPr>
              </a:p>
            </p:txBody>
          </p:sp>
          <p:sp>
            <p:nvSpPr>
              <p:cNvPr id="13" name="文本框 12"/>
              <p:cNvSpPr txBox="1"/>
              <p:nvPr/>
            </p:nvSpPr>
            <p:spPr>
              <a:xfrm>
                <a:off x="1462194" y="2949888"/>
                <a:ext cx="1030514" cy="389167"/>
              </a:xfrm>
              <a:prstGeom prst="rect">
                <a:avLst/>
              </a:prstGeom>
              <a:noFill/>
            </p:spPr>
            <p:txBody>
              <a:bodyPr wrap="square" rtlCol="0">
                <a:spAutoFit/>
              </a:bodyPr>
              <a:lstStyle/>
              <a:p>
                <a:pPr algn="ctr"/>
                <a:r>
                  <a:rPr lang="en-US" altLang="zh-CN" sz="825" dirty="0">
                    <a:solidFill>
                      <a:srgbClr val="E87071"/>
                    </a:solidFill>
                    <a:latin typeface="LiHei Pro" panose="020B0500000000000000" pitchFamily="34" charset="-122"/>
                    <a:ea typeface="LiHei Pro" panose="020B0500000000000000" pitchFamily="34" charset="-122"/>
                  </a:rPr>
                  <a:t>OPTION</a:t>
                </a:r>
                <a:endParaRPr lang="zh-CN" altLang="en-US" sz="825" dirty="0">
                  <a:solidFill>
                    <a:srgbClr val="E87071"/>
                  </a:solidFill>
                  <a:latin typeface="LiHei Pro" panose="020B0500000000000000" pitchFamily="34" charset="-122"/>
                  <a:ea typeface="LiHei Pro" panose="020B0500000000000000" pitchFamily="34" charset="-122"/>
                </a:endParaRPr>
              </a:p>
            </p:txBody>
          </p:sp>
        </p:grpSp>
      </p:grpSp>
      <p:grpSp>
        <p:nvGrpSpPr>
          <p:cNvPr id="19" name="组合 18"/>
          <p:cNvGrpSpPr/>
          <p:nvPr/>
        </p:nvGrpSpPr>
        <p:grpSpPr>
          <a:xfrm>
            <a:off x="1283776" y="343483"/>
            <a:ext cx="2722917" cy="471330"/>
            <a:chOff x="3446961" y="1701175"/>
            <a:chExt cx="2722917" cy="471330"/>
          </a:xfrm>
        </p:grpSpPr>
        <p:sp>
          <p:nvSpPr>
            <p:cNvPr id="20" name="文本框 19"/>
            <p:cNvSpPr txBox="1"/>
            <p:nvPr/>
          </p:nvSpPr>
          <p:spPr>
            <a:xfrm>
              <a:off x="3446961" y="1706008"/>
              <a:ext cx="2257088"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仰望星空，脚踏实地</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nvGrpSpPr>
            <p:cNvPr id="21" name="Group 13"/>
            <p:cNvGrpSpPr>
              <a:grpSpLocks noChangeAspect="1"/>
            </p:cNvGrpSpPr>
            <p:nvPr/>
          </p:nvGrpSpPr>
          <p:grpSpPr bwMode="auto">
            <a:xfrm>
              <a:off x="5704049" y="1701175"/>
              <a:ext cx="465829" cy="471330"/>
              <a:chOff x="2426" y="2781"/>
              <a:chExt cx="593" cy="600"/>
            </a:xfrm>
            <a:solidFill>
              <a:schemeClr val="bg1"/>
            </a:solidFill>
            <a:effectLst/>
          </p:grpSpPr>
          <p:sp>
            <p:nvSpPr>
              <p:cNvPr id="22" name="Freeform 14"/>
              <p:cNvSpPr>
                <a:spLocks/>
              </p:cNvSpPr>
              <p:nvPr/>
            </p:nvSpPr>
            <p:spPr bwMode="auto">
              <a:xfrm>
                <a:off x="2442" y="2805"/>
                <a:ext cx="577"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23"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sp>
        <p:nvSpPr>
          <p:cNvPr id="26" name="角丸四角形 25"/>
          <p:cNvSpPr/>
          <p:nvPr/>
        </p:nvSpPr>
        <p:spPr bwMode="auto">
          <a:xfrm>
            <a:off x="4633231" y="95829"/>
            <a:ext cx="819658" cy="1080120"/>
          </a:xfrm>
          <a:prstGeom prst="roundRect">
            <a:avLst/>
          </a:prstGeom>
          <a:gradFill rotWithShape="0">
            <a:gsLst>
              <a:gs pos="0">
                <a:srgbClr val="FFFFFF"/>
              </a:gs>
              <a:gs pos="100000">
                <a:srgbClr val="CACAC7"/>
              </a:gs>
            </a:gsLst>
            <a:lin ang="5400000" scaled="1"/>
          </a:gra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pic>
        <p:nvPicPr>
          <p:cNvPr id="27" name="図 26"/>
          <p:cNvPicPr>
            <a:picLocks noChangeAspect="1"/>
          </p:cNvPicPr>
          <p:nvPr/>
        </p:nvPicPr>
        <p:blipFill>
          <a:blip r:embed="rId2"/>
          <a:stretch>
            <a:fillRect/>
          </a:stretch>
        </p:blipFill>
        <p:spPr>
          <a:xfrm>
            <a:off x="4746127" y="229365"/>
            <a:ext cx="593865" cy="813047"/>
          </a:xfrm>
          <a:prstGeom prst="rect">
            <a:avLst/>
          </a:prstGeom>
        </p:spPr>
      </p:pic>
      <p:grpSp>
        <p:nvGrpSpPr>
          <p:cNvPr id="28" name="组合 1"/>
          <p:cNvGrpSpPr/>
          <p:nvPr/>
        </p:nvGrpSpPr>
        <p:grpSpPr>
          <a:xfrm>
            <a:off x="215019" y="1473289"/>
            <a:ext cx="8750798" cy="1696027"/>
            <a:chOff x="196601" y="1769986"/>
            <a:chExt cx="8750798" cy="1696027"/>
          </a:xfrm>
        </p:grpSpPr>
        <p:sp>
          <p:nvSpPr>
            <p:cNvPr id="29" name="圆角矩形 139"/>
            <p:cNvSpPr/>
            <p:nvPr/>
          </p:nvSpPr>
          <p:spPr>
            <a:xfrm>
              <a:off x="196601" y="2148769"/>
              <a:ext cx="1317722" cy="1317244"/>
            </a:xfrm>
            <a:prstGeom prst="roundRect">
              <a:avLst>
                <a:gd name="adj" fmla="val 12557"/>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444500" dist="1778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grpSp>
          <p:nvGrpSpPr>
            <p:cNvPr id="30" name="组合 140"/>
            <p:cNvGrpSpPr/>
            <p:nvPr/>
          </p:nvGrpSpPr>
          <p:grpSpPr>
            <a:xfrm>
              <a:off x="1107774" y="1769987"/>
              <a:ext cx="762482" cy="762206"/>
              <a:chOff x="2135898" y="1485578"/>
              <a:chExt cx="1016511" cy="1016511"/>
            </a:xfrm>
          </p:grpSpPr>
          <p:sp>
            <p:nvSpPr>
              <p:cNvPr id="66" name="椭圆 178"/>
              <p:cNvSpPr/>
              <p:nvPr/>
            </p:nvSpPr>
            <p:spPr>
              <a:xfrm>
                <a:off x="2135898" y="1485578"/>
                <a:ext cx="1016511" cy="1016511"/>
              </a:xfrm>
              <a:prstGeom prst="ellipse">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2032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67" name="椭圆 179"/>
              <p:cNvSpPr/>
              <p:nvPr/>
            </p:nvSpPr>
            <p:spPr>
              <a:xfrm>
                <a:off x="2288503" y="1638183"/>
                <a:ext cx="711301" cy="711301"/>
              </a:xfrm>
              <a:prstGeom prst="ellipse">
                <a:avLst/>
              </a:prstGeom>
              <a:gradFill>
                <a:gsLst>
                  <a:gs pos="0">
                    <a:srgbClr val="E45E5E"/>
                  </a:gs>
                  <a:gs pos="100000">
                    <a:srgbClr val="F0A6A6"/>
                  </a:gs>
                </a:gsLst>
                <a:lin ang="2700000" scaled="1"/>
              </a:gradFill>
              <a:ln w="15875">
                <a:gradFill flip="none" rotWithShape="1">
                  <a:gsLst>
                    <a:gs pos="0">
                      <a:srgbClr val="F2B0B0"/>
                    </a:gs>
                    <a:gs pos="100000">
                      <a:srgbClr val="E87475"/>
                    </a:gs>
                  </a:gsLst>
                  <a:lin ang="2700000" scaled="1"/>
                  <a:tileRect/>
                </a:gradFill>
              </a:ln>
              <a:effectLst>
                <a:outerShdw blurRad="63500" dist="254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68" name="文本框 17"/>
              <p:cNvSpPr txBox="1"/>
              <p:nvPr/>
            </p:nvSpPr>
            <p:spPr>
              <a:xfrm>
                <a:off x="2338349" y="1777450"/>
                <a:ext cx="596111" cy="53890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zh-CN" sz="1013" dirty="0" smtClean="0">
                    <a:solidFill>
                      <a:prstClr val="white"/>
                    </a:solidFill>
                    <a:latin typeface="微软雅黑" panose="020B0503020204020204" pitchFamily="34" charset="-122"/>
                    <a:ea typeface="微软雅黑" panose="020B0503020204020204" pitchFamily="34" charset="-122"/>
                  </a:rPr>
                  <a:t>3</a:t>
                </a:r>
                <a:r>
                  <a:rPr lang="en-US" altLang="zh-CN" sz="1013" dirty="0" smtClean="0">
                    <a:solidFill>
                      <a:prstClr val="white"/>
                    </a:solidFill>
                    <a:latin typeface="微软雅黑" panose="020B0503020204020204" pitchFamily="34" charset="-122"/>
                    <a:ea typeface="微软雅黑" panose="020B0503020204020204" pitchFamily="34" charset="-122"/>
                  </a:rPr>
                  <a:t>-4</a:t>
                </a:r>
                <a:r>
                  <a:rPr lang="zh-CN" altLang="en-US" sz="1013" dirty="0" smtClean="0">
                    <a:solidFill>
                      <a:prstClr val="white"/>
                    </a:solidFill>
                    <a:latin typeface="微软雅黑" panose="020B0503020204020204" pitchFamily="34" charset="-122"/>
                    <a:ea typeface="微软雅黑" panose="020B0503020204020204" pitchFamily="34" charset="-122"/>
                  </a:rPr>
                  <a:t>月</a:t>
                </a:r>
                <a:endParaRPr lang="zh-CN" altLang="en-US" sz="1013" dirty="0">
                  <a:solidFill>
                    <a:prstClr val="white"/>
                  </a:solidFill>
                  <a:latin typeface="微软雅黑" panose="020B0503020204020204" pitchFamily="34" charset="-122"/>
                  <a:ea typeface="微软雅黑" panose="020B0503020204020204" pitchFamily="34" charset="-122"/>
                </a:endParaRPr>
              </a:p>
            </p:txBody>
          </p:sp>
        </p:grpSp>
        <p:grpSp>
          <p:nvGrpSpPr>
            <p:cNvPr id="31" name="组合 141"/>
            <p:cNvGrpSpPr/>
            <p:nvPr/>
          </p:nvGrpSpPr>
          <p:grpSpPr>
            <a:xfrm>
              <a:off x="375961" y="2243355"/>
              <a:ext cx="1121611" cy="1020668"/>
              <a:chOff x="1538955" y="2316604"/>
              <a:chExt cx="1495286" cy="987871"/>
            </a:xfrm>
          </p:grpSpPr>
          <p:sp>
            <p:nvSpPr>
              <p:cNvPr id="64" name="文本框 56"/>
              <p:cNvSpPr txBox="1"/>
              <p:nvPr/>
            </p:nvSpPr>
            <p:spPr>
              <a:xfrm>
                <a:off x="1538955" y="2316604"/>
                <a:ext cx="1128217" cy="268098"/>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zh-CN" altLang="en-US" sz="1200" dirty="0">
                    <a:solidFill>
                      <a:srgbClr val="E87071"/>
                    </a:solidFill>
                    <a:latin typeface="微软雅黑" panose="020B0503020204020204" pitchFamily="34" charset="-122"/>
                    <a:ea typeface="微软雅黑" panose="020B0503020204020204" pitchFamily="34" charset="-122"/>
                  </a:rPr>
                  <a:t>实习</a:t>
                </a:r>
                <a:endParaRPr lang="zh-CN" altLang="en-US" sz="1200" dirty="0">
                  <a:solidFill>
                    <a:srgbClr val="E87071"/>
                  </a:solidFill>
                  <a:latin typeface="微软雅黑" panose="020B0503020204020204" pitchFamily="34" charset="-122"/>
                  <a:ea typeface="微软雅黑" panose="020B0503020204020204" pitchFamily="34" charset="-122"/>
                </a:endParaRPr>
              </a:p>
            </p:txBody>
          </p:sp>
          <p:sp>
            <p:nvSpPr>
              <p:cNvPr id="65" name="文本框 149"/>
              <p:cNvSpPr txBox="1"/>
              <p:nvPr/>
            </p:nvSpPr>
            <p:spPr>
              <a:xfrm>
                <a:off x="1597101" y="2634230"/>
                <a:ext cx="1437140" cy="67024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just">
                  <a:lnSpc>
                    <a:spcPct val="130000"/>
                  </a:lnSpc>
                </a:pP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进入</a:t>
                </a:r>
                <a:r>
                  <a:rPr lang="en-US" altLang="zh-CN" sz="750" dirty="0" smtClean="0">
                    <a:solidFill>
                      <a:prstClr val="black">
                        <a:lumMod val="50000"/>
                        <a:lumOff val="50000"/>
                      </a:prstClr>
                    </a:solidFill>
                    <a:latin typeface="微软雅黑" panose="020B0503020204020204" pitchFamily="34" charset="-122"/>
                    <a:ea typeface="微软雅黑" panose="020B0503020204020204" pitchFamily="34" charset="-122"/>
                  </a:rPr>
                  <a:t>LRT</a:t>
                </a: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组</a:t>
                </a:r>
                <a:endParaRPr lang="en-US" altLang="zh-CN" sz="750" dirty="0" smtClean="0">
                  <a:solidFill>
                    <a:prstClr val="black">
                      <a:lumMod val="50000"/>
                      <a:lumOff val="50000"/>
                    </a:prstClr>
                  </a:solidFill>
                  <a:latin typeface="微软雅黑" panose="020B0503020204020204" pitchFamily="34" charset="-122"/>
                  <a:ea typeface="微软雅黑" panose="020B0503020204020204" pitchFamily="34" charset="-122"/>
                </a:endParaRPr>
              </a:p>
              <a:p>
                <a:pPr algn="just">
                  <a:lnSpc>
                    <a:spcPct val="130000"/>
                  </a:lnSpc>
                </a:pP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学习</a:t>
                </a:r>
                <a:r>
                  <a:rPr lang="en-US" altLang="zh-CN" sz="750" dirty="0" err="1" smtClean="0">
                    <a:solidFill>
                      <a:prstClr val="black">
                        <a:lumMod val="50000"/>
                        <a:lumOff val="50000"/>
                      </a:prstClr>
                    </a:solidFill>
                    <a:latin typeface="微软雅黑" panose="020B0503020204020204" pitchFamily="34" charset="-122"/>
                    <a:ea typeface="微软雅黑" panose="020B0503020204020204" pitchFamily="34" charset="-122"/>
                  </a:rPr>
                  <a:t>linux</a:t>
                </a: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基础知识</a:t>
                </a:r>
                <a:endParaRPr lang="en-US" altLang="zh-CN" sz="750" dirty="0" smtClean="0">
                  <a:solidFill>
                    <a:prstClr val="black">
                      <a:lumMod val="50000"/>
                      <a:lumOff val="50000"/>
                    </a:prstClr>
                  </a:solidFill>
                  <a:latin typeface="微软雅黑" panose="020B0503020204020204" pitchFamily="34" charset="-122"/>
                  <a:ea typeface="微软雅黑" panose="020B0503020204020204" pitchFamily="34" charset="-122"/>
                </a:endParaRPr>
              </a:p>
              <a:p>
                <a:pPr algn="just">
                  <a:lnSpc>
                    <a:spcPct val="130000"/>
                  </a:lnSpc>
                </a:pP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学习非互换作业手顺</a:t>
                </a:r>
                <a:endParaRPr lang="en-US" altLang="zh-CN" sz="750" dirty="0">
                  <a:solidFill>
                    <a:prstClr val="black">
                      <a:lumMod val="50000"/>
                      <a:lumOff val="50000"/>
                    </a:prstClr>
                  </a:solidFill>
                  <a:latin typeface="微软雅黑" panose="020B0503020204020204" pitchFamily="34" charset="-122"/>
                  <a:ea typeface="微软雅黑" panose="020B0503020204020204" pitchFamily="34" charset="-122"/>
                </a:endParaRPr>
              </a:p>
              <a:p>
                <a:pPr algn="just">
                  <a:lnSpc>
                    <a:spcPct val="130000"/>
                  </a:lnSpc>
                </a:pPr>
                <a:endParaRPr lang="en-US" altLang="zh-CN" sz="750" dirty="0" smtClean="0">
                  <a:solidFill>
                    <a:prstClr val="black">
                      <a:lumMod val="50000"/>
                      <a:lumOff val="50000"/>
                    </a:prstClr>
                  </a:solidFill>
                  <a:latin typeface="微软雅黑" panose="020B0503020204020204" pitchFamily="34" charset="-122"/>
                  <a:ea typeface="微软雅黑" panose="020B0503020204020204" pitchFamily="34" charset="-122"/>
                </a:endParaRPr>
              </a:p>
            </p:txBody>
          </p:sp>
        </p:grpSp>
        <p:sp>
          <p:nvSpPr>
            <p:cNvPr id="32" name="圆角矩形 142"/>
            <p:cNvSpPr/>
            <p:nvPr/>
          </p:nvSpPr>
          <p:spPr>
            <a:xfrm>
              <a:off x="1921248" y="2148769"/>
              <a:ext cx="1317722" cy="1317244"/>
            </a:xfrm>
            <a:prstGeom prst="roundRect">
              <a:avLst>
                <a:gd name="adj" fmla="val 12557"/>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444500" dist="1778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grpSp>
          <p:nvGrpSpPr>
            <p:cNvPr id="33" name="组合 143"/>
            <p:cNvGrpSpPr/>
            <p:nvPr/>
          </p:nvGrpSpPr>
          <p:grpSpPr>
            <a:xfrm>
              <a:off x="2876744" y="1769986"/>
              <a:ext cx="762482" cy="762206"/>
              <a:chOff x="2135898" y="1485578"/>
              <a:chExt cx="1016511" cy="1016511"/>
            </a:xfrm>
          </p:grpSpPr>
          <p:sp>
            <p:nvSpPr>
              <p:cNvPr id="61" name="椭圆 173"/>
              <p:cNvSpPr/>
              <p:nvPr/>
            </p:nvSpPr>
            <p:spPr>
              <a:xfrm>
                <a:off x="2135898" y="1485578"/>
                <a:ext cx="1016511" cy="1016511"/>
              </a:xfrm>
              <a:prstGeom prst="ellipse">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2032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62" name="椭圆 174"/>
              <p:cNvSpPr/>
              <p:nvPr/>
            </p:nvSpPr>
            <p:spPr>
              <a:xfrm>
                <a:off x="2288504" y="1638183"/>
                <a:ext cx="711301" cy="711300"/>
              </a:xfrm>
              <a:prstGeom prst="ellipse">
                <a:avLst/>
              </a:prstGeom>
              <a:gradFill>
                <a:gsLst>
                  <a:gs pos="0">
                    <a:srgbClr val="E45E5E"/>
                  </a:gs>
                  <a:gs pos="100000">
                    <a:srgbClr val="F0A6A6"/>
                  </a:gs>
                </a:gsLst>
                <a:lin ang="2700000" scaled="1"/>
              </a:gradFill>
              <a:ln w="15875">
                <a:gradFill flip="none" rotWithShape="1">
                  <a:gsLst>
                    <a:gs pos="0">
                      <a:srgbClr val="F2B0B0"/>
                    </a:gs>
                    <a:gs pos="100000">
                      <a:srgbClr val="E87475"/>
                    </a:gs>
                  </a:gsLst>
                  <a:lin ang="2700000" scaled="1"/>
                  <a:tileRect/>
                </a:gradFill>
              </a:ln>
              <a:effectLst>
                <a:outerShdw blurRad="63500" dist="254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63" name="文本框 17"/>
              <p:cNvSpPr txBox="1"/>
              <p:nvPr/>
            </p:nvSpPr>
            <p:spPr>
              <a:xfrm>
                <a:off x="2324774" y="1777451"/>
                <a:ext cx="596111" cy="53890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zh-CN" sz="1013" dirty="0" smtClean="0">
                    <a:solidFill>
                      <a:prstClr val="white"/>
                    </a:solidFill>
                    <a:latin typeface="微软雅黑" panose="020B0503020204020204" pitchFamily="34" charset="-122"/>
                    <a:ea typeface="微软雅黑" panose="020B0503020204020204" pitchFamily="34" charset="-122"/>
                  </a:rPr>
                  <a:t>5</a:t>
                </a:r>
                <a:r>
                  <a:rPr lang="en-US" altLang="zh-CN" sz="1013" dirty="0" smtClean="0">
                    <a:solidFill>
                      <a:prstClr val="white"/>
                    </a:solidFill>
                    <a:latin typeface="微软雅黑" panose="020B0503020204020204" pitchFamily="34" charset="-122"/>
                    <a:ea typeface="微软雅黑" panose="020B0503020204020204" pitchFamily="34" charset="-122"/>
                  </a:rPr>
                  <a:t>-6</a:t>
                </a:r>
                <a:r>
                  <a:rPr lang="zh-CN" altLang="en-US" sz="1013" dirty="0" smtClean="0">
                    <a:solidFill>
                      <a:prstClr val="white"/>
                    </a:solidFill>
                    <a:latin typeface="微软雅黑" panose="020B0503020204020204" pitchFamily="34" charset="-122"/>
                    <a:ea typeface="微软雅黑" panose="020B0503020204020204" pitchFamily="34" charset="-122"/>
                  </a:rPr>
                  <a:t>月</a:t>
                </a:r>
                <a:endParaRPr lang="zh-CN" altLang="en-US" sz="1013" dirty="0">
                  <a:solidFill>
                    <a:prstClr val="white"/>
                  </a:solidFill>
                  <a:latin typeface="微软雅黑" panose="020B0503020204020204" pitchFamily="34" charset="-122"/>
                  <a:ea typeface="微软雅黑" panose="020B0503020204020204" pitchFamily="34" charset="-122"/>
                </a:endParaRPr>
              </a:p>
            </p:txBody>
          </p:sp>
        </p:grpSp>
        <p:grpSp>
          <p:nvGrpSpPr>
            <p:cNvPr id="34" name="组合 144"/>
            <p:cNvGrpSpPr/>
            <p:nvPr/>
          </p:nvGrpSpPr>
          <p:grpSpPr>
            <a:xfrm>
              <a:off x="2031366" y="2240257"/>
              <a:ext cx="1077995" cy="723685"/>
              <a:chOff x="1454034" y="2362995"/>
              <a:chExt cx="1437140" cy="700429"/>
            </a:xfrm>
          </p:grpSpPr>
          <p:sp>
            <p:nvSpPr>
              <p:cNvPr id="59" name="文本框 56"/>
              <p:cNvSpPr txBox="1"/>
              <p:nvPr/>
            </p:nvSpPr>
            <p:spPr>
              <a:xfrm>
                <a:off x="1488683" y="2362995"/>
                <a:ext cx="1128217" cy="268098"/>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zh-CN" altLang="en-US" sz="1200" dirty="0">
                    <a:solidFill>
                      <a:srgbClr val="E87071"/>
                    </a:solidFill>
                    <a:latin typeface="微软雅黑" panose="020B0503020204020204" pitchFamily="34" charset="-122"/>
                    <a:ea typeface="微软雅黑" panose="020B0503020204020204" pitchFamily="34" charset="-122"/>
                  </a:rPr>
                  <a:t>返校</a:t>
                </a:r>
                <a:endParaRPr lang="zh-CN" altLang="en-US" sz="1200" dirty="0">
                  <a:solidFill>
                    <a:srgbClr val="E87071"/>
                  </a:solidFill>
                  <a:latin typeface="微软雅黑" panose="020B0503020204020204" pitchFamily="34" charset="-122"/>
                  <a:ea typeface="微软雅黑" panose="020B0503020204020204" pitchFamily="34" charset="-122"/>
                </a:endParaRPr>
              </a:p>
            </p:txBody>
          </p:sp>
          <p:sp>
            <p:nvSpPr>
              <p:cNvPr id="60" name="文本框 149"/>
              <p:cNvSpPr txBox="1"/>
              <p:nvPr/>
            </p:nvSpPr>
            <p:spPr>
              <a:xfrm>
                <a:off x="1454034" y="2683620"/>
                <a:ext cx="1437140" cy="379804"/>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just">
                  <a:lnSpc>
                    <a:spcPct val="130000"/>
                  </a:lnSpc>
                </a:pP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完成毕业设计</a:t>
                </a:r>
                <a:endParaRPr lang="en-US" altLang="zh-CN" sz="750" dirty="0" smtClean="0">
                  <a:solidFill>
                    <a:prstClr val="black">
                      <a:lumMod val="50000"/>
                      <a:lumOff val="50000"/>
                    </a:prstClr>
                  </a:solidFill>
                  <a:latin typeface="微软雅黑" panose="020B0503020204020204" pitchFamily="34" charset="-122"/>
                  <a:ea typeface="微软雅黑" panose="020B0503020204020204" pitchFamily="34" charset="-122"/>
                </a:endParaRPr>
              </a:p>
              <a:p>
                <a:pPr algn="just">
                  <a:lnSpc>
                    <a:spcPct val="130000"/>
                  </a:lnSpc>
                </a:pP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获取毕业证</a:t>
                </a:r>
                <a:r>
                  <a:rPr lang="zh-CN" altLang="en-US" sz="750" dirty="0">
                    <a:solidFill>
                      <a:prstClr val="black">
                        <a:lumMod val="50000"/>
                        <a:lumOff val="50000"/>
                      </a:prstClr>
                    </a:solidFill>
                    <a:latin typeface="微软雅黑" panose="020B0503020204020204" pitchFamily="34" charset="-122"/>
                    <a:ea typeface="微软雅黑" panose="020B0503020204020204" pitchFamily="34" charset="-122"/>
                  </a:rPr>
                  <a:t>和</a:t>
                </a: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学位证</a:t>
                </a:r>
                <a:endParaRPr lang="en-US" altLang="zh-CN" sz="750" dirty="0">
                  <a:solidFill>
                    <a:prstClr val="black">
                      <a:lumMod val="50000"/>
                      <a:lumOff val="50000"/>
                    </a:prstClr>
                  </a:solidFill>
                  <a:latin typeface="微软雅黑" panose="020B0503020204020204" pitchFamily="34" charset="-122"/>
                  <a:ea typeface="微软雅黑" panose="020B0503020204020204" pitchFamily="34" charset="-122"/>
                </a:endParaRPr>
              </a:p>
            </p:txBody>
          </p:sp>
        </p:grpSp>
        <p:sp>
          <p:nvSpPr>
            <p:cNvPr id="35" name="圆角矩形 145"/>
            <p:cNvSpPr/>
            <p:nvPr/>
          </p:nvSpPr>
          <p:spPr>
            <a:xfrm>
              <a:off x="5446451" y="2148769"/>
              <a:ext cx="1317722" cy="1317244"/>
            </a:xfrm>
            <a:prstGeom prst="roundRect">
              <a:avLst>
                <a:gd name="adj" fmla="val 12557"/>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444500" dist="1778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grpSp>
          <p:nvGrpSpPr>
            <p:cNvPr id="36" name="组合 146"/>
            <p:cNvGrpSpPr/>
            <p:nvPr/>
          </p:nvGrpSpPr>
          <p:grpSpPr>
            <a:xfrm>
              <a:off x="5542140" y="2248907"/>
              <a:ext cx="1092373" cy="1010883"/>
              <a:chOff x="1409038" y="2294580"/>
              <a:chExt cx="1456308" cy="516140"/>
            </a:xfrm>
          </p:grpSpPr>
          <p:sp>
            <p:nvSpPr>
              <p:cNvPr id="57" name="文本框 56"/>
              <p:cNvSpPr txBox="1"/>
              <p:nvPr/>
            </p:nvSpPr>
            <p:spPr>
              <a:xfrm>
                <a:off x="1409038" y="2294580"/>
                <a:ext cx="1431923" cy="141431"/>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zh-CN" altLang="en-US" sz="1200" dirty="0" smtClean="0">
                    <a:solidFill>
                      <a:srgbClr val="E87071"/>
                    </a:solidFill>
                    <a:latin typeface="微软雅黑" panose="020B0503020204020204" pitchFamily="34" charset="-122"/>
                    <a:ea typeface="微软雅黑" panose="020B0503020204020204" pitchFamily="34" charset="-122"/>
                  </a:rPr>
                  <a:t>周常规测试</a:t>
                </a:r>
                <a:endParaRPr lang="zh-CN" altLang="en-US" sz="1200" dirty="0">
                  <a:solidFill>
                    <a:srgbClr val="E87071"/>
                  </a:solidFill>
                  <a:latin typeface="微软雅黑" panose="020B0503020204020204" pitchFamily="34" charset="-122"/>
                  <a:ea typeface="微软雅黑" panose="020B0503020204020204" pitchFamily="34" charset="-122"/>
                </a:endParaRPr>
              </a:p>
            </p:txBody>
          </p:sp>
          <p:sp>
            <p:nvSpPr>
              <p:cNvPr id="58" name="文本框 149"/>
              <p:cNvSpPr txBox="1"/>
              <p:nvPr/>
            </p:nvSpPr>
            <p:spPr>
              <a:xfrm>
                <a:off x="1428205" y="2446117"/>
                <a:ext cx="1437141" cy="364603"/>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just">
                  <a:lnSpc>
                    <a:spcPct val="130000"/>
                  </a:lnSpc>
                </a:pP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熟悉</a:t>
                </a:r>
                <a:r>
                  <a:rPr lang="en-US" altLang="zh-CN" sz="750" dirty="0" err="1" smtClean="0">
                    <a:solidFill>
                      <a:prstClr val="black">
                        <a:lumMod val="50000"/>
                        <a:lumOff val="50000"/>
                      </a:prstClr>
                    </a:solidFill>
                    <a:latin typeface="微软雅黑" panose="020B0503020204020204" pitchFamily="34" charset="-122"/>
                    <a:ea typeface="微软雅黑" panose="020B0503020204020204" pitchFamily="34" charset="-122"/>
                  </a:rPr>
                  <a:t>xfstests</a:t>
                </a: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a:t>
                </a:r>
                <a:r>
                  <a:rPr lang="en-US" altLang="zh-CN" sz="750" dirty="0" err="1" smtClean="0">
                    <a:solidFill>
                      <a:prstClr val="black">
                        <a:lumMod val="50000"/>
                        <a:lumOff val="50000"/>
                      </a:prstClr>
                    </a:solidFill>
                    <a:latin typeface="微软雅黑" panose="020B0503020204020204" pitchFamily="34" charset="-122"/>
                    <a:ea typeface="微软雅黑" panose="020B0503020204020204" pitchFamily="34" charset="-122"/>
                  </a:rPr>
                  <a:t>ltp</a:t>
                </a: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周常规测试与环境搭建</a:t>
                </a:r>
                <a:endParaRPr lang="en-US" altLang="zh-CN" sz="750" dirty="0" smtClean="0">
                  <a:solidFill>
                    <a:prstClr val="black">
                      <a:lumMod val="50000"/>
                      <a:lumOff val="50000"/>
                    </a:prstClr>
                  </a:solidFill>
                  <a:latin typeface="微软雅黑" panose="020B0503020204020204" pitchFamily="34" charset="-122"/>
                  <a:ea typeface="微软雅黑" panose="020B0503020204020204" pitchFamily="34" charset="-122"/>
                </a:endParaRPr>
              </a:p>
              <a:p>
                <a:pPr algn="just">
                  <a:lnSpc>
                    <a:spcPct val="130000"/>
                  </a:lnSpc>
                </a:pP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优化测试手顺</a:t>
                </a:r>
                <a:endParaRPr lang="en-US" altLang="zh-CN" sz="750" dirty="0">
                  <a:solidFill>
                    <a:prstClr val="black">
                      <a:lumMod val="50000"/>
                      <a:lumOff val="50000"/>
                    </a:prstClr>
                  </a:solidFill>
                  <a:latin typeface="微软雅黑" panose="020B0503020204020204" pitchFamily="34" charset="-122"/>
                  <a:ea typeface="微软雅黑" panose="020B0503020204020204" pitchFamily="34" charset="-122"/>
                </a:endParaRPr>
              </a:p>
              <a:p>
                <a:pPr algn="just">
                  <a:lnSpc>
                    <a:spcPct val="130000"/>
                  </a:lnSpc>
                </a:pPr>
                <a:r>
                  <a:rPr lang="zh-CN" altLang="en-US" sz="750" dirty="0">
                    <a:solidFill>
                      <a:prstClr val="black">
                        <a:lumMod val="50000"/>
                        <a:lumOff val="50000"/>
                      </a:prstClr>
                    </a:solidFill>
                    <a:latin typeface="微软雅黑" panose="020B0503020204020204" pitchFamily="34" charset="-122"/>
                    <a:ea typeface="微软雅黑" panose="020B0503020204020204" pitchFamily="34" charset="-122"/>
                  </a:rPr>
                  <a:t>每</a:t>
                </a: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周测试与报告</a:t>
                </a:r>
                <a:endParaRPr lang="en-US" altLang="zh-CN" sz="750" dirty="0" smtClean="0">
                  <a:solidFill>
                    <a:prstClr val="black">
                      <a:lumMod val="50000"/>
                      <a:lumOff val="50000"/>
                    </a:prstClr>
                  </a:solidFill>
                  <a:latin typeface="微软雅黑" panose="020B0503020204020204" pitchFamily="34" charset="-122"/>
                  <a:ea typeface="微软雅黑" panose="020B0503020204020204" pitchFamily="34" charset="-122"/>
                </a:endParaRPr>
              </a:p>
            </p:txBody>
          </p:sp>
        </p:grpSp>
        <p:grpSp>
          <p:nvGrpSpPr>
            <p:cNvPr id="37" name="组合 147"/>
            <p:cNvGrpSpPr/>
            <p:nvPr/>
          </p:nvGrpSpPr>
          <p:grpSpPr>
            <a:xfrm>
              <a:off x="6478477" y="1770460"/>
              <a:ext cx="762482" cy="762206"/>
              <a:chOff x="2135898" y="1485578"/>
              <a:chExt cx="1016511" cy="1016511"/>
            </a:xfrm>
          </p:grpSpPr>
          <p:sp>
            <p:nvSpPr>
              <p:cNvPr id="54" name="椭圆 166"/>
              <p:cNvSpPr/>
              <p:nvPr/>
            </p:nvSpPr>
            <p:spPr>
              <a:xfrm>
                <a:off x="2135898" y="1485578"/>
                <a:ext cx="1016511" cy="1016511"/>
              </a:xfrm>
              <a:prstGeom prst="ellipse">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2032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55" name="椭圆 167"/>
              <p:cNvSpPr/>
              <p:nvPr/>
            </p:nvSpPr>
            <p:spPr>
              <a:xfrm>
                <a:off x="2288503" y="1638183"/>
                <a:ext cx="711301" cy="711301"/>
              </a:xfrm>
              <a:prstGeom prst="ellipse">
                <a:avLst/>
              </a:prstGeom>
              <a:gradFill>
                <a:gsLst>
                  <a:gs pos="0">
                    <a:srgbClr val="E45E5E"/>
                  </a:gs>
                  <a:gs pos="100000">
                    <a:srgbClr val="F0A6A6"/>
                  </a:gs>
                </a:gsLst>
                <a:lin ang="2700000" scaled="1"/>
              </a:gradFill>
              <a:ln w="15875">
                <a:gradFill flip="none" rotWithShape="1">
                  <a:gsLst>
                    <a:gs pos="0">
                      <a:srgbClr val="F2B0B0"/>
                    </a:gs>
                    <a:gs pos="100000">
                      <a:srgbClr val="E87475"/>
                    </a:gs>
                  </a:gsLst>
                  <a:lin ang="2700000" scaled="1"/>
                  <a:tileRect/>
                </a:gradFill>
              </a:ln>
              <a:effectLst>
                <a:outerShdw blurRad="63500" dist="254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56" name="文本框 17"/>
              <p:cNvSpPr txBox="1"/>
              <p:nvPr/>
            </p:nvSpPr>
            <p:spPr>
              <a:xfrm>
                <a:off x="2338349" y="1776819"/>
                <a:ext cx="629039" cy="53890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zh-CN" sz="1013" dirty="0" smtClean="0">
                    <a:solidFill>
                      <a:prstClr val="white"/>
                    </a:solidFill>
                    <a:latin typeface="微软雅黑" panose="020B0503020204020204" pitchFamily="34" charset="-122"/>
                    <a:ea typeface="微软雅黑" panose="020B0503020204020204" pitchFamily="34" charset="-122"/>
                  </a:rPr>
                  <a:t>9-10</a:t>
                </a:r>
                <a:r>
                  <a:rPr lang="zh-CN" altLang="en-US" sz="1013" dirty="0" smtClean="0">
                    <a:solidFill>
                      <a:prstClr val="white"/>
                    </a:solidFill>
                    <a:latin typeface="微软雅黑" panose="020B0503020204020204" pitchFamily="34" charset="-122"/>
                    <a:ea typeface="微软雅黑" panose="020B0503020204020204" pitchFamily="34" charset="-122"/>
                  </a:rPr>
                  <a:t>月</a:t>
                </a:r>
                <a:endParaRPr lang="zh-CN" altLang="en-US" sz="1013" dirty="0">
                  <a:solidFill>
                    <a:prstClr val="white"/>
                  </a:solidFill>
                  <a:latin typeface="微软雅黑" panose="020B0503020204020204" pitchFamily="34" charset="-122"/>
                  <a:ea typeface="微软雅黑" panose="020B0503020204020204" pitchFamily="34" charset="-122"/>
                </a:endParaRPr>
              </a:p>
            </p:txBody>
          </p:sp>
        </p:grpSp>
        <p:sp>
          <p:nvSpPr>
            <p:cNvPr id="38" name="圆角矩形 148"/>
            <p:cNvSpPr/>
            <p:nvPr/>
          </p:nvSpPr>
          <p:spPr>
            <a:xfrm>
              <a:off x="3671271" y="2148769"/>
              <a:ext cx="1317722" cy="1317244"/>
            </a:xfrm>
            <a:prstGeom prst="roundRect">
              <a:avLst>
                <a:gd name="adj" fmla="val 12557"/>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444500" dist="1778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grpSp>
          <p:nvGrpSpPr>
            <p:cNvPr id="39" name="组合 149"/>
            <p:cNvGrpSpPr/>
            <p:nvPr/>
          </p:nvGrpSpPr>
          <p:grpSpPr>
            <a:xfrm>
              <a:off x="4646442" y="1803292"/>
              <a:ext cx="762482" cy="762206"/>
              <a:chOff x="2135898" y="1485578"/>
              <a:chExt cx="1016511" cy="1016511"/>
            </a:xfrm>
          </p:grpSpPr>
          <p:sp>
            <p:nvSpPr>
              <p:cNvPr id="51" name="椭圆 163"/>
              <p:cNvSpPr/>
              <p:nvPr/>
            </p:nvSpPr>
            <p:spPr>
              <a:xfrm>
                <a:off x="2135898" y="1485578"/>
                <a:ext cx="1016511" cy="1016511"/>
              </a:xfrm>
              <a:prstGeom prst="ellipse">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2032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52" name="椭圆 164"/>
              <p:cNvSpPr/>
              <p:nvPr/>
            </p:nvSpPr>
            <p:spPr>
              <a:xfrm>
                <a:off x="2288503" y="1638183"/>
                <a:ext cx="711301" cy="711301"/>
              </a:xfrm>
              <a:prstGeom prst="ellipse">
                <a:avLst/>
              </a:prstGeom>
              <a:gradFill>
                <a:gsLst>
                  <a:gs pos="0">
                    <a:srgbClr val="E45E5E"/>
                  </a:gs>
                  <a:gs pos="100000">
                    <a:srgbClr val="F0A6A6"/>
                  </a:gs>
                </a:gsLst>
                <a:lin ang="2700000" scaled="1"/>
              </a:gradFill>
              <a:ln w="15875">
                <a:gradFill flip="none" rotWithShape="1">
                  <a:gsLst>
                    <a:gs pos="0">
                      <a:srgbClr val="F2B0B0"/>
                    </a:gs>
                    <a:gs pos="100000">
                      <a:srgbClr val="E87475"/>
                    </a:gs>
                  </a:gsLst>
                  <a:lin ang="2700000" scaled="1"/>
                  <a:tileRect/>
                </a:gradFill>
              </a:ln>
              <a:effectLst>
                <a:outerShdw blurRad="63500" dist="254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53" name="文本框 17"/>
              <p:cNvSpPr txBox="1"/>
              <p:nvPr/>
            </p:nvSpPr>
            <p:spPr>
              <a:xfrm>
                <a:off x="2338349" y="1733033"/>
                <a:ext cx="596111" cy="53890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zh-CN" sz="1013" dirty="0" smtClean="0">
                    <a:solidFill>
                      <a:prstClr val="white"/>
                    </a:solidFill>
                    <a:latin typeface="微软雅黑" panose="020B0503020204020204" pitchFamily="34" charset="-122"/>
                    <a:ea typeface="微软雅黑" panose="020B0503020204020204" pitchFamily="34" charset="-122"/>
                  </a:rPr>
                  <a:t>7</a:t>
                </a:r>
                <a:r>
                  <a:rPr lang="en-US" altLang="zh-CN" sz="1013" dirty="0" smtClean="0">
                    <a:solidFill>
                      <a:prstClr val="white"/>
                    </a:solidFill>
                    <a:latin typeface="微软雅黑" panose="020B0503020204020204" pitchFamily="34" charset="-122"/>
                    <a:ea typeface="微软雅黑" panose="020B0503020204020204" pitchFamily="34" charset="-122"/>
                  </a:rPr>
                  <a:t>-8</a:t>
                </a:r>
                <a:r>
                  <a:rPr lang="zh-CN" altLang="en-US" sz="1013" dirty="0" smtClean="0">
                    <a:solidFill>
                      <a:prstClr val="white"/>
                    </a:solidFill>
                    <a:latin typeface="微软雅黑" panose="020B0503020204020204" pitchFamily="34" charset="-122"/>
                    <a:ea typeface="微软雅黑" panose="020B0503020204020204" pitchFamily="34" charset="-122"/>
                  </a:rPr>
                  <a:t>月</a:t>
                </a:r>
                <a:endParaRPr lang="zh-CN" altLang="en-US" sz="1013" dirty="0">
                  <a:solidFill>
                    <a:prstClr val="white"/>
                  </a:solidFill>
                  <a:latin typeface="微软雅黑" panose="020B0503020204020204" pitchFamily="34" charset="-122"/>
                  <a:ea typeface="微软雅黑" panose="020B0503020204020204" pitchFamily="34" charset="-122"/>
                </a:endParaRPr>
              </a:p>
            </p:txBody>
          </p:sp>
        </p:grpSp>
        <p:grpSp>
          <p:nvGrpSpPr>
            <p:cNvPr id="40" name="组合 150"/>
            <p:cNvGrpSpPr/>
            <p:nvPr/>
          </p:nvGrpSpPr>
          <p:grpSpPr>
            <a:xfrm>
              <a:off x="3820157" y="2248905"/>
              <a:ext cx="1200881" cy="1135641"/>
              <a:chOff x="1508105" y="2235510"/>
              <a:chExt cx="1600966" cy="1099150"/>
            </a:xfrm>
          </p:grpSpPr>
          <p:sp>
            <p:nvSpPr>
              <p:cNvPr id="49" name="文本框 56"/>
              <p:cNvSpPr txBox="1"/>
              <p:nvPr/>
            </p:nvSpPr>
            <p:spPr>
              <a:xfrm>
                <a:off x="1519700" y="2235510"/>
                <a:ext cx="1128217" cy="268098"/>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zh-CN" sz="1200" dirty="0" smtClean="0">
                    <a:solidFill>
                      <a:srgbClr val="E87071"/>
                    </a:solidFill>
                    <a:latin typeface="微软雅黑" panose="020B0503020204020204" pitchFamily="34" charset="-122"/>
                    <a:ea typeface="微软雅黑" panose="020B0503020204020204" pitchFamily="34" charset="-122"/>
                  </a:rPr>
                  <a:t>LTP</a:t>
                </a:r>
                <a:endParaRPr lang="zh-CN" altLang="en-US" sz="1200" dirty="0">
                  <a:solidFill>
                    <a:srgbClr val="E87071"/>
                  </a:solidFill>
                  <a:latin typeface="微软雅黑" panose="020B0503020204020204" pitchFamily="34" charset="-122"/>
                  <a:ea typeface="微软雅黑" panose="020B0503020204020204" pitchFamily="34" charset="-122"/>
                </a:endParaRPr>
              </a:p>
            </p:txBody>
          </p:sp>
          <p:sp>
            <p:nvSpPr>
              <p:cNvPr id="50" name="文本框 149"/>
              <p:cNvSpPr txBox="1"/>
              <p:nvPr/>
            </p:nvSpPr>
            <p:spPr>
              <a:xfrm>
                <a:off x="1508105" y="2519195"/>
                <a:ext cx="1600966" cy="81546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just">
                  <a:lnSpc>
                    <a:spcPct val="130000"/>
                  </a:lnSpc>
                </a:pP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参加日语能力考</a:t>
                </a:r>
                <a:endParaRPr lang="en-US" altLang="zh-CN" sz="750" dirty="0" smtClean="0">
                  <a:solidFill>
                    <a:prstClr val="black">
                      <a:lumMod val="50000"/>
                      <a:lumOff val="50000"/>
                    </a:prstClr>
                  </a:solidFill>
                  <a:latin typeface="微软雅黑" panose="020B0503020204020204" pitchFamily="34" charset="-122"/>
                  <a:ea typeface="微软雅黑" panose="020B0503020204020204" pitchFamily="34" charset="-122"/>
                </a:endParaRPr>
              </a:p>
              <a:p>
                <a:pPr algn="just">
                  <a:lnSpc>
                    <a:spcPct val="130000"/>
                  </a:lnSpc>
                </a:pP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参加新人教育</a:t>
                </a:r>
                <a:endParaRPr lang="en-US" altLang="zh-CN" sz="750" dirty="0" smtClean="0">
                  <a:solidFill>
                    <a:prstClr val="black">
                      <a:lumMod val="50000"/>
                      <a:lumOff val="50000"/>
                    </a:prstClr>
                  </a:solidFill>
                  <a:latin typeface="微软雅黑" panose="020B0503020204020204" pitchFamily="34" charset="-122"/>
                  <a:ea typeface="微软雅黑" panose="020B0503020204020204" pitchFamily="34" charset="-122"/>
                </a:endParaRPr>
              </a:p>
              <a:p>
                <a:pPr algn="just">
                  <a:lnSpc>
                    <a:spcPct val="130000"/>
                  </a:lnSpc>
                </a:pP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进入</a:t>
                </a:r>
                <a:r>
                  <a:rPr lang="en-US" altLang="zh-CN" sz="750" dirty="0" smtClean="0">
                    <a:solidFill>
                      <a:prstClr val="black">
                        <a:lumMod val="50000"/>
                        <a:lumOff val="50000"/>
                      </a:prstClr>
                    </a:solidFill>
                    <a:latin typeface="微软雅黑" panose="020B0503020204020204" pitchFamily="34" charset="-122"/>
                    <a:ea typeface="微软雅黑" panose="020B0503020204020204" pitchFamily="34" charset="-122"/>
                  </a:rPr>
                  <a:t>LTP</a:t>
                </a: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组</a:t>
                </a:r>
                <a:endParaRPr lang="en-US" altLang="zh-CN" sz="750" dirty="0" smtClean="0">
                  <a:solidFill>
                    <a:prstClr val="black">
                      <a:lumMod val="50000"/>
                      <a:lumOff val="50000"/>
                    </a:prstClr>
                  </a:solidFill>
                  <a:latin typeface="微软雅黑" panose="020B0503020204020204" pitchFamily="34" charset="-122"/>
                  <a:ea typeface="微软雅黑" panose="020B0503020204020204" pitchFamily="34" charset="-122"/>
                </a:endParaRPr>
              </a:p>
              <a:p>
                <a:pPr algn="just">
                  <a:lnSpc>
                    <a:spcPct val="130000"/>
                  </a:lnSpc>
                </a:pP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学习</a:t>
                </a:r>
                <a:r>
                  <a:rPr lang="en-US" altLang="zh-CN" sz="750" dirty="0" smtClean="0">
                    <a:solidFill>
                      <a:prstClr val="black">
                        <a:lumMod val="50000"/>
                        <a:lumOff val="50000"/>
                      </a:prstClr>
                    </a:solidFill>
                    <a:latin typeface="微软雅黑" panose="020B0503020204020204" pitchFamily="34" charset="-122"/>
                    <a:ea typeface="微软雅黑" panose="020B0503020204020204" pitchFamily="34" charset="-122"/>
                  </a:rPr>
                  <a:t>LTP</a:t>
                </a: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作业手顺</a:t>
                </a:r>
                <a:endParaRPr lang="en-US" altLang="zh-CN" sz="750" dirty="0" smtClean="0">
                  <a:solidFill>
                    <a:prstClr val="black">
                      <a:lumMod val="50000"/>
                      <a:lumOff val="50000"/>
                    </a:prstClr>
                  </a:solidFill>
                  <a:latin typeface="微软雅黑" panose="020B0503020204020204" pitchFamily="34" charset="-122"/>
                  <a:ea typeface="微软雅黑" panose="020B0503020204020204" pitchFamily="34" charset="-122"/>
                </a:endParaRPr>
              </a:p>
              <a:p>
                <a:pPr algn="just">
                  <a:lnSpc>
                    <a:spcPct val="130000"/>
                  </a:lnSpc>
                </a:pP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学习</a:t>
                </a:r>
                <a:r>
                  <a:rPr lang="en-US" altLang="zh-CN" sz="750" dirty="0" smtClean="0">
                    <a:solidFill>
                      <a:prstClr val="black">
                        <a:lumMod val="50000"/>
                        <a:lumOff val="50000"/>
                      </a:prstClr>
                    </a:solidFill>
                    <a:latin typeface="微软雅黑" panose="020B0503020204020204" pitchFamily="34" charset="-122"/>
                    <a:ea typeface="微软雅黑" panose="020B0503020204020204" pitchFamily="34" charset="-122"/>
                  </a:rPr>
                  <a:t>XFSTESTS</a:t>
                </a:r>
                <a:r>
                  <a:rPr lang="zh-CN" altLang="en-US" sz="750" dirty="0" smtClean="0">
                    <a:solidFill>
                      <a:prstClr val="black">
                        <a:lumMod val="50000"/>
                        <a:lumOff val="50000"/>
                      </a:prstClr>
                    </a:solidFill>
                    <a:latin typeface="微软雅黑" panose="020B0503020204020204" pitchFamily="34" charset="-122"/>
                    <a:ea typeface="微软雅黑" panose="020B0503020204020204" pitchFamily="34" charset="-122"/>
                  </a:rPr>
                  <a:t>作业手顺</a:t>
                </a:r>
                <a:endParaRPr lang="en-US" altLang="zh-CN" sz="750" dirty="0" smtClean="0">
                  <a:solidFill>
                    <a:prstClr val="black">
                      <a:lumMod val="50000"/>
                      <a:lumOff val="50000"/>
                    </a:prstClr>
                  </a:solidFill>
                  <a:latin typeface="微软雅黑" panose="020B0503020204020204" pitchFamily="34" charset="-122"/>
                  <a:ea typeface="微软雅黑" panose="020B0503020204020204" pitchFamily="34" charset="-122"/>
                </a:endParaRPr>
              </a:p>
            </p:txBody>
          </p:sp>
        </p:grpSp>
        <p:sp>
          <p:nvSpPr>
            <p:cNvPr id="41" name="圆角矩形 151"/>
            <p:cNvSpPr/>
            <p:nvPr/>
          </p:nvSpPr>
          <p:spPr>
            <a:xfrm>
              <a:off x="7240959" y="2148769"/>
              <a:ext cx="1317722" cy="1317244"/>
            </a:xfrm>
            <a:prstGeom prst="roundRect">
              <a:avLst>
                <a:gd name="adj" fmla="val 12557"/>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444500" dist="1778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grpSp>
          <p:nvGrpSpPr>
            <p:cNvPr id="42" name="组合 152"/>
            <p:cNvGrpSpPr/>
            <p:nvPr/>
          </p:nvGrpSpPr>
          <p:grpSpPr>
            <a:xfrm>
              <a:off x="8184917" y="1814989"/>
              <a:ext cx="762482" cy="762207"/>
              <a:chOff x="2135898" y="1485578"/>
              <a:chExt cx="1016511" cy="1016511"/>
            </a:xfrm>
          </p:grpSpPr>
          <p:sp>
            <p:nvSpPr>
              <p:cNvPr id="46" name="椭圆 158"/>
              <p:cNvSpPr/>
              <p:nvPr/>
            </p:nvSpPr>
            <p:spPr>
              <a:xfrm>
                <a:off x="2135898" y="1485578"/>
                <a:ext cx="1016511" cy="1016511"/>
              </a:xfrm>
              <a:prstGeom prst="ellipse">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2032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47" name="椭圆 159"/>
              <p:cNvSpPr/>
              <p:nvPr/>
            </p:nvSpPr>
            <p:spPr>
              <a:xfrm>
                <a:off x="2288503" y="1638183"/>
                <a:ext cx="711301" cy="711301"/>
              </a:xfrm>
              <a:prstGeom prst="ellipse">
                <a:avLst/>
              </a:prstGeom>
              <a:gradFill>
                <a:gsLst>
                  <a:gs pos="0">
                    <a:srgbClr val="E45E5E"/>
                  </a:gs>
                  <a:gs pos="100000">
                    <a:srgbClr val="F0A6A6"/>
                  </a:gs>
                </a:gsLst>
                <a:lin ang="2700000" scaled="1"/>
              </a:gradFill>
              <a:ln w="15875">
                <a:gradFill flip="none" rotWithShape="1">
                  <a:gsLst>
                    <a:gs pos="0">
                      <a:srgbClr val="F2B0B0"/>
                    </a:gs>
                    <a:gs pos="100000">
                      <a:srgbClr val="E87475"/>
                    </a:gs>
                  </a:gsLst>
                  <a:lin ang="2700000" scaled="1"/>
                  <a:tileRect/>
                </a:gradFill>
              </a:ln>
              <a:effectLst>
                <a:outerShdw blurRad="63500" dist="254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48" name="文本框 17"/>
              <p:cNvSpPr txBox="1"/>
              <p:nvPr/>
            </p:nvSpPr>
            <p:spPr>
              <a:xfrm>
                <a:off x="2255149" y="1754726"/>
                <a:ext cx="791680" cy="53890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zh-CN" sz="1013" dirty="0" smtClean="0">
                    <a:solidFill>
                      <a:prstClr val="white"/>
                    </a:solidFill>
                    <a:latin typeface="微软雅黑" panose="020B0503020204020204" pitchFamily="34" charset="-122"/>
                    <a:ea typeface="微软雅黑" panose="020B0503020204020204" pitchFamily="34" charset="-122"/>
                  </a:rPr>
                  <a:t>11-12</a:t>
                </a:r>
                <a:r>
                  <a:rPr lang="zh-CN" altLang="en-US" sz="1013" dirty="0" smtClean="0">
                    <a:solidFill>
                      <a:prstClr val="white"/>
                    </a:solidFill>
                    <a:latin typeface="微软雅黑" panose="020B0503020204020204" pitchFamily="34" charset="-122"/>
                    <a:ea typeface="微软雅黑" panose="020B0503020204020204" pitchFamily="34" charset="-122"/>
                  </a:rPr>
                  <a:t>月</a:t>
                </a:r>
                <a:endParaRPr lang="zh-CN" altLang="en-US" sz="1013" dirty="0">
                  <a:solidFill>
                    <a:prstClr val="white"/>
                  </a:solidFill>
                  <a:latin typeface="微软雅黑" panose="020B0503020204020204" pitchFamily="34" charset="-122"/>
                  <a:ea typeface="微软雅黑" panose="020B0503020204020204" pitchFamily="34" charset="-122"/>
                </a:endParaRPr>
              </a:p>
            </p:txBody>
          </p:sp>
        </p:grpSp>
        <p:grpSp>
          <p:nvGrpSpPr>
            <p:cNvPr id="43" name="组合 153"/>
            <p:cNvGrpSpPr/>
            <p:nvPr/>
          </p:nvGrpSpPr>
          <p:grpSpPr>
            <a:xfrm>
              <a:off x="7290319" y="2285022"/>
              <a:ext cx="1165427" cy="1032318"/>
              <a:chOff x="1358981" y="2205943"/>
              <a:chExt cx="1553702" cy="999146"/>
            </a:xfrm>
          </p:grpSpPr>
          <p:sp>
            <p:nvSpPr>
              <p:cNvPr id="44" name="文本框 56"/>
              <p:cNvSpPr txBox="1"/>
              <p:nvPr/>
            </p:nvSpPr>
            <p:spPr>
              <a:xfrm>
                <a:off x="1358981" y="2205943"/>
                <a:ext cx="1440105" cy="268098"/>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zh-CN" altLang="en-US" sz="1200" dirty="0" smtClean="0">
                    <a:solidFill>
                      <a:srgbClr val="E87071"/>
                    </a:solidFill>
                    <a:latin typeface="微软雅黑" panose="020B0503020204020204" pitchFamily="34" charset="-122"/>
                    <a:ea typeface="微软雅黑" panose="020B0503020204020204" pitchFamily="34" charset="-122"/>
                  </a:rPr>
                  <a:t>测试与调查</a:t>
                </a:r>
                <a:endParaRPr lang="zh-CN" altLang="en-US" sz="1200" dirty="0">
                  <a:solidFill>
                    <a:srgbClr val="E87071"/>
                  </a:solidFill>
                  <a:latin typeface="微软雅黑" panose="020B0503020204020204" pitchFamily="34" charset="-122"/>
                  <a:ea typeface="微软雅黑" panose="020B0503020204020204" pitchFamily="34" charset="-122"/>
                </a:endParaRPr>
              </a:p>
            </p:txBody>
          </p:sp>
          <p:sp>
            <p:nvSpPr>
              <p:cNvPr id="45" name="文本框 149"/>
              <p:cNvSpPr txBox="1"/>
              <p:nvPr/>
            </p:nvSpPr>
            <p:spPr>
              <a:xfrm>
                <a:off x="1430405" y="2543782"/>
                <a:ext cx="1482278" cy="661307"/>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20000"/>
                  </a:lnSpc>
                </a:pP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rPr>
                  <a:t>担当</a:t>
                </a:r>
                <a:r>
                  <a:rPr lang="zh-CN" altLang="en-US" sz="800" dirty="0" smtClean="0">
                    <a:solidFill>
                      <a:schemeClr val="tx1">
                        <a:lumMod val="50000"/>
                        <a:lumOff val="50000"/>
                      </a:schemeClr>
                    </a:solidFill>
                    <a:latin typeface="微软雅黑" panose="020B0503020204020204" pitchFamily="34" charset="-122"/>
                    <a:ea typeface="微软雅黑" panose="020B0503020204020204" pitchFamily="34" charset="-122"/>
                  </a:rPr>
                  <a:t>组内</a:t>
                </a:r>
                <a:r>
                  <a:rPr lang="en-US" altLang="zh-CN" sz="800" dirty="0" err="1" smtClean="0">
                    <a:solidFill>
                      <a:schemeClr val="tx1">
                        <a:lumMod val="50000"/>
                        <a:lumOff val="50000"/>
                      </a:schemeClr>
                    </a:solidFill>
                    <a:latin typeface="微软雅黑" panose="020B0503020204020204" pitchFamily="34" charset="-122"/>
                    <a:ea typeface="微软雅黑" panose="020B0503020204020204" pitchFamily="34" charset="-122"/>
                  </a:rPr>
                  <a:t>xfstests</a:t>
                </a:r>
                <a:r>
                  <a:rPr lang="zh-CN" altLang="en-US" sz="800" dirty="0" smtClean="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800" dirty="0" err="1" smtClean="0">
                    <a:solidFill>
                      <a:schemeClr val="tx1">
                        <a:lumMod val="50000"/>
                        <a:lumOff val="50000"/>
                      </a:schemeClr>
                    </a:solidFill>
                    <a:latin typeface="微软雅黑" panose="020B0503020204020204" pitchFamily="34" charset="-122"/>
                    <a:ea typeface="微软雅黑" panose="020B0503020204020204" pitchFamily="34" charset="-122"/>
                  </a:rPr>
                  <a:t>ltp</a:t>
                </a:r>
                <a:r>
                  <a:rPr lang="zh-CN" altLang="en-US" sz="800" dirty="0" smtClean="0">
                    <a:solidFill>
                      <a:schemeClr val="tx1">
                        <a:lumMod val="50000"/>
                        <a:lumOff val="50000"/>
                      </a:schemeClr>
                    </a:solidFill>
                    <a:latin typeface="微软雅黑" panose="020B0503020204020204" pitchFamily="34" charset="-122"/>
                    <a:ea typeface="微软雅黑" panose="020B0503020204020204" pitchFamily="34" charset="-122"/>
                  </a:rPr>
                  <a:t>测试</a:t>
                </a:r>
                <a:endParaRPr lang="en-US" altLang="zh-CN" sz="800" dirty="0" smtClean="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20000"/>
                  </a:lnSpc>
                </a:pPr>
                <a:r>
                  <a:rPr lang="zh-CN" altLang="en-US" sz="800" dirty="0" smtClean="0">
                    <a:solidFill>
                      <a:schemeClr val="tx1">
                        <a:lumMod val="50000"/>
                        <a:lumOff val="50000"/>
                      </a:schemeClr>
                    </a:solidFill>
                    <a:latin typeface="微软雅黑" panose="020B0503020204020204" pitchFamily="34" charset="-122"/>
                    <a:ea typeface="微软雅黑" panose="020B0503020204020204" pitchFamily="34" charset="-122"/>
                  </a:rPr>
                  <a:t>并帮助组员尝试调查</a:t>
                </a:r>
                <a:r>
                  <a:rPr lang="en-US" altLang="zh-CN" sz="800" dirty="0" smtClean="0">
                    <a:solidFill>
                      <a:schemeClr val="tx1">
                        <a:lumMod val="50000"/>
                        <a:lumOff val="50000"/>
                      </a:schemeClr>
                    </a:solidFill>
                    <a:latin typeface="微软雅黑" panose="020B0503020204020204" pitchFamily="34" charset="-122"/>
                    <a:ea typeface="微软雅黑" panose="020B0503020204020204" pitchFamily="34" charset="-122"/>
                  </a:rPr>
                  <a:t>bug</a:t>
                </a:r>
                <a:endParaRPr lang="en-US" altLang="zh-CN" sz="8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graphicFrame>
        <p:nvGraphicFramePr>
          <p:cNvPr id="70" name="グラフ 69"/>
          <p:cNvGraphicFramePr/>
          <p:nvPr>
            <p:extLst>
              <p:ext uri="{D42A27DB-BD31-4B8C-83A1-F6EECF244321}">
                <p14:modId xmlns:p14="http://schemas.microsoft.com/office/powerpoint/2010/main" val="1779612795"/>
              </p:ext>
            </p:extLst>
          </p:nvPr>
        </p:nvGraphicFramePr>
        <p:xfrm>
          <a:off x="191929" y="3604133"/>
          <a:ext cx="4232015" cy="2998232"/>
        </p:xfrm>
        <a:graphic>
          <a:graphicData uri="http://schemas.openxmlformats.org/drawingml/2006/chart">
            <c:chart xmlns:c="http://schemas.openxmlformats.org/drawingml/2006/chart" xmlns:r="http://schemas.openxmlformats.org/officeDocument/2006/relationships" r:id="rId3"/>
          </a:graphicData>
        </a:graphic>
      </p:graphicFrame>
      <p:sp>
        <p:nvSpPr>
          <p:cNvPr id="71" name="テキスト ボックス 70"/>
          <p:cNvSpPr txBox="1"/>
          <p:nvPr/>
        </p:nvSpPr>
        <p:spPr>
          <a:xfrm>
            <a:off x="1571303" y="4599780"/>
            <a:ext cx="300082" cy="215444"/>
          </a:xfrm>
          <a:prstGeom prst="rect">
            <a:avLst/>
          </a:prstGeom>
          <a:noFill/>
        </p:spPr>
        <p:txBody>
          <a:bodyPr wrap="none" rtlCol="0">
            <a:spAutoFit/>
          </a:bodyPr>
          <a:lstStyle/>
          <a:p>
            <a:r>
              <a:rPr kumimoji="1" lang="en-US" altLang="ja-JP" sz="800" dirty="0" smtClean="0"/>
              <a:t>53</a:t>
            </a:r>
            <a:endParaRPr kumimoji="1" lang="ja-JP" altLang="en-US" sz="800" dirty="0"/>
          </a:p>
        </p:txBody>
      </p:sp>
      <p:sp>
        <p:nvSpPr>
          <p:cNvPr id="72" name="正方形/長方形 71"/>
          <p:cNvSpPr/>
          <p:nvPr/>
        </p:nvSpPr>
        <p:spPr>
          <a:xfrm>
            <a:off x="1571303" y="4232156"/>
            <a:ext cx="300082" cy="215444"/>
          </a:xfrm>
          <a:prstGeom prst="rect">
            <a:avLst/>
          </a:prstGeom>
        </p:spPr>
        <p:txBody>
          <a:bodyPr wrap="none">
            <a:spAutoFit/>
          </a:bodyPr>
          <a:lstStyle/>
          <a:p>
            <a:r>
              <a:rPr lang="en-US" altLang="ja-JP" sz="800" dirty="0" smtClean="0"/>
              <a:t>58</a:t>
            </a:r>
            <a:endParaRPr lang="ja-JP" altLang="en-US" sz="800" dirty="0"/>
          </a:p>
        </p:txBody>
      </p:sp>
      <p:sp>
        <p:nvSpPr>
          <p:cNvPr id="73" name="正方形/長方形 72"/>
          <p:cNvSpPr/>
          <p:nvPr/>
        </p:nvSpPr>
        <p:spPr>
          <a:xfrm>
            <a:off x="3591195" y="5301208"/>
            <a:ext cx="415498" cy="215444"/>
          </a:xfrm>
          <a:prstGeom prst="rect">
            <a:avLst/>
          </a:prstGeom>
        </p:spPr>
        <p:txBody>
          <a:bodyPr wrap="none">
            <a:spAutoFit/>
          </a:bodyPr>
          <a:lstStyle/>
          <a:p>
            <a:r>
              <a:rPr lang="en-US" altLang="ja-JP" sz="800" dirty="0" smtClean="0"/>
              <a:t>1983</a:t>
            </a:r>
            <a:endParaRPr lang="ja-JP" altLang="en-US" sz="800" dirty="0"/>
          </a:p>
        </p:txBody>
      </p:sp>
      <p:sp>
        <p:nvSpPr>
          <p:cNvPr id="74" name="正方形/長方形 73"/>
          <p:cNvSpPr/>
          <p:nvPr/>
        </p:nvSpPr>
        <p:spPr>
          <a:xfrm>
            <a:off x="3139104" y="4950532"/>
            <a:ext cx="415498" cy="215444"/>
          </a:xfrm>
          <a:prstGeom prst="rect">
            <a:avLst/>
          </a:prstGeom>
        </p:spPr>
        <p:txBody>
          <a:bodyPr wrap="none">
            <a:spAutoFit/>
          </a:bodyPr>
          <a:lstStyle/>
          <a:p>
            <a:r>
              <a:rPr lang="en-US" altLang="ja-JP" sz="800" dirty="0" smtClean="0"/>
              <a:t>1561</a:t>
            </a:r>
            <a:endParaRPr lang="ja-JP" altLang="en-US" sz="800" dirty="0"/>
          </a:p>
        </p:txBody>
      </p:sp>
      <p:graphicFrame>
        <p:nvGraphicFramePr>
          <p:cNvPr id="82" name="グラフ 81"/>
          <p:cNvGraphicFramePr/>
          <p:nvPr>
            <p:extLst>
              <p:ext uri="{D42A27DB-BD31-4B8C-83A1-F6EECF244321}">
                <p14:modId xmlns:p14="http://schemas.microsoft.com/office/powerpoint/2010/main" val="3399357874"/>
              </p:ext>
            </p:extLst>
          </p:nvPr>
        </p:nvGraphicFramePr>
        <p:xfrm>
          <a:off x="5280731" y="3503096"/>
          <a:ext cx="2776187" cy="2682016"/>
        </p:xfrm>
        <a:graphic>
          <a:graphicData uri="http://schemas.openxmlformats.org/drawingml/2006/chart">
            <c:chart xmlns:c="http://schemas.openxmlformats.org/drawingml/2006/chart" xmlns:r="http://schemas.openxmlformats.org/officeDocument/2006/relationships" r:id="rId4"/>
          </a:graphicData>
        </a:graphic>
      </p:graphicFrame>
      <p:sp>
        <p:nvSpPr>
          <p:cNvPr id="84" name="正方形/長方形 83"/>
          <p:cNvSpPr/>
          <p:nvPr/>
        </p:nvSpPr>
        <p:spPr>
          <a:xfrm>
            <a:off x="6130381" y="4616615"/>
            <a:ext cx="410690" cy="253916"/>
          </a:xfrm>
          <a:prstGeom prst="rect">
            <a:avLst/>
          </a:prstGeom>
        </p:spPr>
        <p:txBody>
          <a:bodyPr wrap="none">
            <a:spAutoFit/>
          </a:bodyPr>
          <a:lstStyle/>
          <a:p>
            <a:r>
              <a:rPr lang="en-US" altLang="ja-JP" sz="1050" dirty="0" smtClean="0"/>
              <a:t>578</a:t>
            </a:r>
            <a:endParaRPr lang="ja-JP" altLang="en-US" sz="1050" dirty="0"/>
          </a:p>
        </p:txBody>
      </p:sp>
      <p:sp>
        <p:nvSpPr>
          <p:cNvPr id="85" name="正方形/長方形 84"/>
          <p:cNvSpPr/>
          <p:nvPr/>
        </p:nvSpPr>
        <p:spPr>
          <a:xfrm>
            <a:off x="7156967" y="4158030"/>
            <a:ext cx="410690" cy="253916"/>
          </a:xfrm>
          <a:prstGeom prst="rect">
            <a:avLst/>
          </a:prstGeom>
        </p:spPr>
        <p:txBody>
          <a:bodyPr wrap="none">
            <a:spAutoFit/>
          </a:bodyPr>
          <a:lstStyle/>
          <a:p>
            <a:r>
              <a:rPr lang="en-US" altLang="ja-JP" sz="1050" dirty="0" smtClean="0"/>
              <a:t>865</a:t>
            </a:r>
            <a:endParaRPr lang="ja-JP" altLang="en-US" sz="1050" dirty="0"/>
          </a:p>
        </p:txBody>
      </p:sp>
      <p:sp>
        <p:nvSpPr>
          <p:cNvPr id="87" name="正方形/長方形 86"/>
          <p:cNvSpPr/>
          <p:nvPr/>
        </p:nvSpPr>
        <p:spPr>
          <a:xfrm>
            <a:off x="6150337" y="326092"/>
            <a:ext cx="840295" cy="707886"/>
          </a:xfrm>
          <a:prstGeom prst="rect">
            <a:avLst/>
          </a:prstGeom>
        </p:spPr>
        <p:txBody>
          <a:bodyPr wrap="none">
            <a:spAutoFit/>
          </a:bodyPr>
          <a:lstStyle/>
          <a:p>
            <a:r>
              <a:rPr lang="en-US" altLang="ja-JP" sz="4000" b="1" dirty="0" smtClean="0">
                <a:solidFill>
                  <a:schemeClr val="bg1">
                    <a:lumMod val="50000"/>
                  </a:schemeClr>
                </a:solidFill>
              </a:rPr>
              <a:t>N2</a:t>
            </a:r>
            <a:endParaRPr lang="ja-JP" altLang="en-US" sz="4000" b="1" dirty="0">
              <a:solidFill>
                <a:schemeClr val="bg1">
                  <a:lumMod val="50000"/>
                </a:schemeClr>
              </a:solidFill>
            </a:endParaRPr>
          </a:p>
        </p:txBody>
      </p:sp>
      <p:pic>
        <p:nvPicPr>
          <p:cNvPr id="86" name="图片 27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60153" y="153538"/>
            <a:ext cx="1195570" cy="1052011"/>
          </a:xfrm>
          <a:prstGeom prst="rect">
            <a:avLst/>
          </a:prstGeom>
        </p:spPr>
      </p:pic>
    </p:spTree>
    <p:extLst>
      <p:ext uri="{BB962C8B-B14F-4D97-AF65-F5344CB8AC3E}">
        <p14:creationId xmlns:p14="http://schemas.microsoft.com/office/powerpoint/2010/main" val="85189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arn(inVertical)">
                                      <p:cBhvr>
                                        <p:cTn id="16" dur="500"/>
                                        <p:tgtEl>
                                          <p:spTgt spid="19"/>
                                        </p:tgtEl>
                                      </p:cBhvr>
                                    </p:animEffect>
                                  </p:childTnLst>
                                </p:cTn>
                              </p:par>
                            </p:childTnLst>
                          </p:cTn>
                        </p:par>
                        <p:par>
                          <p:cTn id="17" fill="hold">
                            <p:stCondLst>
                              <p:cond delay="1000"/>
                            </p:stCondLst>
                            <p:childTnLst>
                              <p:par>
                                <p:cTn id="18" presetID="2" presetClass="entr" presetSubtype="8" fill="hold" nodeType="afterEffect">
                                  <p:stCondLst>
                                    <p:cond delay="0"/>
                                  </p:stCondLst>
                                  <p:childTnLst>
                                    <p:set>
                                      <p:cBhvr>
                                        <p:cTn id="19" dur="1" fill="hold">
                                          <p:stCondLst>
                                            <p:cond delay="0"/>
                                          </p:stCondLst>
                                        </p:cTn>
                                        <p:tgtEl>
                                          <p:spTgt spid="28"/>
                                        </p:tgtEl>
                                        <p:attrNameLst>
                                          <p:attrName>style.visibility</p:attrName>
                                        </p:attrNameLst>
                                      </p:cBhvr>
                                      <p:to>
                                        <p:strVal val="visible"/>
                                      </p:to>
                                    </p:set>
                                    <p:anim calcmode="lin" valueType="num">
                                      <p:cBhvr additive="base">
                                        <p:cTn id="20" dur="500" fill="hold"/>
                                        <p:tgtEl>
                                          <p:spTgt spid="28"/>
                                        </p:tgtEl>
                                        <p:attrNameLst>
                                          <p:attrName>ppt_x</p:attrName>
                                        </p:attrNameLst>
                                      </p:cBhvr>
                                      <p:tavLst>
                                        <p:tav tm="0">
                                          <p:val>
                                            <p:strVal val="0-#ppt_w/2"/>
                                          </p:val>
                                        </p:tav>
                                        <p:tav tm="100000">
                                          <p:val>
                                            <p:strVal val="#ppt_x"/>
                                          </p:val>
                                        </p:tav>
                                      </p:tavLst>
                                    </p:anim>
                                    <p:anim calcmode="lin" valueType="num">
                                      <p:cBhvr additive="base">
                                        <p:cTn id="21"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81BB7609-8E8F-4B57-9227-14DAD6151A60}" type="slidenum">
              <a:rPr lang="de-DE" altLang="ja-JP" smtClean="0">
                <a:solidFill>
                  <a:srgbClr val="000000"/>
                </a:solidFill>
              </a:rPr>
              <a:pPr/>
              <a:t>9</a:t>
            </a:fld>
            <a:endParaRPr lang="de-DE" altLang="ja-JP">
              <a:solidFill>
                <a:srgbClr val="000000"/>
              </a:solidFill>
            </a:endParaRPr>
          </a:p>
        </p:txBody>
      </p:sp>
      <p:sp>
        <p:nvSpPr>
          <p:cNvPr id="5" name="页脚占位符 4"/>
          <p:cNvSpPr>
            <a:spLocks noGrp="1"/>
          </p:cNvSpPr>
          <p:nvPr>
            <p:ph type="ftr" sz="quarter" idx="11"/>
          </p:nvPr>
        </p:nvSpPr>
        <p:spPr/>
        <p:txBody>
          <a:bodyPr/>
          <a:lstStyle/>
          <a:p>
            <a:r>
              <a:rPr lang="de-DE" altLang="ja-JP" dirty="0" smtClean="0">
                <a:solidFill>
                  <a:srgbClr val="000000"/>
                </a:solidFill>
              </a:rPr>
              <a:t>Copyright 2018 FUJITSU LIMITED</a:t>
            </a:r>
            <a:endParaRPr lang="de-DE" altLang="ja-JP" dirty="0">
              <a:solidFill>
                <a:srgbClr val="000000"/>
              </a:solidFill>
            </a:endParaRPr>
          </a:p>
        </p:txBody>
      </p:sp>
      <p:grpSp>
        <p:nvGrpSpPr>
          <p:cNvPr id="6" name="组合 5"/>
          <p:cNvGrpSpPr/>
          <p:nvPr/>
        </p:nvGrpSpPr>
        <p:grpSpPr>
          <a:xfrm>
            <a:off x="127611" y="157669"/>
            <a:ext cx="4319423" cy="852875"/>
            <a:chOff x="3129129" y="1121776"/>
            <a:chExt cx="5933741" cy="1171624"/>
          </a:xfrm>
        </p:grpSpPr>
        <p:sp>
          <p:nvSpPr>
            <p:cNvPr id="7" name="圆角矩形 6"/>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sp>
          <p:nvSpPr>
            <p:cNvPr id="8" name="圆角矩形 7"/>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grpSp>
      <p:grpSp>
        <p:nvGrpSpPr>
          <p:cNvPr id="9" name="组合 8"/>
          <p:cNvGrpSpPr/>
          <p:nvPr/>
        </p:nvGrpSpPr>
        <p:grpSpPr>
          <a:xfrm>
            <a:off x="78119" y="73199"/>
            <a:ext cx="1169945" cy="1379589"/>
            <a:chOff x="3150395" y="933507"/>
            <a:chExt cx="1559927" cy="1839452"/>
          </a:xfrm>
        </p:grpSpPr>
        <p:grpSp>
          <p:nvGrpSpPr>
            <p:cNvPr id="10" name="组合 9"/>
            <p:cNvGrpSpPr/>
            <p:nvPr/>
          </p:nvGrpSpPr>
          <p:grpSpPr>
            <a:xfrm>
              <a:off x="3150395" y="933507"/>
              <a:ext cx="1559927" cy="1839452"/>
              <a:chOff x="3222820" y="1148080"/>
              <a:chExt cx="1484216" cy="1750177"/>
            </a:xfrm>
          </p:grpSpPr>
          <p:grpSp>
            <p:nvGrpSpPr>
              <p:cNvPr id="14" name="组合 13"/>
              <p:cNvGrpSpPr/>
              <p:nvPr/>
            </p:nvGrpSpPr>
            <p:grpSpPr>
              <a:xfrm>
                <a:off x="3420363" y="1295115"/>
                <a:ext cx="1286673" cy="1603142"/>
                <a:chOff x="7380501" y="2927402"/>
                <a:chExt cx="2311887" cy="2880512"/>
              </a:xfrm>
            </p:grpSpPr>
            <p:sp>
              <p:nvSpPr>
                <p:cNvPr id="16"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 fmla="*/ 13249 w 1687745"/>
                    <a:gd name="connsiteY0" fmla="*/ 1035368 h 2070736"/>
                    <a:gd name="connsiteX1" fmla="*/ 850497 w 1687745"/>
                    <a:gd name="connsiteY1" fmla="*/ 0 h 2070736"/>
                    <a:gd name="connsiteX2" fmla="*/ 1687745 w 1687745"/>
                    <a:gd name="connsiteY2" fmla="*/ 1035368 h 2070736"/>
                    <a:gd name="connsiteX3" fmla="*/ 850497 w 1687745"/>
                    <a:gd name="connsiteY3" fmla="*/ 2070736 h 2070736"/>
                    <a:gd name="connsiteX4" fmla="*/ 13249 w 1687745"/>
                    <a:gd name="connsiteY4" fmla="*/ 1035368 h 2070736"/>
                    <a:gd name="connsiteX0" fmla="*/ 13249 w 1696474"/>
                    <a:gd name="connsiteY0" fmla="*/ 1035368 h 2070736"/>
                    <a:gd name="connsiteX1" fmla="*/ 850497 w 1696474"/>
                    <a:gd name="connsiteY1" fmla="*/ 0 h 2070736"/>
                    <a:gd name="connsiteX2" fmla="*/ 1687745 w 1696474"/>
                    <a:gd name="connsiteY2" fmla="*/ 1035368 h 2070736"/>
                    <a:gd name="connsiteX3" fmla="*/ 850497 w 1696474"/>
                    <a:gd name="connsiteY3" fmla="*/ 2070736 h 2070736"/>
                    <a:gd name="connsiteX4" fmla="*/ 13249 w 1696474"/>
                    <a:gd name="connsiteY4" fmla="*/ 1035368 h 2070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sp>
              <p:nvSpPr>
                <p:cNvPr id="17" name="椭圆 16"/>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sp>
              <p:nvSpPr>
                <p:cNvPr id="18" name="椭圆 17"/>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grpSp>
          <p:sp>
            <p:nvSpPr>
              <p:cNvPr id="15" name="椭圆 14"/>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ndParaRPr>
              </a:p>
            </p:txBody>
          </p:sp>
        </p:grpSp>
        <p:grpSp>
          <p:nvGrpSpPr>
            <p:cNvPr id="11" name="组合 10"/>
            <p:cNvGrpSpPr/>
            <p:nvPr/>
          </p:nvGrpSpPr>
          <p:grpSpPr>
            <a:xfrm>
              <a:off x="3437036" y="1269298"/>
              <a:ext cx="775805" cy="690872"/>
              <a:chOff x="1460111" y="2419508"/>
              <a:chExt cx="1032597" cy="919547"/>
            </a:xfrm>
          </p:grpSpPr>
          <p:sp>
            <p:nvSpPr>
              <p:cNvPr id="12" name="文本框 11"/>
              <p:cNvSpPr txBox="1"/>
              <p:nvPr/>
            </p:nvSpPr>
            <p:spPr>
              <a:xfrm>
                <a:off x="1460111" y="2419508"/>
                <a:ext cx="1030514" cy="819298"/>
              </a:xfrm>
              <a:prstGeom prst="rect">
                <a:avLst/>
              </a:prstGeom>
              <a:noFill/>
            </p:spPr>
            <p:txBody>
              <a:bodyPr wrap="square" rtlCol="0">
                <a:spAutoFit/>
              </a:bodyPr>
              <a:lstStyle/>
              <a:p>
                <a:pPr algn="ctr"/>
                <a:r>
                  <a:rPr lang="en-US" altLang="zh-CN" sz="2400" dirty="0" smtClean="0">
                    <a:solidFill>
                      <a:srgbClr val="E87071"/>
                    </a:solidFill>
                    <a:latin typeface="Impact" panose="020B0806030902050204" pitchFamily="34" charset="0"/>
                  </a:rPr>
                  <a:t>03</a:t>
                </a:r>
                <a:endParaRPr lang="zh-CN" altLang="en-US" sz="2400" dirty="0">
                  <a:solidFill>
                    <a:srgbClr val="E87071"/>
                  </a:solidFill>
                  <a:latin typeface="Impact" panose="020B0806030902050204" pitchFamily="34" charset="0"/>
                </a:endParaRPr>
              </a:p>
            </p:txBody>
          </p:sp>
          <p:sp>
            <p:nvSpPr>
              <p:cNvPr id="13" name="文本框 12"/>
              <p:cNvSpPr txBox="1"/>
              <p:nvPr/>
            </p:nvSpPr>
            <p:spPr>
              <a:xfrm>
                <a:off x="1462194" y="2949888"/>
                <a:ext cx="1030514" cy="389167"/>
              </a:xfrm>
              <a:prstGeom prst="rect">
                <a:avLst/>
              </a:prstGeom>
              <a:noFill/>
            </p:spPr>
            <p:txBody>
              <a:bodyPr wrap="square" rtlCol="0">
                <a:spAutoFit/>
              </a:bodyPr>
              <a:lstStyle/>
              <a:p>
                <a:pPr algn="ctr"/>
                <a:r>
                  <a:rPr lang="en-US" altLang="zh-CN" sz="825" dirty="0">
                    <a:solidFill>
                      <a:srgbClr val="E87071"/>
                    </a:solidFill>
                    <a:latin typeface="LiHei Pro" panose="020B0500000000000000" pitchFamily="34" charset="-122"/>
                    <a:ea typeface="LiHei Pro" panose="020B0500000000000000" pitchFamily="34" charset="-122"/>
                  </a:rPr>
                  <a:t>OPTION</a:t>
                </a:r>
                <a:endParaRPr lang="zh-CN" altLang="en-US" sz="825" dirty="0">
                  <a:solidFill>
                    <a:srgbClr val="E87071"/>
                  </a:solidFill>
                  <a:latin typeface="LiHei Pro" panose="020B0500000000000000" pitchFamily="34" charset="-122"/>
                  <a:ea typeface="LiHei Pro" panose="020B0500000000000000" pitchFamily="34" charset="-122"/>
                </a:endParaRPr>
              </a:p>
            </p:txBody>
          </p:sp>
        </p:grpSp>
      </p:grpSp>
      <p:grpSp>
        <p:nvGrpSpPr>
          <p:cNvPr id="19" name="组合 18"/>
          <p:cNvGrpSpPr/>
          <p:nvPr/>
        </p:nvGrpSpPr>
        <p:grpSpPr>
          <a:xfrm>
            <a:off x="1283776" y="343483"/>
            <a:ext cx="2722917" cy="471330"/>
            <a:chOff x="3446961" y="1701175"/>
            <a:chExt cx="2722917" cy="471330"/>
          </a:xfrm>
        </p:grpSpPr>
        <p:sp>
          <p:nvSpPr>
            <p:cNvPr id="20" name="文本框 19"/>
            <p:cNvSpPr txBox="1"/>
            <p:nvPr/>
          </p:nvSpPr>
          <p:spPr>
            <a:xfrm>
              <a:off x="3446961" y="1706008"/>
              <a:ext cx="2257088"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仰望星空，脚踏实地</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nvGrpSpPr>
            <p:cNvPr id="21" name="Group 13"/>
            <p:cNvGrpSpPr>
              <a:grpSpLocks noChangeAspect="1"/>
            </p:cNvGrpSpPr>
            <p:nvPr/>
          </p:nvGrpSpPr>
          <p:grpSpPr bwMode="auto">
            <a:xfrm>
              <a:off x="5704049" y="1701175"/>
              <a:ext cx="465829" cy="471330"/>
              <a:chOff x="2426" y="2781"/>
              <a:chExt cx="593" cy="600"/>
            </a:xfrm>
            <a:solidFill>
              <a:schemeClr val="bg1"/>
            </a:solidFill>
            <a:effectLst/>
          </p:grpSpPr>
          <p:sp>
            <p:nvSpPr>
              <p:cNvPr id="22" name="Freeform 14"/>
              <p:cNvSpPr>
                <a:spLocks/>
              </p:cNvSpPr>
              <p:nvPr/>
            </p:nvSpPr>
            <p:spPr bwMode="auto">
              <a:xfrm>
                <a:off x="2442" y="2805"/>
                <a:ext cx="577"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23"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sp>
        <p:nvSpPr>
          <p:cNvPr id="24" name="角丸四角形 23"/>
          <p:cNvSpPr/>
          <p:nvPr/>
        </p:nvSpPr>
        <p:spPr bwMode="auto">
          <a:xfrm>
            <a:off x="4634756" y="94653"/>
            <a:ext cx="819658" cy="1080120"/>
          </a:xfrm>
          <a:prstGeom prst="roundRect">
            <a:avLst/>
          </a:prstGeom>
          <a:solidFill>
            <a:schemeClr val="accent6">
              <a:lumMod val="20000"/>
              <a:lumOff val="80000"/>
            </a:schemeClr>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lang="ja-JP" altLang="en-US">
              <a:solidFill>
                <a:schemeClr val="tx1">
                  <a:lumMod val="65000"/>
                  <a:lumOff val="35000"/>
                </a:schemeClr>
              </a:solidFill>
            </a:endParaRPr>
          </a:p>
        </p:txBody>
      </p:sp>
      <p:pic>
        <p:nvPicPr>
          <p:cNvPr id="25" name="図 2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46225" y="229365"/>
            <a:ext cx="596720" cy="810695"/>
          </a:xfrm>
          <a:prstGeom prst="rect">
            <a:avLst/>
          </a:prstGeom>
        </p:spPr>
      </p:pic>
      <p:sp>
        <p:nvSpPr>
          <p:cNvPr id="30" name="矩形 128"/>
          <p:cNvSpPr/>
          <p:nvPr/>
        </p:nvSpPr>
        <p:spPr>
          <a:xfrm>
            <a:off x="4527022" y="3062366"/>
            <a:ext cx="1129941" cy="107716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solidFill>
                <a:schemeClr val="tx1">
                  <a:lumMod val="85000"/>
                  <a:lumOff val="15000"/>
                </a:schemeClr>
              </a:solidFill>
            </a:endParaRPr>
          </a:p>
        </p:txBody>
      </p:sp>
      <p:sp>
        <p:nvSpPr>
          <p:cNvPr id="31" name="矩形 128"/>
          <p:cNvSpPr/>
          <p:nvPr/>
        </p:nvSpPr>
        <p:spPr>
          <a:xfrm>
            <a:off x="6046152" y="1182154"/>
            <a:ext cx="1129941" cy="107716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solidFill>
                <a:schemeClr val="tx1">
                  <a:lumMod val="85000"/>
                  <a:lumOff val="15000"/>
                </a:schemeClr>
              </a:solidFill>
            </a:endParaRPr>
          </a:p>
        </p:txBody>
      </p:sp>
      <p:sp>
        <p:nvSpPr>
          <p:cNvPr id="32" name="矩形 128"/>
          <p:cNvSpPr/>
          <p:nvPr/>
        </p:nvSpPr>
        <p:spPr>
          <a:xfrm>
            <a:off x="2882126" y="1166887"/>
            <a:ext cx="1129941" cy="107716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solidFill>
                <a:schemeClr val="tx1">
                  <a:lumMod val="85000"/>
                  <a:lumOff val="15000"/>
                </a:schemeClr>
              </a:solidFill>
            </a:endParaRPr>
          </a:p>
        </p:txBody>
      </p:sp>
      <p:sp>
        <p:nvSpPr>
          <p:cNvPr id="33" name="矩形 128"/>
          <p:cNvSpPr/>
          <p:nvPr/>
        </p:nvSpPr>
        <p:spPr>
          <a:xfrm>
            <a:off x="1462323" y="3045564"/>
            <a:ext cx="1129941" cy="107716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solidFill>
                <a:schemeClr val="tx1">
                  <a:lumMod val="85000"/>
                  <a:lumOff val="15000"/>
                </a:schemeClr>
              </a:solidFill>
            </a:endParaRPr>
          </a:p>
        </p:txBody>
      </p:sp>
      <p:sp>
        <p:nvSpPr>
          <p:cNvPr id="34" name="矩形 128"/>
          <p:cNvSpPr/>
          <p:nvPr/>
        </p:nvSpPr>
        <p:spPr>
          <a:xfrm>
            <a:off x="41252" y="1162774"/>
            <a:ext cx="1129941" cy="107716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solidFill>
                <a:schemeClr val="tx1">
                  <a:lumMod val="85000"/>
                  <a:lumOff val="15000"/>
                </a:schemeClr>
              </a:solidFill>
            </a:endParaRPr>
          </a:p>
        </p:txBody>
      </p:sp>
      <p:sp>
        <p:nvSpPr>
          <p:cNvPr id="35" name="六边形 150"/>
          <p:cNvSpPr/>
          <p:nvPr/>
        </p:nvSpPr>
        <p:spPr>
          <a:xfrm rot="5400000">
            <a:off x="7902890" y="2421370"/>
            <a:ext cx="507177" cy="441701"/>
          </a:xfrm>
          <a:prstGeom prst="hexagon">
            <a:avLst/>
          </a:prstGeom>
          <a:solidFill>
            <a:srgbClr val="00BA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dirty="0">
              <a:solidFill>
                <a:schemeClr val="bg1"/>
              </a:solidFill>
            </a:endParaRPr>
          </a:p>
        </p:txBody>
      </p:sp>
      <p:sp>
        <p:nvSpPr>
          <p:cNvPr id="36" name="六边形 150"/>
          <p:cNvSpPr/>
          <p:nvPr/>
        </p:nvSpPr>
        <p:spPr>
          <a:xfrm rot="5400000">
            <a:off x="6358760" y="2421369"/>
            <a:ext cx="507177" cy="441701"/>
          </a:xfrm>
          <a:prstGeom prst="hexagon">
            <a:avLst/>
          </a:prstGeom>
          <a:solidFill>
            <a:srgbClr val="00BA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dirty="0">
              <a:solidFill>
                <a:schemeClr val="bg1"/>
              </a:solidFill>
            </a:endParaRPr>
          </a:p>
        </p:txBody>
      </p:sp>
      <p:sp>
        <p:nvSpPr>
          <p:cNvPr id="37" name="六边形 152"/>
          <p:cNvSpPr/>
          <p:nvPr/>
        </p:nvSpPr>
        <p:spPr>
          <a:xfrm rot="5400000">
            <a:off x="3203288" y="2430479"/>
            <a:ext cx="507177" cy="431799"/>
          </a:xfrm>
          <a:prstGeom prst="hexagon">
            <a:avLst/>
          </a:prstGeom>
          <a:solidFill>
            <a:srgbClr val="00BA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dirty="0">
              <a:solidFill>
                <a:schemeClr val="bg1"/>
              </a:solidFill>
            </a:endParaRPr>
          </a:p>
        </p:txBody>
      </p:sp>
      <p:sp>
        <p:nvSpPr>
          <p:cNvPr id="38" name="六边形 152"/>
          <p:cNvSpPr/>
          <p:nvPr/>
        </p:nvSpPr>
        <p:spPr>
          <a:xfrm rot="5400000">
            <a:off x="1779625" y="2438252"/>
            <a:ext cx="507177" cy="431799"/>
          </a:xfrm>
          <a:prstGeom prst="hexagon">
            <a:avLst/>
          </a:prstGeom>
          <a:solidFill>
            <a:srgbClr val="00BA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dirty="0">
              <a:solidFill>
                <a:schemeClr val="bg1"/>
              </a:solidFill>
            </a:endParaRPr>
          </a:p>
        </p:txBody>
      </p:sp>
      <p:grpSp>
        <p:nvGrpSpPr>
          <p:cNvPr id="39" name="组合 106"/>
          <p:cNvGrpSpPr/>
          <p:nvPr/>
        </p:nvGrpSpPr>
        <p:grpSpPr>
          <a:xfrm>
            <a:off x="55371" y="1335536"/>
            <a:ext cx="8854344" cy="2774165"/>
            <a:chOff x="73596" y="1167525"/>
            <a:chExt cx="8962900" cy="2774165"/>
          </a:xfrm>
        </p:grpSpPr>
        <p:sp>
          <p:nvSpPr>
            <p:cNvPr id="40" name="矩形 129"/>
            <p:cNvSpPr/>
            <p:nvPr/>
          </p:nvSpPr>
          <p:spPr>
            <a:xfrm>
              <a:off x="7754559" y="2864528"/>
              <a:ext cx="1143794" cy="107716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solidFill>
                  <a:schemeClr val="tx1">
                    <a:lumMod val="85000"/>
                    <a:lumOff val="15000"/>
                  </a:schemeClr>
                </a:solidFill>
              </a:endParaRPr>
            </a:p>
          </p:txBody>
        </p:sp>
        <p:grpSp>
          <p:nvGrpSpPr>
            <p:cNvPr id="41" name="组合 136"/>
            <p:cNvGrpSpPr/>
            <p:nvPr/>
          </p:nvGrpSpPr>
          <p:grpSpPr>
            <a:xfrm>
              <a:off x="73596" y="2324108"/>
              <a:ext cx="8962899" cy="328532"/>
              <a:chOff x="534438" y="3368953"/>
              <a:chExt cx="11630155" cy="438144"/>
            </a:xfrm>
            <a:solidFill>
              <a:schemeClr val="bg1">
                <a:lumMod val="65000"/>
              </a:schemeClr>
            </a:solidFill>
          </p:grpSpPr>
          <p:sp>
            <p:nvSpPr>
              <p:cNvPr id="52" name="矩形 187"/>
              <p:cNvSpPr/>
              <p:nvPr/>
            </p:nvSpPr>
            <p:spPr>
              <a:xfrm>
                <a:off x="11697411" y="3503489"/>
                <a:ext cx="50397" cy="169068"/>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nvGrpSpPr>
              <p:cNvPr id="53" name="组合 188"/>
              <p:cNvGrpSpPr/>
              <p:nvPr/>
            </p:nvGrpSpPr>
            <p:grpSpPr>
              <a:xfrm>
                <a:off x="534438" y="3368953"/>
                <a:ext cx="11630155" cy="438144"/>
                <a:chOff x="623889" y="3209929"/>
                <a:chExt cx="11630155" cy="438144"/>
              </a:xfrm>
              <a:grpFill/>
            </p:grpSpPr>
            <p:sp>
              <p:nvSpPr>
                <p:cNvPr id="55" name="矩形 190"/>
                <p:cNvSpPr/>
                <p:nvPr/>
              </p:nvSpPr>
              <p:spPr>
                <a:xfrm>
                  <a:off x="623889" y="3344465"/>
                  <a:ext cx="50397" cy="169069"/>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56" name="矩形 191"/>
                <p:cNvSpPr/>
                <p:nvPr/>
              </p:nvSpPr>
              <p:spPr>
                <a:xfrm>
                  <a:off x="717047" y="3344465"/>
                  <a:ext cx="107093" cy="169069"/>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57" name="矩形 192"/>
                <p:cNvSpPr/>
                <p:nvPr/>
              </p:nvSpPr>
              <p:spPr>
                <a:xfrm>
                  <a:off x="866901" y="3344465"/>
                  <a:ext cx="198437" cy="169069"/>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58" name="矩形 193"/>
                <p:cNvSpPr/>
                <p:nvPr/>
              </p:nvSpPr>
              <p:spPr>
                <a:xfrm>
                  <a:off x="1116330" y="3344465"/>
                  <a:ext cx="10129185" cy="180957"/>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59" name="矩形 194"/>
                <p:cNvSpPr/>
                <p:nvPr/>
              </p:nvSpPr>
              <p:spPr>
                <a:xfrm>
                  <a:off x="11544331" y="3344465"/>
                  <a:ext cx="107094" cy="169068"/>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60" name="矩形 195"/>
                <p:cNvSpPr/>
                <p:nvPr/>
              </p:nvSpPr>
              <p:spPr>
                <a:xfrm>
                  <a:off x="11047078" y="3344465"/>
                  <a:ext cx="198438" cy="169068"/>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61" name="等腰三角形 196"/>
                <p:cNvSpPr/>
                <p:nvPr/>
              </p:nvSpPr>
              <p:spPr>
                <a:xfrm rot="5400000">
                  <a:off x="11845735" y="3239763"/>
                  <a:ext cx="438144" cy="378475"/>
                </a:xfrm>
                <a:prstGeom prs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sp>
            <p:nvSpPr>
              <p:cNvPr id="54" name="矩形 189"/>
              <p:cNvSpPr/>
              <p:nvPr/>
            </p:nvSpPr>
            <p:spPr>
              <a:xfrm>
                <a:off x="11603974" y="3503489"/>
                <a:ext cx="50397" cy="169068"/>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sp>
          <p:nvSpPr>
            <p:cNvPr id="42" name="文本框 66"/>
            <p:cNvSpPr txBox="1"/>
            <p:nvPr/>
          </p:nvSpPr>
          <p:spPr>
            <a:xfrm>
              <a:off x="2937618" y="1344695"/>
              <a:ext cx="1172274" cy="276999"/>
            </a:xfrm>
            <a:prstGeom prst="rect">
              <a:avLst/>
            </a:prstGeom>
            <a:noFill/>
          </p:spPr>
          <p:txBody>
            <a:bodyPr wrap="square" rtlCol="0">
              <a:spAutoFit/>
            </a:bodyPr>
            <a:lstStyle/>
            <a:p>
              <a:pPr algn="just"/>
              <a:endPar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3" name="文本框 66"/>
            <p:cNvSpPr txBox="1"/>
            <p:nvPr/>
          </p:nvSpPr>
          <p:spPr>
            <a:xfrm>
              <a:off x="4674527" y="3086743"/>
              <a:ext cx="1110707" cy="615553"/>
            </a:xfrm>
            <a:prstGeom prst="rect">
              <a:avLst/>
            </a:prstGeom>
            <a:noFill/>
          </p:spPr>
          <p:txBody>
            <a:bodyPr wrap="square" rtlCol="0">
              <a:spAutoFit/>
            </a:bodyPr>
            <a:lstStyle/>
            <a:p>
              <a:pPr algn="just"/>
              <a:r>
                <a:rPr lang="en-US" altLang="zh-CN" sz="1200" b="1" dirty="0" smtClean="0">
                  <a:solidFill>
                    <a:srgbClr val="FF0000"/>
                  </a:solidFill>
                  <a:latin typeface="微软雅黑" panose="020B0503020204020204" pitchFamily="34" charset="-122"/>
                  <a:ea typeface="微软雅黑" panose="020B0503020204020204" pitchFamily="34" charset="-122"/>
                </a:rPr>
                <a:t>PCL</a:t>
              </a:r>
              <a:r>
                <a:rPr lang="zh-CN" altLang="en-US" sz="1200" b="1" dirty="0" smtClean="0">
                  <a:solidFill>
                    <a:srgbClr val="FF0000"/>
                  </a:solidFill>
                  <a:latin typeface="微软雅黑" panose="020B0503020204020204" pitchFamily="34" charset="-122"/>
                  <a:ea typeface="微软雅黑" panose="020B0503020204020204" pitchFamily="34" charset="-122"/>
                </a:rPr>
                <a:t>组</a:t>
              </a:r>
              <a:endParaRPr lang="en-US" altLang="zh-CN" sz="1200" b="1" dirty="0" smtClean="0">
                <a:solidFill>
                  <a:srgbClr val="FF0000"/>
                </a:solidFill>
                <a:latin typeface="微软雅黑" panose="020B0503020204020204" pitchFamily="34" charset="-122"/>
                <a:ea typeface="微软雅黑" panose="020B0503020204020204" pitchFamily="34" charset="-122"/>
              </a:endParaRPr>
            </a:p>
            <a:p>
              <a:pPr algn="just"/>
              <a:r>
                <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rPr>
                <a:t>CF54</a:t>
              </a:r>
              <a:r>
                <a:rPr lang="zh-CN" altLang="en-US" sz="1100" dirty="0" smtClean="0">
                  <a:solidFill>
                    <a:schemeClr val="tx1">
                      <a:lumMod val="85000"/>
                      <a:lumOff val="15000"/>
                    </a:schemeClr>
                  </a:solidFill>
                  <a:latin typeface="微软雅黑" panose="020B0503020204020204" pitchFamily="34" charset="-122"/>
                  <a:ea typeface="微软雅黑" panose="020B0503020204020204" pitchFamily="34" charset="-122"/>
                </a:rPr>
                <a:t>回目作业</a:t>
              </a:r>
              <a:endPar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endParaRPr>
            </a:p>
            <a:p>
              <a:pPr algn="just"/>
              <a:r>
                <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rPr>
                <a:t>CF53</a:t>
              </a:r>
              <a:r>
                <a:rPr lang="zh-CN" altLang="en-US" sz="1100" dirty="0" smtClean="0">
                  <a:solidFill>
                    <a:schemeClr val="tx1">
                      <a:lumMod val="85000"/>
                      <a:lumOff val="15000"/>
                    </a:schemeClr>
                  </a:solidFill>
                  <a:latin typeface="微软雅黑" panose="020B0503020204020204" pitchFamily="34" charset="-122"/>
                  <a:ea typeface="微软雅黑" panose="020B0503020204020204" pitchFamily="34" charset="-122"/>
                </a:rPr>
                <a:t>回目作业</a:t>
              </a:r>
              <a:endParaRPr lang="zh-CN" altLang="en-US" sz="11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4" name="文本框 66"/>
            <p:cNvSpPr txBox="1"/>
            <p:nvPr/>
          </p:nvSpPr>
          <p:spPr>
            <a:xfrm>
              <a:off x="6168915" y="1177365"/>
              <a:ext cx="1247081" cy="784830"/>
            </a:xfrm>
            <a:prstGeom prst="rect">
              <a:avLst/>
            </a:prstGeom>
            <a:noFill/>
          </p:spPr>
          <p:txBody>
            <a:bodyPr wrap="square" rtlCol="0">
              <a:spAutoFit/>
            </a:bodyPr>
            <a:lstStyle/>
            <a:p>
              <a:pPr algn="just"/>
              <a:r>
                <a:rPr lang="en-US" altLang="zh-CN" sz="1200" b="1" dirty="0" smtClean="0">
                  <a:solidFill>
                    <a:srgbClr val="FF0000"/>
                  </a:solidFill>
                  <a:latin typeface="微软雅黑" panose="020B0503020204020204" pitchFamily="34" charset="-122"/>
                  <a:ea typeface="微软雅黑" panose="020B0503020204020204" pitchFamily="34" charset="-122"/>
                </a:rPr>
                <a:t>PCL</a:t>
              </a:r>
              <a:r>
                <a:rPr lang="zh-CN" altLang="en-US" sz="1200" b="1" dirty="0" smtClean="0">
                  <a:solidFill>
                    <a:srgbClr val="FF0000"/>
                  </a:solidFill>
                  <a:latin typeface="微软雅黑" panose="020B0503020204020204" pitchFamily="34" charset="-122"/>
                  <a:ea typeface="微软雅黑" panose="020B0503020204020204" pitchFamily="34" charset="-122"/>
                </a:rPr>
                <a:t>组</a:t>
              </a:r>
              <a:endParaRPr lang="en-US" altLang="zh-CN" sz="1200" b="1" dirty="0" smtClean="0">
                <a:solidFill>
                  <a:srgbClr val="FF0000"/>
                </a:solidFill>
                <a:latin typeface="微软雅黑" panose="020B0503020204020204" pitchFamily="34" charset="-122"/>
                <a:ea typeface="微软雅黑" panose="020B0503020204020204" pitchFamily="34" charset="-122"/>
              </a:endParaRPr>
            </a:p>
            <a:p>
              <a:pPr algn="just"/>
              <a:r>
                <a:rPr lang="en-US" altLang="zh-CN" sz="1100" dirty="0">
                  <a:solidFill>
                    <a:schemeClr val="tx1">
                      <a:lumMod val="85000"/>
                      <a:lumOff val="15000"/>
                    </a:schemeClr>
                  </a:solidFill>
                  <a:latin typeface="微软雅黑" panose="020B0503020204020204" pitchFamily="34" charset="-122"/>
                  <a:ea typeface="微软雅黑" panose="020B0503020204020204" pitchFamily="34" charset="-122"/>
                </a:rPr>
                <a:t>CF54</a:t>
              </a:r>
              <a:r>
                <a:rPr lang="zh-CN" altLang="en-US" sz="1100" dirty="0">
                  <a:solidFill>
                    <a:schemeClr val="tx1">
                      <a:lumMod val="85000"/>
                      <a:lumOff val="15000"/>
                    </a:schemeClr>
                  </a:solidFill>
                  <a:latin typeface="微软雅黑" panose="020B0503020204020204" pitchFamily="34" charset="-122"/>
                  <a:ea typeface="微软雅黑" panose="020B0503020204020204" pitchFamily="34" charset="-122"/>
                </a:rPr>
                <a:t>回目</a:t>
              </a:r>
              <a:r>
                <a:rPr lang="zh-CN" altLang="en-US" sz="1100" dirty="0" smtClean="0">
                  <a:solidFill>
                    <a:schemeClr val="tx1">
                      <a:lumMod val="85000"/>
                      <a:lumOff val="15000"/>
                    </a:schemeClr>
                  </a:solidFill>
                  <a:latin typeface="微软雅黑" panose="020B0503020204020204" pitchFamily="34" charset="-122"/>
                  <a:ea typeface="微软雅黑" panose="020B0503020204020204" pitchFamily="34" charset="-122"/>
                </a:rPr>
                <a:t>作业</a:t>
              </a:r>
              <a:endPar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endParaRPr>
            </a:p>
            <a:p>
              <a:pPr algn="just"/>
              <a:r>
                <a:rPr lang="zh-CN" altLang="en-US" sz="1100" dirty="0" smtClean="0">
                  <a:solidFill>
                    <a:schemeClr val="tx1">
                      <a:lumMod val="85000"/>
                      <a:lumOff val="15000"/>
                    </a:schemeClr>
                  </a:solidFill>
                  <a:latin typeface="微软雅黑" panose="020B0503020204020204" pitchFamily="34" charset="-122"/>
                  <a:ea typeface="微软雅黑" panose="020B0503020204020204" pitchFamily="34" charset="-122"/>
                </a:rPr>
                <a:t>学习安装</a:t>
              </a:r>
              <a:r>
                <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rPr>
                <a:t>Solaris</a:t>
              </a:r>
              <a:endParaRPr lang="en-US" altLang="zh-CN" sz="1100" dirty="0">
                <a:solidFill>
                  <a:schemeClr val="tx1">
                    <a:lumMod val="85000"/>
                    <a:lumOff val="15000"/>
                  </a:schemeClr>
                </a:solidFill>
                <a:latin typeface="微软雅黑" panose="020B0503020204020204" pitchFamily="34" charset="-122"/>
                <a:ea typeface="微软雅黑" panose="020B0503020204020204" pitchFamily="34" charset="-122"/>
              </a:endParaRPr>
            </a:p>
            <a:p>
              <a:pPr algn="just"/>
              <a:r>
                <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rPr>
                <a:t>CF55</a:t>
              </a:r>
              <a:r>
                <a:rPr lang="zh-CN" altLang="en-US" sz="1100" dirty="0" smtClean="0">
                  <a:solidFill>
                    <a:schemeClr val="tx1">
                      <a:lumMod val="85000"/>
                      <a:lumOff val="15000"/>
                    </a:schemeClr>
                  </a:solidFill>
                  <a:latin typeface="微软雅黑" panose="020B0503020204020204" pitchFamily="34" charset="-122"/>
                  <a:ea typeface="微软雅黑" panose="020B0503020204020204" pitchFamily="34" charset="-122"/>
                </a:rPr>
                <a:t>回目作业</a:t>
              </a:r>
              <a:endParaRPr lang="zh-CN" altLang="en-US" sz="11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5" name="文本框 66"/>
            <p:cNvSpPr txBox="1"/>
            <p:nvPr/>
          </p:nvSpPr>
          <p:spPr>
            <a:xfrm>
              <a:off x="7846442" y="3007705"/>
              <a:ext cx="1190054" cy="784830"/>
            </a:xfrm>
            <a:prstGeom prst="rect">
              <a:avLst/>
            </a:prstGeom>
            <a:noFill/>
          </p:spPr>
          <p:txBody>
            <a:bodyPr wrap="square" rtlCol="0">
              <a:spAutoFit/>
            </a:bodyPr>
            <a:lstStyle/>
            <a:p>
              <a:pPr algn="just"/>
              <a:r>
                <a:rPr lang="en-US" altLang="zh-CN" sz="1200" b="1" dirty="0" smtClean="0">
                  <a:solidFill>
                    <a:srgbClr val="FF0000"/>
                  </a:solidFill>
                  <a:latin typeface="微软雅黑" panose="020B0503020204020204" pitchFamily="34" charset="-122"/>
                  <a:ea typeface="微软雅黑" panose="020B0503020204020204" pitchFamily="34" charset="-122"/>
                </a:rPr>
                <a:t>PCL</a:t>
              </a:r>
              <a:r>
                <a:rPr lang="zh-CN" altLang="en-US" sz="1200" b="1" dirty="0" smtClean="0">
                  <a:solidFill>
                    <a:srgbClr val="FF0000"/>
                  </a:solidFill>
                  <a:latin typeface="微软雅黑" panose="020B0503020204020204" pitchFamily="34" charset="-122"/>
                  <a:ea typeface="微软雅黑" panose="020B0503020204020204" pitchFamily="34" charset="-122"/>
                </a:rPr>
                <a:t>组</a:t>
              </a:r>
              <a:endParaRPr lang="en-US" altLang="zh-CN" sz="1200" b="1" dirty="0" smtClean="0">
                <a:solidFill>
                  <a:srgbClr val="FF0000"/>
                </a:solidFill>
                <a:latin typeface="微软雅黑" panose="020B0503020204020204" pitchFamily="34" charset="-122"/>
                <a:ea typeface="微软雅黑" panose="020B0503020204020204" pitchFamily="34" charset="-122"/>
              </a:endParaRPr>
            </a:p>
            <a:p>
              <a:pPr algn="just"/>
              <a:r>
                <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rPr>
                <a:t>CF55</a:t>
              </a:r>
              <a:r>
                <a:rPr lang="zh-CN" altLang="en-US" sz="1100" dirty="0" smtClean="0">
                  <a:solidFill>
                    <a:schemeClr val="tx1">
                      <a:lumMod val="85000"/>
                      <a:lumOff val="15000"/>
                    </a:schemeClr>
                  </a:solidFill>
                  <a:latin typeface="微软雅黑" panose="020B0503020204020204" pitchFamily="34" charset="-122"/>
                  <a:ea typeface="微软雅黑" panose="020B0503020204020204" pitchFamily="34" charset="-122"/>
                </a:rPr>
                <a:t>回目作业</a:t>
              </a:r>
              <a:endPar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endParaRPr>
            </a:p>
            <a:p>
              <a:pPr algn="just"/>
              <a:r>
                <a:rPr lang="zh-CN" altLang="en-US" sz="1100" dirty="0" smtClean="0">
                  <a:solidFill>
                    <a:schemeClr val="tx1">
                      <a:lumMod val="85000"/>
                      <a:lumOff val="15000"/>
                    </a:schemeClr>
                  </a:solidFill>
                  <a:latin typeface="微软雅黑" panose="020B0503020204020204" pitchFamily="34" charset="-122"/>
                  <a:ea typeface="微软雅黑" panose="020B0503020204020204" pitchFamily="34" charset="-122"/>
                </a:rPr>
                <a:t>测试脚本学习</a:t>
              </a:r>
              <a:endPar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endParaRPr>
            </a:p>
            <a:p>
              <a:pPr algn="just"/>
              <a:r>
                <a:rPr lang="zh-CN" altLang="en-US" sz="1100" dirty="0" smtClean="0">
                  <a:solidFill>
                    <a:schemeClr val="tx1">
                      <a:lumMod val="85000"/>
                      <a:lumOff val="15000"/>
                    </a:schemeClr>
                  </a:solidFill>
                  <a:latin typeface="微软雅黑" panose="020B0503020204020204" pitchFamily="34" charset="-122"/>
                  <a:ea typeface="微软雅黑" panose="020B0503020204020204" pitchFamily="34" charset="-122"/>
                </a:rPr>
                <a:t>社内</a:t>
              </a:r>
              <a:r>
                <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rPr>
                <a:t>N5</a:t>
              </a:r>
              <a:r>
                <a:rPr lang="zh-CN" altLang="en-US" sz="1100" dirty="0" smtClean="0">
                  <a:solidFill>
                    <a:schemeClr val="tx1">
                      <a:lumMod val="85000"/>
                      <a:lumOff val="15000"/>
                    </a:schemeClr>
                  </a:solidFill>
                  <a:latin typeface="微软雅黑" panose="020B0503020204020204" pitchFamily="34" charset="-122"/>
                  <a:ea typeface="微软雅黑" panose="020B0503020204020204" pitchFamily="34" charset="-122"/>
                </a:rPr>
                <a:t>考试</a:t>
              </a:r>
              <a:endPar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6" name="六边形 150"/>
            <p:cNvSpPr/>
            <p:nvPr/>
          </p:nvSpPr>
          <p:spPr>
            <a:xfrm rot="5400000">
              <a:off x="4912551" y="2270325"/>
              <a:ext cx="507177" cy="447116"/>
            </a:xfrm>
            <a:prstGeom prst="hexagon">
              <a:avLst/>
            </a:prstGeom>
            <a:solidFill>
              <a:srgbClr val="00BA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dirty="0">
                <a:solidFill>
                  <a:schemeClr val="bg1"/>
                </a:solidFill>
              </a:endParaRPr>
            </a:p>
          </p:txBody>
        </p:sp>
        <p:sp>
          <p:nvSpPr>
            <p:cNvPr id="47" name="六边形 152"/>
            <p:cNvSpPr/>
            <p:nvPr/>
          </p:nvSpPr>
          <p:spPr>
            <a:xfrm rot="5400000">
              <a:off x="351389" y="2248141"/>
              <a:ext cx="507177" cy="437093"/>
            </a:xfrm>
            <a:prstGeom prst="hexagon">
              <a:avLst/>
            </a:prstGeom>
            <a:solidFill>
              <a:srgbClr val="00BA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dirty="0">
                <a:solidFill>
                  <a:schemeClr val="bg1"/>
                </a:solidFill>
              </a:endParaRPr>
            </a:p>
          </p:txBody>
        </p:sp>
        <p:sp>
          <p:nvSpPr>
            <p:cNvPr id="48" name="文本框 64"/>
            <p:cNvSpPr txBox="1"/>
            <p:nvPr/>
          </p:nvSpPr>
          <p:spPr>
            <a:xfrm>
              <a:off x="386980" y="2364945"/>
              <a:ext cx="433161" cy="246221"/>
            </a:xfrm>
            <a:prstGeom prst="rect">
              <a:avLst/>
            </a:prstGeom>
            <a:solidFill>
              <a:srgbClr val="00BACD"/>
            </a:solidFill>
          </p:spPr>
          <p:txBody>
            <a:bodyPr wrap="square" rtlCol="0">
              <a:spAutoFit/>
            </a:bodyPr>
            <a:lstStyle/>
            <a:p>
              <a:pPr algn="ctr"/>
              <a:r>
                <a:rPr lang="en-US" altLang="zh-CN" sz="1000" dirty="0">
                  <a:solidFill>
                    <a:schemeClr val="bg1"/>
                  </a:solidFill>
                  <a:latin typeface="微软雅黑" panose="020B0503020204020204" pitchFamily="34" charset="-122"/>
                  <a:ea typeface="微软雅黑" panose="020B0503020204020204" pitchFamily="34" charset="-122"/>
                </a:rPr>
                <a:t>7</a:t>
              </a:r>
              <a:r>
                <a:rPr lang="zh-CN" altLang="en-US" sz="1000" dirty="0" smtClean="0">
                  <a:solidFill>
                    <a:schemeClr val="bg1"/>
                  </a:solidFill>
                  <a:latin typeface="微软雅黑" panose="020B0503020204020204" pitchFamily="34" charset="-122"/>
                  <a:ea typeface="微软雅黑" panose="020B0503020204020204" pitchFamily="34" charset="-122"/>
                </a:rPr>
                <a:t>月</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49" name="文本框 66"/>
            <p:cNvSpPr txBox="1"/>
            <p:nvPr/>
          </p:nvSpPr>
          <p:spPr>
            <a:xfrm>
              <a:off x="109086" y="1167525"/>
              <a:ext cx="1035388" cy="800219"/>
            </a:xfrm>
            <a:prstGeom prst="rect">
              <a:avLst/>
            </a:prstGeom>
            <a:noFill/>
          </p:spPr>
          <p:txBody>
            <a:bodyPr wrap="square" rtlCol="0">
              <a:spAutoFit/>
            </a:bodyPr>
            <a:lstStyle/>
            <a:p>
              <a:pPr algn="just"/>
              <a:r>
                <a:rPr lang="zh-CN" altLang="en-US" sz="1200" b="1" dirty="0" smtClean="0">
                  <a:solidFill>
                    <a:schemeClr val="tx1">
                      <a:lumMod val="85000"/>
                      <a:lumOff val="15000"/>
                    </a:schemeClr>
                  </a:solidFill>
                  <a:latin typeface="微软雅黑" panose="020B0503020204020204" pitchFamily="34" charset="-122"/>
                  <a:ea typeface="微软雅黑" panose="020B0503020204020204" pitchFamily="34" charset="-122"/>
                </a:rPr>
                <a:t>学习</a:t>
              </a:r>
              <a:endParaRPr lang="en-US" altLang="zh-CN" sz="1200" b="1" dirty="0" smtClean="0">
                <a:solidFill>
                  <a:schemeClr val="tx1">
                    <a:lumMod val="85000"/>
                    <a:lumOff val="15000"/>
                  </a:schemeClr>
                </a:solidFill>
                <a:latin typeface="微软雅黑" panose="020B0503020204020204" pitchFamily="34" charset="-122"/>
                <a:ea typeface="微软雅黑" panose="020B0503020204020204" pitchFamily="34" charset="-122"/>
              </a:endParaRPr>
            </a:p>
            <a:p>
              <a:pPr algn="just"/>
              <a:r>
                <a:rPr lang="zh-CN" altLang="en-US" sz="1100" dirty="0" smtClean="0">
                  <a:solidFill>
                    <a:schemeClr val="tx1">
                      <a:lumMod val="85000"/>
                      <a:lumOff val="15000"/>
                    </a:schemeClr>
                  </a:solidFill>
                  <a:latin typeface="微软雅黑" panose="020B0503020204020204" pitchFamily="34" charset="-122"/>
                  <a:ea typeface="微软雅黑" panose="020B0503020204020204" pitchFamily="34" charset="-122"/>
                </a:rPr>
                <a:t>日语学习</a:t>
              </a:r>
              <a:endPar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endParaRPr>
            </a:p>
            <a:p>
              <a:pPr algn="just"/>
              <a:r>
                <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rPr>
                <a:t>Linux</a:t>
              </a:r>
              <a:r>
                <a:rPr lang="zh-CN" altLang="en-US" sz="1100" dirty="0" smtClean="0">
                  <a:solidFill>
                    <a:schemeClr val="tx1">
                      <a:lumMod val="85000"/>
                      <a:lumOff val="15000"/>
                    </a:schemeClr>
                  </a:solidFill>
                  <a:latin typeface="微软雅黑" panose="020B0503020204020204" pitchFamily="34" charset="-122"/>
                  <a:ea typeface="微软雅黑" panose="020B0503020204020204" pitchFamily="34" charset="-122"/>
                </a:rPr>
                <a:t>学习</a:t>
              </a:r>
              <a:endPar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endParaRPr>
            </a:p>
            <a:p>
              <a:pPr algn="just"/>
              <a:r>
                <a:rPr lang="zh-CN" altLang="en-US" sz="1100" dirty="0" smtClean="0">
                  <a:solidFill>
                    <a:schemeClr val="tx1">
                      <a:lumMod val="85000"/>
                      <a:lumOff val="15000"/>
                    </a:schemeClr>
                  </a:solidFill>
                  <a:latin typeface="微软雅黑" panose="020B0503020204020204" pitchFamily="34" charset="-122"/>
                  <a:ea typeface="微软雅黑" panose="020B0503020204020204" pitchFamily="34" charset="-122"/>
                </a:rPr>
                <a:t>新人教育学习</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50" name="直接箭头连接符 176"/>
            <p:cNvCxnSpPr/>
            <p:nvPr/>
          </p:nvCxnSpPr>
          <p:spPr bwMode="auto">
            <a:xfrm flipV="1">
              <a:off x="599134" y="2072787"/>
              <a:ext cx="0" cy="144574"/>
            </a:xfrm>
            <a:prstGeom prst="straightConnector1">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cxnSp>
          <p:nvCxnSpPr>
            <p:cNvPr id="51" name="直接箭头连接符 186"/>
            <p:cNvCxnSpPr/>
            <p:nvPr/>
          </p:nvCxnSpPr>
          <p:spPr bwMode="auto">
            <a:xfrm>
              <a:off x="2069695" y="2736317"/>
              <a:ext cx="0" cy="129198"/>
            </a:xfrm>
            <a:prstGeom prst="straightConnector1">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62" name="文本框 64"/>
          <p:cNvSpPr txBox="1"/>
          <p:nvPr/>
        </p:nvSpPr>
        <p:spPr>
          <a:xfrm>
            <a:off x="1813337" y="2534631"/>
            <a:ext cx="427915" cy="246221"/>
          </a:xfrm>
          <a:prstGeom prst="rect">
            <a:avLst/>
          </a:prstGeom>
          <a:solidFill>
            <a:srgbClr val="00BACD"/>
          </a:solidFill>
        </p:spPr>
        <p:txBody>
          <a:bodyPr wrap="square" rtlCol="0">
            <a:spAutoFit/>
          </a:bodyPr>
          <a:lstStyle/>
          <a:p>
            <a:pPr algn="ctr"/>
            <a:r>
              <a:rPr lang="en-US" altLang="zh-CN" sz="1000" dirty="0">
                <a:solidFill>
                  <a:schemeClr val="bg1"/>
                </a:solidFill>
                <a:latin typeface="微软雅黑" panose="020B0503020204020204" pitchFamily="34" charset="-122"/>
                <a:ea typeface="微软雅黑" panose="020B0503020204020204" pitchFamily="34" charset="-122"/>
              </a:rPr>
              <a:t>8</a:t>
            </a:r>
            <a:r>
              <a:rPr lang="zh-CN" altLang="en-US" sz="1000" dirty="0" smtClean="0">
                <a:solidFill>
                  <a:schemeClr val="bg1"/>
                </a:solidFill>
                <a:latin typeface="微软雅黑" panose="020B0503020204020204" pitchFamily="34" charset="-122"/>
                <a:ea typeface="微软雅黑" panose="020B0503020204020204" pitchFamily="34" charset="-122"/>
              </a:rPr>
              <a:t>月</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63" name="文本框 64"/>
          <p:cNvSpPr txBox="1"/>
          <p:nvPr/>
        </p:nvSpPr>
        <p:spPr>
          <a:xfrm>
            <a:off x="3240977" y="2526349"/>
            <a:ext cx="427915" cy="246221"/>
          </a:xfrm>
          <a:prstGeom prst="rect">
            <a:avLst/>
          </a:prstGeom>
          <a:solidFill>
            <a:srgbClr val="00BACD"/>
          </a:solidFill>
        </p:spPr>
        <p:txBody>
          <a:bodyPr wrap="square" rtlCol="0">
            <a:spAutoFit/>
          </a:bodyPr>
          <a:lstStyle/>
          <a:p>
            <a:pPr algn="ctr"/>
            <a:r>
              <a:rPr lang="en-US" altLang="zh-CN" sz="1000" dirty="0">
                <a:solidFill>
                  <a:schemeClr val="bg1"/>
                </a:solidFill>
                <a:latin typeface="微软雅黑" panose="020B0503020204020204" pitchFamily="34" charset="-122"/>
                <a:ea typeface="微软雅黑" panose="020B0503020204020204" pitchFamily="34" charset="-122"/>
              </a:rPr>
              <a:t>9</a:t>
            </a:r>
            <a:r>
              <a:rPr lang="zh-CN" altLang="en-US" sz="1000" dirty="0" smtClean="0">
                <a:solidFill>
                  <a:schemeClr val="bg1"/>
                </a:solidFill>
                <a:latin typeface="微软雅黑" panose="020B0503020204020204" pitchFamily="34" charset="-122"/>
                <a:ea typeface="微软雅黑" panose="020B0503020204020204" pitchFamily="34" charset="-122"/>
              </a:rPr>
              <a:t>月</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64" name="文本框 93"/>
          <p:cNvSpPr txBox="1"/>
          <p:nvPr/>
        </p:nvSpPr>
        <p:spPr>
          <a:xfrm>
            <a:off x="4864020" y="2568181"/>
            <a:ext cx="443067" cy="230832"/>
          </a:xfrm>
          <a:prstGeom prst="rect">
            <a:avLst/>
          </a:prstGeom>
          <a:solidFill>
            <a:srgbClr val="00BACD"/>
          </a:solidFill>
        </p:spPr>
        <p:txBody>
          <a:bodyPr wrap="square" rtlCol="0">
            <a:spAutoFit/>
          </a:bodyPr>
          <a:lstStyle/>
          <a:p>
            <a:pPr algn="ctr"/>
            <a:r>
              <a:rPr lang="en-US" altLang="zh-CN" sz="900" dirty="0" smtClean="0">
                <a:solidFill>
                  <a:schemeClr val="bg1"/>
                </a:solidFill>
                <a:latin typeface="微软雅黑" panose="020B0503020204020204" pitchFamily="34" charset="-122"/>
                <a:ea typeface="微软雅黑" panose="020B0503020204020204" pitchFamily="34" charset="-122"/>
              </a:rPr>
              <a:t>10</a:t>
            </a:r>
            <a:r>
              <a:rPr lang="zh-CN" altLang="en-US" sz="900" dirty="0" smtClean="0">
                <a:solidFill>
                  <a:schemeClr val="bg1"/>
                </a:solidFill>
                <a:latin typeface="微软雅黑" panose="020B0503020204020204" pitchFamily="34" charset="-122"/>
                <a:ea typeface="微软雅黑" panose="020B0503020204020204" pitchFamily="34" charset="-122"/>
              </a:rPr>
              <a:t>月</a:t>
            </a: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65" name="文本框 93"/>
          <p:cNvSpPr txBox="1"/>
          <p:nvPr/>
        </p:nvSpPr>
        <p:spPr>
          <a:xfrm>
            <a:off x="6389590" y="2567958"/>
            <a:ext cx="443067" cy="230832"/>
          </a:xfrm>
          <a:prstGeom prst="rect">
            <a:avLst/>
          </a:prstGeom>
          <a:solidFill>
            <a:srgbClr val="00BACD"/>
          </a:solidFill>
        </p:spPr>
        <p:txBody>
          <a:bodyPr wrap="square" rtlCol="0">
            <a:spAutoFit/>
          </a:bodyPr>
          <a:lstStyle/>
          <a:p>
            <a:pPr algn="ctr"/>
            <a:r>
              <a:rPr lang="en-US" altLang="zh-CN" sz="900" dirty="0" smtClean="0">
                <a:solidFill>
                  <a:schemeClr val="bg1"/>
                </a:solidFill>
                <a:latin typeface="微软雅黑" panose="020B0503020204020204" pitchFamily="34" charset="-122"/>
                <a:ea typeface="微软雅黑" panose="020B0503020204020204" pitchFamily="34" charset="-122"/>
              </a:rPr>
              <a:t>11</a:t>
            </a:r>
            <a:r>
              <a:rPr lang="zh-CN" altLang="en-US" sz="900" dirty="0" smtClean="0">
                <a:solidFill>
                  <a:schemeClr val="bg1"/>
                </a:solidFill>
                <a:latin typeface="微软雅黑" panose="020B0503020204020204" pitchFamily="34" charset="-122"/>
                <a:ea typeface="微软雅黑" panose="020B0503020204020204" pitchFamily="34" charset="-122"/>
              </a:rPr>
              <a:t>月</a:t>
            </a: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66" name="文本框 93"/>
          <p:cNvSpPr txBox="1"/>
          <p:nvPr/>
        </p:nvSpPr>
        <p:spPr>
          <a:xfrm>
            <a:off x="7943795" y="2540651"/>
            <a:ext cx="443067" cy="230832"/>
          </a:xfrm>
          <a:prstGeom prst="rect">
            <a:avLst/>
          </a:prstGeom>
          <a:solidFill>
            <a:srgbClr val="00BACD"/>
          </a:solidFill>
        </p:spPr>
        <p:txBody>
          <a:bodyPr wrap="square" rtlCol="0">
            <a:spAutoFit/>
          </a:bodyPr>
          <a:lstStyle/>
          <a:p>
            <a:pPr algn="ctr"/>
            <a:r>
              <a:rPr lang="en-US" altLang="zh-CN" sz="900" dirty="0" smtClean="0">
                <a:solidFill>
                  <a:schemeClr val="bg1"/>
                </a:solidFill>
                <a:latin typeface="微软雅黑" panose="020B0503020204020204" pitchFamily="34" charset="-122"/>
                <a:ea typeface="微软雅黑" panose="020B0503020204020204" pitchFamily="34" charset="-122"/>
              </a:rPr>
              <a:t>12</a:t>
            </a:r>
            <a:r>
              <a:rPr lang="zh-CN" altLang="en-US" sz="900" dirty="0" smtClean="0">
                <a:solidFill>
                  <a:schemeClr val="bg1"/>
                </a:solidFill>
                <a:latin typeface="微软雅黑" panose="020B0503020204020204" pitchFamily="34" charset="-122"/>
                <a:ea typeface="微软雅黑" panose="020B0503020204020204" pitchFamily="34" charset="-122"/>
              </a:rPr>
              <a:t>月</a:t>
            </a: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67" name="文本框 66"/>
          <p:cNvSpPr txBox="1"/>
          <p:nvPr/>
        </p:nvSpPr>
        <p:spPr>
          <a:xfrm>
            <a:off x="2918512" y="1417032"/>
            <a:ext cx="1090462" cy="615553"/>
          </a:xfrm>
          <a:prstGeom prst="rect">
            <a:avLst/>
          </a:prstGeom>
          <a:noFill/>
        </p:spPr>
        <p:txBody>
          <a:bodyPr wrap="square" rtlCol="0">
            <a:spAutoFit/>
          </a:bodyPr>
          <a:lstStyle/>
          <a:p>
            <a:pPr algn="just"/>
            <a:r>
              <a:rPr lang="zh-CN" altLang="en-US" sz="1200" b="1" dirty="0" smtClean="0">
                <a:solidFill>
                  <a:schemeClr val="tx1">
                    <a:lumMod val="85000"/>
                    <a:lumOff val="15000"/>
                  </a:schemeClr>
                </a:solidFill>
                <a:latin typeface="微软雅黑" panose="020B0503020204020204" pitchFamily="34" charset="-122"/>
                <a:ea typeface="微软雅黑" panose="020B0503020204020204" pitchFamily="34" charset="-122"/>
              </a:rPr>
              <a:t>学习</a:t>
            </a:r>
            <a:endParaRPr lang="en-US" altLang="zh-CN" sz="1200" b="1" dirty="0" smtClean="0">
              <a:solidFill>
                <a:schemeClr val="tx1">
                  <a:lumMod val="85000"/>
                  <a:lumOff val="15000"/>
                </a:schemeClr>
              </a:solidFill>
              <a:latin typeface="微软雅黑" panose="020B0503020204020204" pitchFamily="34" charset="-122"/>
              <a:ea typeface="微软雅黑" panose="020B0503020204020204" pitchFamily="34" charset="-122"/>
            </a:endParaRPr>
          </a:p>
          <a:p>
            <a:pPr algn="just"/>
            <a:r>
              <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rPr>
              <a:t>CRM</a:t>
            </a:r>
            <a:r>
              <a:rPr lang="zh-CN" altLang="en-US" sz="1100" dirty="0" smtClean="0">
                <a:solidFill>
                  <a:schemeClr val="tx1">
                    <a:lumMod val="85000"/>
                    <a:lumOff val="15000"/>
                  </a:schemeClr>
                </a:solidFill>
                <a:latin typeface="微软雅黑" panose="020B0503020204020204" pitchFamily="34" charset="-122"/>
                <a:ea typeface="微软雅黑" panose="020B0503020204020204" pitchFamily="34" charset="-122"/>
              </a:rPr>
              <a:t>作业学习</a:t>
            </a:r>
            <a:endPar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endParaRPr>
          </a:p>
          <a:p>
            <a:pPr algn="just"/>
            <a:r>
              <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rPr>
              <a:t>CF54</a:t>
            </a:r>
            <a:r>
              <a:rPr lang="zh-CN" altLang="en-US" sz="1100" dirty="0" smtClean="0">
                <a:solidFill>
                  <a:schemeClr val="tx1">
                    <a:lumMod val="85000"/>
                    <a:lumOff val="15000"/>
                  </a:schemeClr>
                </a:solidFill>
                <a:latin typeface="微软雅黑" panose="020B0503020204020204" pitchFamily="34" charset="-122"/>
                <a:ea typeface="微软雅黑" panose="020B0503020204020204" pitchFamily="34" charset="-122"/>
              </a:rPr>
              <a:t>回目作业</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68" name="文本框 66"/>
          <p:cNvSpPr txBox="1"/>
          <p:nvPr/>
        </p:nvSpPr>
        <p:spPr>
          <a:xfrm>
            <a:off x="1548957" y="3249601"/>
            <a:ext cx="1022848" cy="615553"/>
          </a:xfrm>
          <a:prstGeom prst="rect">
            <a:avLst/>
          </a:prstGeom>
          <a:noFill/>
        </p:spPr>
        <p:txBody>
          <a:bodyPr wrap="square" rtlCol="0">
            <a:spAutoFit/>
          </a:bodyPr>
          <a:lstStyle/>
          <a:p>
            <a:pPr algn="just"/>
            <a:r>
              <a:rPr lang="zh-CN" altLang="en-US" sz="1200" b="1" dirty="0" smtClean="0">
                <a:solidFill>
                  <a:schemeClr val="tx1">
                    <a:lumMod val="85000"/>
                    <a:lumOff val="15000"/>
                  </a:schemeClr>
                </a:solidFill>
                <a:latin typeface="微软雅黑" panose="020B0503020204020204" pitchFamily="34" charset="-122"/>
                <a:ea typeface="微软雅黑" panose="020B0503020204020204" pitchFamily="34" charset="-122"/>
              </a:rPr>
              <a:t>学习</a:t>
            </a:r>
            <a:endParaRPr lang="en-US" altLang="zh-CN" sz="1200" b="1" dirty="0" smtClean="0">
              <a:solidFill>
                <a:schemeClr val="tx1">
                  <a:lumMod val="85000"/>
                  <a:lumOff val="15000"/>
                </a:schemeClr>
              </a:solidFill>
              <a:latin typeface="微软雅黑" panose="020B0503020204020204" pitchFamily="34" charset="-122"/>
              <a:ea typeface="微软雅黑" panose="020B0503020204020204" pitchFamily="34" charset="-122"/>
            </a:endParaRPr>
          </a:p>
          <a:p>
            <a:pPr algn="just"/>
            <a:r>
              <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rPr>
              <a:t>Linux</a:t>
            </a:r>
            <a:r>
              <a:rPr lang="zh-CN" altLang="en-US" sz="1100" dirty="0" smtClean="0">
                <a:solidFill>
                  <a:schemeClr val="tx1">
                    <a:lumMod val="85000"/>
                    <a:lumOff val="15000"/>
                  </a:schemeClr>
                </a:solidFill>
                <a:latin typeface="微软雅黑" panose="020B0503020204020204" pitchFamily="34" charset="-122"/>
                <a:ea typeface="微软雅黑" panose="020B0503020204020204" pitchFamily="34" charset="-122"/>
              </a:rPr>
              <a:t>学习</a:t>
            </a:r>
            <a:endPar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endParaRPr>
          </a:p>
          <a:p>
            <a:pPr algn="just"/>
            <a:r>
              <a:rPr lang="en-US" altLang="zh-CN" sz="1100" dirty="0" smtClean="0">
                <a:solidFill>
                  <a:schemeClr val="tx1">
                    <a:lumMod val="85000"/>
                    <a:lumOff val="15000"/>
                  </a:schemeClr>
                </a:solidFill>
                <a:latin typeface="微软雅黑" panose="020B0503020204020204" pitchFamily="34" charset="-122"/>
                <a:ea typeface="微软雅黑" panose="020B0503020204020204" pitchFamily="34" charset="-122"/>
              </a:rPr>
              <a:t>PCL</a:t>
            </a:r>
            <a:r>
              <a:rPr lang="zh-CN" altLang="en-US" sz="1100" dirty="0" smtClean="0">
                <a:solidFill>
                  <a:schemeClr val="tx1">
                    <a:lumMod val="85000"/>
                    <a:lumOff val="15000"/>
                  </a:schemeClr>
                </a:solidFill>
                <a:latin typeface="微软雅黑" panose="020B0503020204020204" pitchFamily="34" charset="-122"/>
                <a:ea typeface="微软雅黑" panose="020B0503020204020204" pitchFamily="34" charset="-122"/>
              </a:rPr>
              <a:t>资料学习</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69" name="直接箭头连接符 176"/>
          <p:cNvCxnSpPr/>
          <p:nvPr/>
        </p:nvCxnSpPr>
        <p:spPr bwMode="auto">
          <a:xfrm flipV="1">
            <a:off x="3454934" y="2240798"/>
            <a:ext cx="0" cy="144574"/>
          </a:xfrm>
          <a:prstGeom prst="straightConnector1">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cxnSp>
        <p:nvCxnSpPr>
          <p:cNvPr id="70" name="直接箭头连接符 176"/>
          <p:cNvCxnSpPr/>
          <p:nvPr/>
        </p:nvCxnSpPr>
        <p:spPr bwMode="auto">
          <a:xfrm flipV="1">
            <a:off x="6611123" y="2244057"/>
            <a:ext cx="0" cy="144574"/>
          </a:xfrm>
          <a:prstGeom prst="straightConnector1">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cxnSp>
        <p:nvCxnSpPr>
          <p:cNvPr id="71" name="直接箭头连接符 186"/>
          <p:cNvCxnSpPr/>
          <p:nvPr/>
        </p:nvCxnSpPr>
        <p:spPr bwMode="auto">
          <a:xfrm>
            <a:off x="5085553" y="2915483"/>
            <a:ext cx="0" cy="129198"/>
          </a:xfrm>
          <a:prstGeom prst="straightConnector1">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cxnSp>
        <p:nvCxnSpPr>
          <p:cNvPr id="72" name="直接箭头连接符 186"/>
          <p:cNvCxnSpPr/>
          <p:nvPr/>
        </p:nvCxnSpPr>
        <p:spPr bwMode="auto">
          <a:xfrm>
            <a:off x="8156478" y="2888287"/>
            <a:ext cx="0" cy="129198"/>
          </a:xfrm>
          <a:prstGeom prst="straightConnector1">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aphicFrame>
        <p:nvGraphicFramePr>
          <p:cNvPr id="73" name="图表 100"/>
          <p:cNvGraphicFramePr/>
          <p:nvPr>
            <p:extLst>
              <p:ext uri="{D42A27DB-BD31-4B8C-83A1-F6EECF244321}">
                <p14:modId xmlns:p14="http://schemas.microsoft.com/office/powerpoint/2010/main" val="2264721372"/>
              </p:ext>
            </p:extLst>
          </p:nvPr>
        </p:nvGraphicFramePr>
        <p:xfrm>
          <a:off x="239705" y="4158105"/>
          <a:ext cx="4060833" cy="243855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4" name="コンテンツ プレースホルダー 7"/>
          <p:cNvGraphicFramePr>
            <a:graphicFrameLocks noGrp="1"/>
          </p:cNvGraphicFramePr>
          <p:nvPr>
            <p:ph idx="1"/>
            <p:extLst>
              <p:ext uri="{D42A27DB-BD31-4B8C-83A1-F6EECF244321}">
                <p14:modId xmlns:p14="http://schemas.microsoft.com/office/powerpoint/2010/main" val="3731026731"/>
              </p:ext>
            </p:extLst>
          </p:nvPr>
        </p:nvGraphicFramePr>
        <p:xfrm>
          <a:off x="123088" y="4109701"/>
          <a:ext cx="3069205" cy="252414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5" name="コンテンツ プレースホルダー 7"/>
          <p:cNvGraphicFramePr>
            <a:graphicFrameLocks/>
          </p:cNvGraphicFramePr>
          <p:nvPr>
            <p:extLst>
              <p:ext uri="{D42A27DB-BD31-4B8C-83A1-F6EECF244321}">
                <p14:modId xmlns:p14="http://schemas.microsoft.com/office/powerpoint/2010/main" val="4213076662"/>
              </p:ext>
            </p:extLst>
          </p:nvPr>
        </p:nvGraphicFramePr>
        <p:xfrm>
          <a:off x="3269999" y="4154795"/>
          <a:ext cx="2345024" cy="245920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6" name="コンテンツ プレースホルダー 7"/>
          <p:cNvGraphicFramePr>
            <a:graphicFrameLocks/>
          </p:cNvGraphicFramePr>
          <p:nvPr>
            <p:extLst>
              <p:ext uri="{D42A27DB-BD31-4B8C-83A1-F6EECF244321}">
                <p14:modId xmlns:p14="http://schemas.microsoft.com/office/powerpoint/2010/main" val="2182118736"/>
              </p:ext>
            </p:extLst>
          </p:nvPr>
        </p:nvGraphicFramePr>
        <p:xfrm>
          <a:off x="5827942" y="4225126"/>
          <a:ext cx="2945304" cy="2408482"/>
        </p:xfrm>
        <a:graphic>
          <a:graphicData uri="http://schemas.openxmlformats.org/drawingml/2006/chart">
            <c:chart xmlns:c="http://schemas.openxmlformats.org/drawingml/2006/chart" xmlns:r="http://schemas.openxmlformats.org/officeDocument/2006/relationships" r:id="rId6"/>
          </a:graphicData>
        </a:graphic>
      </p:graphicFrame>
      <p:sp>
        <p:nvSpPr>
          <p:cNvPr id="77" name="正方形/長方形 76"/>
          <p:cNvSpPr/>
          <p:nvPr/>
        </p:nvSpPr>
        <p:spPr>
          <a:xfrm>
            <a:off x="6157294" y="326400"/>
            <a:ext cx="840295" cy="707886"/>
          </a:xfrm>
          <a:prstGeom prst="rect">
            <a:avLst/>
          </a:prstGeom>
        </p:spPr>
        <p:txBody>
          <a:bodyPr wrap="none">
            <a:spAutoFit/>
          </a:bodyPr>
          <a:lstStyle/>
          <a:p>
            <a:r>
              <a:rPr lang="en-US" altLang="ja-JP" sz="4000" b="1" dirty="0">
                <a:solidFill>
                  <a:schemeClr val="bg1">
                    <a:lumMod val="50000"/>
                  </a:schemeClr>
                </a:solidFill>
              </a:rPr>
              <a:t>N5</a:t>
            </a:r>
            <a:endParaRPr lang="ja-JP" altLang="en-US" sz="4000" b="1" dirty="0">
              <a:solidFill>
                <a:schemeClr val="bg1">
                  <a:lumMod val="50000"/>
                </a:schemeClr>
              </a:solidFill>
            </a:endParaRPr>
          </a:p>
        </p:txBody>
      </p:sp>
      <p:pic>
        <p:nvPicPr>
          <p:cNvPr id="78" name="图片 27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998813" y="149534"/>
            <a:ext cx="1195570" cy="1052011"/>
          </a:xfrm>
          <a:prstGeom prst="rect">
            <a:avLst/>
          </a:prstGeom>
        </p:spPr>
      </p:pic>
    </p:spTree>
    <p:extLst>
      <p:ext uri="{BB962C8B-B14F-4D97-AF65-F5344CB8AC3E}">
        <p14:creationId xmlns:p14="http://schemas.microsoft.com/office/powerpoint/2010/main" val="3268088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arn(inVertical)">
                                      <p:cBhvr>
                                        <p:cTn id="16" dur="500"/>
                                        <p:tgtEl>
                                          <p:spTgt spid="19"/>
                                        </p:tgtEl>
                                      </p:cBhvr>
                                    </p:animEffect>
                                  </p:childTnLst>
                                </p:cTn>
                              </p:par>
                              <p:par>
                                <p:cTn id="17" presetID="2" presetClass="entr" presetSubtype="8"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anim calcmode="lin" valueType="num">
                                      <p:cBhvr additive="base">
                                        <p:cTn id="19" dur="500" fill="hold"/>
                                        <p:tgtEl>
                                          <p:spTgt spid="39"/>
                                        </p:tgtEl>
                                        <p:attrNameLst>
                                          <p:attrName>ppt_x</p:attrName>
                                        </p:attrNameLst>
                                      </p:cBhvr>
                                      <p:tavLst>
                                        <p:tav tm="0">
                                          <p:val>
                                            <p:strVal val="0-#ppt_w/2"/>
                                          </p:val>
                                        </p:tav>
                                        <p:tav tm="100000">
                                          <p:val>
                                            <p:strVal val="#ppt_x"/>
                                          </p:val>
                                        </p:tav>
                                      </p:tavLst>
                                    </p:anim>
                                    <p:anim calcmode="lin" valueType="num">
                                      <p:cBhvr additive="base">
                                        <p:cTn id="20" dur="500" fill="hold"/>
                                        <p:tgtEl>
                                          <p:spTgt spid="39"/>
                                        </p:tgtEl>
                                        <p:attrNameLst>
                                          <p:attrName>ppt_y</p:attrName>
                                        </p:attrNameLst>
                                      </p:cBhvr>
                                      <p:tavLst>
                                        <p:tav tm="0">
                                          <p:val>
                                            <p:strVal val="#ppt_y"/>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anim calcmode="lin" valueType="num">
                                      <p:cBhvr additive="base">
                                        <p:cTn id="23" dur="500" fill="hold"/>
                                        <p:tgtEl>
                                          <p:spTgt spid="73"/>
                                        </p:tgtEl>
                                        <p:attrNameLst>
                                          <p:attrName>ppt_x</p:attrName>
                                        </p:attrNameLst>
                                      </p:cBhvr>
                                      <p:tavLst>
                                        <p:tav tm="0">
                                          <p:val>
                                            <p:strVal val="#ppt_x"/>
                                          </p:val>
                                        </p:tav>
                                        <p:tav tm="100000">
                                          <p:val>
                                            <p:strVal val="#ppt_x"/>
                                          </p:val>
                                        </p:tav>
                                      </p:tavLst>
                                    </p:anim>
                                    <p:anim calcmode="lin" valueType="num">
                                      <p:cBhvr additive="base">
                                        <p:cTn id="24"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3"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81BB7609-8E8F-4B57-9227-14DAD6151A60}" type="slidenum">
              <a:rPr lang="de-DE" altLang="ja-JP" smtClean="0">
                <a:solidFill>
                  <a:srgbClr val="000000"/>
                </a:solidFill>
              </a:rPr>
              <a:pPr/>
              <a:t>10</a:t>
            </a:fld>
            <a:endParaRPr lang="de-DE" altLang="ja-JP">
              <a:solidFill>
                <a:srgbClr val="000000"/>
              </a:solidFill>
            </a:endParaRPr>
          </a:p>
        </p:txBody>
      </p:sp>
      <p:sp>
        <p:nvSpPr>
          <p:cNvPr id="5" name="页脚占位符 4"/>
          <p:cNvSpPr>
            <a:spLocks noGrp="1"/>
          </p:cNvSpPr>
          <p:nvPr>
            <p:ph type="ftr" sz="quarter" idx="11"/>
          </p:nvPr>
        </p:nvSpPr>
        <p:spPr/>
        <p:txBody>
          <a:bodyPr/>
          <a:lstStyle/>
          <a:p>
            <a:r>
              <a:rPr lang="de-DE" altLang="ja-JP" dirty="0" smtClean="0">
                <a:solidFill>
                  <a:srgbClr val="000000"/>
                </a:solidFill>
              </a:rPr>
              <a:t>Copyright 2018 FUJITSU LIMITED</a:t>
            </a:r>
            <a:endParaRPr lang="de-DE" altLang="ja-JP" dirty="0">
              <a:solidFill>
                <a:srgbClr val="000000"/>
              </a:solidFill>
            </a:endParaRPr>
          </a:p>
        </p:txBody>
      </p:sp>
      <p:grpSp>
        <p:nvGrpSpPr>
          <p:cNvPr id="6" name="组合 5"/>
          <p:cNvGrpSpPr/>
          <p:nvPr/>
        </p:nvGrpSpPr>
        <p:grpSpPr>
          <a:xfrm>
            <a:off x="127611" y="157669"/>
            <a:ext cx="4319423" cy="852875"/>
            <a:chOff x="3129129" y="1121776"/>
            <a:chExt cx="5933741" cy="1171624"/>
          </a:xfrm>
        </p:grpSpPr>
        <p:sp>
          <p:nvSpPr>
            <p:cNvPr id="7" name="圆角矩形 6"/>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sp>
          <p:nvSpPr>
            <p:cNvPr id="8" name="圆角矩形 7"/>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grpSp>
      <p:grpSp>
        <p:nvGrpSpPr>
          <p:cNvPr id="9" name="组合 8"/>
          <p:cNvGrpSpPr/>
          <p:nvPr/>
        </p:nvGrpSpPr>
        <p:grpSpPr>
          <a:xfrm>
            <a:off x="78119" y="73199"/>
            <a:ext cx="1169945" cy="1379589"/>
            <a:chOff x="3150395" y="933507"/>
            <a:chExt cx="1559927" cy="1839452"/>
          </a:xfrm>
        </p:grpSpPr>
        <p:grpSp>
          <p:nvGrpSpPr>
            <p:cNvPr id="10" name="组合 9"/>
            <p:cNvGrpSpPr/>
            <p:nvPr/>
          </p:nvGrpSpPr>
          <p:grpSpPr>
            <a:xfrm>
              <a:off x="3150395" y="933507"/>
              <a:ext cx="1559927" cy="1839452"/>
              <a:chOff x="3222820" y="1148080"/>
              <a:chExt cx="1484216" cy="1750177"/>
            </a:xfrm>
          </p:grpSpPr>
          <p:grpSp>
            <p:nvGrpSpPr>
              <p:cNvPr id="14" name="组合 13"/>
              <p:cNvGrpSpPr/>
              <p:nvPr/>
            </p:nvGrpSpPr>
            <p:grpSpPr>
              <a:xfrm>
                <a:off x="3420363" y="1295115"/>
                <a:ext cx="1286673" cy="1603142"/>
                <a:chOff x="7380501" y="2927402"/>
                <a:chExt cx="2311887" cy="2880512"/>
              </a:xfrm>
            </p:grpSpPr>
            <p:sp>
              <p:nvSpPr>
                <p:cNvPr id="16"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 fmla="*/ 13249 w 1687745"/>
                    <a:gd name="connsiteY0" fmla="*/ 1035368 h 2070736"/>
                    <a:gd name="connsiteX1" fmla="*/ 850497 w 1687745"/>
                    <a:gd name="connsiteY1" fmla="*/ 0 h 2070736"/>
                    <a:gd name="connsiteX2" fmla="*/ 1687745 w 1687745"/>
                    <a:gd name="connsiteY2" fmla="*/ 1035368 h 2070736"/>
                    <a:gd name="connsiteX3" fmla="*/ 850497 w 1687745"/>
                    <a:gd name="connsiteY3" fmla="*/ 2070736 h 2070736"/>
                    <a:gd name="connsiteX4" fmla="*/ 13249 w 1687745"/>
                    <a:gd name="connsiteY4" fmla="*/ 1035368 h 2070736"/>
                    <a:gd name="connsiteX0" fmla="*/ 13249 w 1696474"/>
                    <a:gd name="connsiteY0" fmla="*/ 1035368 h 2070736"/>
                    <a:gd name="connsiteX1" fmla="*/ 850497 w 1696474"/>
                    <a:gd name="connsiteY1" fmla="*/ 0 h 2070736"/>
                    <a:gd name="connsiteX2" fmla="*/ 1687745 w 1696474"/>
                    <a:gd name="connsiteY2" fmla="*/ 1035368 h 2070736"/>
                    <a:gd name="connsiteX3" fmla="*/ 850497 w 1696474"/>
                    <a:gd name="connsiteY3" fmla="*/ 2070736 h 2070736"/>
                    <a:gd name="connsiteX4" fmla="*/ 13249 w 1696474"/>
                    <a:gd name="connsiteY4" fmla="*/ 1035368 h 2070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sp>
              <p:nvSpPr>
                <p:cNvPr id="17" name="椭圆 16"/>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sp>
              <p:nvSpPr>
                <p:cNvPr id="18" name="椭圆 17"/>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grpSp>
          <p:sp>
            <p:nvSpPr>
              <p:cNvPr id="15" name="椭圆 14"/>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ndParaRPr>
              </a:p>
            </p:txBody>
          </p:sp>
        </p:grpSp>
        <p:grpSp>
          <p:nvGrpSpPr>
            <p:cNvPr id="11" name="组合 10"/>
            <p:cNvGrpSpPr/>
            <p:nvPr/>
          </p:nvGrpSpPr>
          <p:grpSpPr>
            <a:xfrm>
              <a:off x="3437036" y="1269298"/>
              <a:ext cx="775805" cy="690872"/>
              <a:chOff x="1460111" y="2419508"/>
              <a:chExt cx="1032597" cy="919547"/>
            </a:xfrm>
          </p:grpSpPr>
          <p:sp>
            <p:nvSpPr>
              <p:cNvPr id="12" name="文本框 11"/>
              <p:cNvSpPr txBox="1"/>
              <p:nvPr/>
            </p:nvSpPr>
            <p:spPr>
              <a:xfrm>
                <a:off x="1460111" y="2419508"/>
                <a:ext cx="1030514" cy="819298"/>
              </a:xfrm>
              <a:prstGeom prst="rect">
                <a:avLst/>
              </a:prstGeom>
              <a:noFill/>
            </p:spPr>
            <p:txBody>
              <a:bodyPr wrap="square" rtlCol="0">
                <a:spAutoFit/>
              </a:bodyPr>
              <a:lstStyle/>
              <a:p>
                <a:pPr algn="ctr"/>
                <a:r>
                  <a:rPr lang="en-US" altLang="zh-CN" sz="2400" dirty="0" smtClean="0">
                    <a:solidFill>
                      <a:srgbClr val="E87071"/>
                    </a:solidFill>
                    <a:latin typeface="Impact" panose="020B0806030902050204" pitchFamily="34" charset="0"/>
                  </a:rPr>
                  <a:t>03</a:t>
                </a:r>
                <a:endParaRPr lang="zh-CN" altLang="en-US" sz="2400" dirty="0">
                  <a:solidFill>
                    <a:srgbClr val="E87071"/>
                  </a:solidFill>
                  <a:latin typeface="Impact" panose="020B0806030902050204" pitchFamily="34" charset="0"/>
                </a:endParaRPr>
              </a:p>
            </p:txBody>
          </p:sp>
          <p:sp>
            <p:nvSpPr>
              <p:cNvPr id="13" name="文本框 12"/>
              <p:cNvSpPr txBox="1"/>
              <p:nvPr/>
            </p:nvSpPr>
            <p:spPr>
              <a:xfrm>
                <a:off x="1462194" y="2949888"/>
                <a:ext cx="1030514" cy="389167"/>
              </a:xfrm>
              <a:prstGeom prst="rect">
                <a:avLst/>
              </a:prstGeom>
              <a:noFill/>
            </p:spPr>
            <p:txBody>
              <a:bodyPr wrap="square" rtlCol="0">
                <a:spAutoFit/>
              </a:bodyPr>
              <a:lstStyle/>
              <a:p>
                <a:pPr algn="ctr"/>
                <a:r>
                  <a:rPr lang="en-US" altLang="zh-CN" sz="825" dirty="0">
                    <a:solidFill>
                      <a:srgbClr val="E87071"/>
                    </a:solidFill>
                    <a:latin typeface="LiHei Pro" panose="020B0500000000000000" pitchFamily="34" charset="-122"/>
                    <a:ea typeface="LiHei Pro" panose="020B0500000000000000" pitchFamily="34" charset="-122"/>
                  </a:rPr>
                  <a:t>OPTION</a:t>
                </a:r>
                <a:endParaRPr lang="zh-CN" altLang="en-US" sz="825" dirty="0">
                  <a:solidFill>
                    <a:srgbClr val="E87071"/>
                  </a:solidFill>
                  <a:latin typeface="LiHei Pro" panose="020B0500000000000000" pitchFamily="34" charset="-122"/>
                  <a:ea typeface="LiHei Pro" panose="020B0500000000000000" pitchFamily="34" charset="-122"/>
                </a:endParaRPr>
              </a:p>
            </p:txBody>
          </p:sp>
        </p:grpSp>
      </p:grpSp>
      <p:grpSp>
        <p:nvGrpSpPr>
          <p:cNvPr id="19" name="组合 18"/>
          <p:cNvGrpSpPr/>
          <p:nvPr/>
        </p:nvGrpSpPr>
        <p:grpSpPr>
          <a:xfrm>
            <a:off x="1283776" y="343483"/>
            <a:ext cx="2722917" cy="743497"/>
            <a:chOff x="3446961" y="1701175"/>
            <a:chExt cx="2722917" cy="743497"/>
          </a:xfrm>
        </p:grpSpPr>
        <p:sp>
          <p:nvSpPr>
            <p:cNvPr id="20" name="文本框 19"/>
            <p:cNvSpPr txBox="1"/>
            <p:nvPr/>
          </p:nvSpPr>
          <p:spPr>
            <a:xfrm>
              <a:off x="3446961" y="1706008"/>
              <a:ext cx="2257088" cy="738664"/>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仰望星空，脚踏实地</a:t>
              </a:r>
            </a:p>
            <a:p>
              <a:endParaRPr lang="zh-CN" altLang="en-US" sz="2400" b="1" dirty="0">
                <a:solidFill>
                  <a:srgbClr val="FFFFFF"/>
                </a:solidFill>
                <a:latin typeface="微软雅黑" panose="020B0503020204020204" pitchFamily="34" charset="-122"/>
                <a:ea typeface="微软雅黑" panose="020B0503020204020204" pitchFamily="34" charset="-122"/>
              </a:endParaRPr>
            </a:p>
          </p:txBody>
        </p:sp>
        <p:grpSp>
          <p:nvGrpSpPr>
            <p:cNvPr id="21" name="Group 13"/>
            <p:cNvGrpSpPr>
              <a:grpSpLocks noChangeAspect="1"/>
            </p:cNvGrpSpPr>
            <p:nvPr/>
          </p:nvGrpSpPr>
          <p:grpSpPr bwMode="auto">
            <a:xfrm>
              <a:off x="5704049" y="1701175"/>
              <a:ext cx="465829" cy="471330"/>
              <a:chOff x="2426" y="2781"/>
              <a:chExt cx="593" cy="600"/>
            </a:xfrm>
            <a:solidFill>
              <a:schemeClr val="bg1"/>
            </a:solidFill>
            <a:effectLst/>
          </p:grpSpPr>
          <p:sp>
            <p:nvSpPr>
              <p:cNvPr id="22" name="Freeform 14"/>
              <p:cNvSpPr>
                <a:spLocks/>
              </p:cNvSpPr>
              <p:nvPr/>
            </p:nvSpPr>
            <p:spPr bwMode="auto">
              <a:xfrm>
                <a:off x="2442" y="2805"/>
                <a:ext cx="577"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23"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sp>
        <p:nvSpPr>
          <p:cNvPr id="26" name="角丸四角形 25"/>
          <p:cNvSpPr/>
          <p:nvPr/>
        </p:nvSpPr>
        <p:spPr bwMode="auto">
          <a:xfrm>
            <a:off x="4635364" y="92702"/>
            <a:ext cx="819658" cy="1087104"/>
          </a:xfrm>
          <a:prstGeom prst="roundRect">
            <a:avLst/>
          </a:prstGeom>
          <a:gradFill rotWithShape="0">
            <a:gsLst>
              <a:gs pos="0">
                <a:srgbClr val="FFFFFF"/>
              </a:gs>
              <a:gs pos="100000">
                <a:srgbClr val="CACAC7"/>
              </a:gs>
            </a:gsLst>
            <a:lin ang="5400000" scaled="1"/>
          </a:gra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pic>
        <p:nvPicPr>
          <p:cNvPr id="27"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46833" y="229365"/>
            <a:ext cx="596720" cy="813778"/>
          </a:xfrm>
          <a:prstGeom prst="rect">
            <a:avLst/>
          </a:prstGeom>
        </p:spPr>
      </p:pic>
      <p:graphicFrame>
        <p:nvGraphicFramePr>
          <p:cNvPr id="28" name="图表 155"/>
          <p:cNvGraphicFramePr/>
          <p:nvPr>
            <p:extLst>
              <p:ext uri="{D42A27DB-BD31-4B8C-83A1-F6EECF244321}">
                <p14:modId xmlns:p14="http://schemas.microsoft.com/office/powerpoint/2010/main" val="3438173869"/>
              </p:ext>
            </p:extLst>
          </p:nvPr>
        </p:nvGraphicFramePr>
        <p:xfrm>
          <a:off x="5364088" y="4334749"/>
          <a:ext cx="2376520" cy="1980651"/>
        </p:xfrm>
        <a:graphic>
          <a:graphicData uri="http://schemas.openxmlformats.org/drawingml/2006/chart">
            <c:chart xmlns:c="http://schemas.openxmlformats.org/drawingml/2006/chart" xmlns:r="http://schemas.openxmlformats.org/officeDocument/2006/relationships" r:id="rId3"/>
          </a:graphicData>
        </a:graphic>
      </p:graphicFrame>
      <p:sp>
        <p:nvSpPr>
          <p:cNvPr id="29" name="圆角矩形 77"/>
          <p:cNvSpPr/>
          <p:nvPr/>
        </p:nvSpPr>
        <p:spPr>
          <a:xfrm>
            <a:off x="356121" y="3566114"/>
            <a:ext cx="4818219" cy="2773791"/>
          </a:xfrm>
          <a:prstGeom prst="roundRect">
            <a:avLst/>
          </a:prstGeom>
          <a:solidFill>
            <a:srgbClr val="00D5EC"/>
          </a:solidFill>
        </p:spPr>
        <p:style>
          <a:lnRef idx="2">
            <a:schemeClr val="accent5"/>
          </a:lnRef>
          <a:fillRef idx="1">
            <a:schemeClr val="lt1"/>
          </a:fillRef>
          <a:effectRef idx="0">
            <a:schemeClr val="accent5"/>
          </a:effectRef>
          <a:fontRef idx="minor">
            <a:schemeClr val="dk1"/>
          </a:fontRef>
        </p:style>
        <p:txBody>
          <a:bodyPr anchor="ctr"/>
          <a:lstStyle/>
          <a:p>
            <a:pPr indent="-342900" algn="ctr" fontAlgn="base">
              <a:spcBef>
                <a:spcPct val="50000"/>
              </a:spcBef>
              <a:spcAft>
                <a:spcPct val="0"/>
              </a:spcAft>
              <a:buFont typeface="Calibri" panose="020F0502020204030204" pitchFamily="34" charset="0"/>
              <a:buAutoNum type="arabicPeriod"/>
            </a:pPr>
            <a:endParaRPr lang="zh-CN" altLang="en-US" sz="1600" dirty="0">
              <a:solidFill>
                <a:srgbClr val="FFFFFF"/>
              </a:solidFill>
              <a:latin typeface="Calibri" panose="020F0502020204030204" pitchFamily="34" charset="0"/>
            </a:endParaRPr>
          </a:p>
        </p:txBody>
      </p:sp>
      <p:grpSp>
        <p:nvGrpSpPr>
          <p:cNvPr id="30" name="组合 7"/>
          <p:cNvGrpSpPr/>
          <p:nvPr/>
        </p:nvGrpSpPr>
        <p:grpSpPr bwMode="auto">
          <a:xfrm>
            <a:off x="350572" y="3645422"/>
            <a:ext cx="4857663" cy="2111517"/>
            <a:chOff x="-131749" y="-14899"/>
            <a:chExt cx="6424004" cy="3594437"/>
          </a:xfrm>
        </p:grpSpPr>
        <p:cxnSp>
          <p:nvCxnSpPr>
            <p:cNvPr id="31" name="直接连接符 8"/>
            <p:cNvCxnSpPr>
              <a:cxnSpLocks noChangeShapeType="1"/>
            </p:cNvCxnSpPr>
            <p:nvPr/>
          </p:nvCxnSpPr>
          <p:spPr bwMode="auto">
            <a:xfrm>
              <a:off x="639864" y="3327900"/>
              <a:ext cx="5652391" cy="0"/>
            </a:xfrm>
            <a:prstGeom prst="line">
              <a:avLst/>
            </a:prstGeom>
            <a:noFill/>
            <a:ln w="12700" cmpd="sng">
              <a:solidFill>
                <a:schemeClr val="bg1"/>
              </a:solidFill>
              <a:prstDash val="dash"/>
              <a:round/>
            </a:ln>
            <a:extLst>
              <a:ext uri="{909E8E84-426E-40DD-AFC4-6F175D3DCCD1}">
                <a14:hiddenFill xmlns:a14="http://schemas.microsoft.com/office/drawing/2010/main">
                  <a:noFill/>
                </a14:hiddenFill>
              </a:ext>
            </a:extLst>
          </p:spPr>
        </p:cxnSp>
        <p:cxnSp>
          <p:nvCxnSpPr>
            <p:cNvPr id="32" name="直接连接符 10"/>
            <p:cNvCxnSpPr>
              <a:cxnSpLocks noChangeShapeType="1"/>
            </p:cNvCxnSpPr>
            <p:nvPr/>
          </p:nvCxnSpPr>
          <p:spPr bwMode="auto">
            <a:xfrm>
              <a:off x="639864" y="2689629"/>
              <a:ext cx="5652391" cy="0"/>
            </a:xfrm>
            <a:prstGeom prst="line">
              <a:avLst/>
            </a:prstGeom>
            <a:noFill/>
            <a:ln w="12700" cmpd="sng">
              <a:solidFill>
                <a:schemeClr val="bg1"/>
              </a:solidFill>
              <a:prstDash val="dash"/>
              <a:round/>
            </a:ln>
            <a:extLst>
              <a:ext uri="{909E8E84-426E-40DD-AFC4-6F175D3DCCD1}">
                <a14:hiddenFill xmlns:a14="http://schemas.microsoft.com/office/drawing/2010/main">
                  <a:noFill/>
                </a14:hiddenFill>
              </a:ext>
            </a:extLst>
          </p:spPr>
        </p:cxnSp>
        <p:cxnSp>
          <p:nvCxnSpPr>
            <p:cNvPr id="33" name="直接连接符 13"/>
            <p:cNvCxnSpPr>
              <a:cxnSpLocks noChangeShapeType="1"/>
            </p:cNvCxnSpPr>
            <p:nvPr/>
          </p:nvCxnSpPr>
          <p:spPr bwMode="auto">
            <a:xfrm>
              <a:off x="639864" y="2049770"/>
              <a:ext cx="5652391" cy="0"/>
            </a:xfrm>
            <a:prstGeom prst="line">
              <a:avLst/>
            </a:prstGeom>
            <a:noFill/>
            <a:ln w="12700" cmpd="sng">
              <a:solidFill>
                <a:schemeClr val="bg1"/>
              </a:solidFill>
              <a:prstDash val="dash"/>
              <a:round/>
            </a:ln>
            <a:extLst>
              <a:ext uri="{909E8E84-426E-40DD-AFC4-6F175D3DCCD1}">
                <a14:hiddenFill xmlns:a14="http://schemas.microsoft.com/office/drawing/2010/main">
                  <a:noFill/>
                </a14:hiddenFill>
              </a:ext>
            </a:extLst>
          </p:spPr>
        </p:cxnSp>
        <p:cxnSp>
          <p:nvCxnSpPr>
            <p:cNvPr id="34" name="直接连接符 16"/>
            <p:cNvCxnSpPr>
              <a:cxnSpLocks noChangeShapeType="1"/>
            </p:cNvCxnSpPr>
            <p:nvPr/>
          </p:nvCxnSpPr>
          <p:spPr bwMode="auto">
            <a:xfrm>
              <a:off x="639864" y="773228"/>
              <a:ext cx="5652391" cy="0"/>
            </a:xfrm>
            <a:prstGeom prst="line">
              <a:avLst/>
            </a:prstGeom>
            <a:noFill/>
            <a:ln w="12700" cmpd="sng">
              <a:solidFill>
                <a:schemeClr val="bg1"/>
              </a:solidFill>
              <a:prstDash val="dash"/>
              <a:round/>
            </a:ln>
            <a:extLst>
              <a:ext uri="{909E8E84-426E-40DD-AFC4-6F175D3DCCD1}">
                <a14:hiddenFill xmlns:a14="http://schemas.microsoft.com/office/drawing/2010/main">
                  <a:noFill/>
                </a14:hiddenFill>
              </a:ext>
            </a:extLst>
          </p:spPr>
        </p:cxnSp>
        <p:cxnSp>
          <p:nvCxnSpPr>
            <p:cNvPr id="35" name="直接连接符 17"/>
            <p:cNvCxnSpPr>
              <a:cxnSpLocks noChangeShapeType="1"/>
            </p:cNvCxnSpPr>
            <p:nvPr/>
          </p:nvCxnSpPr>
          <p:spPr bwMode="auto">
            <a:xfrm>
              <a:off x="595039" y="258148"/>
              <a:ext cx="5652391" cy="0"/>
            </a:xfrm>
            <a:prstGeom prst="line">
              <a:avLst/>
            </a:prstGeom>
            <a:noFill/>
            <a:ln w="12700" cmpd="sng">
              <a:solidFill>
                <a:schemeClr val="bg1"/>
              </a:solidFill>
              <a:prstDash val="dash"/>
              <a:round/>
            </a:ln>
            <a:extLst>
              <a:ext uri="{909E8E84-426E-40DD-AFC4-6F175D3DCCD1}">
                <a14:hiddenFill xmlns:a14="http://schemas.microsoft.com/office/drawing/2010/main">
                  <a:noFill/>
                </a14:hiddenFill>
              </a:ext>
            </a:extLst>
          </p:spPr>
        </p:cxnSp>
        <p:cxnSp>
          <p:nvCxnSpPr>
            <p:cNvPr id="36" name="直接连接符 18"/>
            <p:cNvCxnSpPr>
              <a:cxnSpLocks noChangeShapeType="1"/>
            </p:cNvCxnSpPr>
            <p:nvPr/>
          </p:nvCxnSpPr>
          <p:spPr bwMode="auto">
            <a:xfrm>
              <a:off x="639864" y="1411499"/>
              <a:ext cx="5652391" cy="0"/>
            </a:xfrm>
            <a:prstGeom prst="line">
              <a:avLst/>
            </a:prstGeom>
            <a:noFill/>
            <a:ln w="12700" cmpd="sng">
              <a:solidFill>
                <a:schemeClr val="bg1"/>
              </a:solidFill>
              <a:prstDash val="dash"/>
              <a:round/>
            </a:ln>
            <a:extLst>
              <a:ext uri="{909E8E84-426E-40DD-AFC4-6F175D3DCCD1}">
                <a14:hiddenFill xmlns:a14="http://schemas.microsoft.com/office/drawing/2010/main">
                  <a:noFill/>
                </a14:hiddenFill>
              </a:ext>
            </a:extLst>
          </p:spPr>
        </p:cxnSp>
        <p:sp>
          <p:nvSpPr>
            <p:cNvPr id="37" name="文本框 19"/>
            <p:cNvSpPr txBox="1">
              <a:spLocks noChangeArrowheads="1"/>
            </p:cNvSpPr>
            <p:nvPr/>
          </p:nvSpPr>
          <p:spPr bwMode="auto">
            <a:xfrm>
              <a:off x="108616" y="3055609"/>
              <a:ext cx="622344" cy="523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r" fontAlgn="base">
                <a:spcBef>
                  <a:spcPct val="50000"/>
                </a:spcBef>
                <a:spcAft>
                  <a:spcPct val="0"/>
                </a:spcAft>
              </a:pPr>
              <a:r>
                <a:rPr lang="en-US" sz="1400" dirty="0">
                  <a:solidFill>
                    <a:prstClr val="white"/>
                  </a:solidFill>
                </a:rPr>
                <a:t>0%</a:t>
              </a:r>
              <a:endParaRPr lang="zh-CN" altLang="en-US" sz="1400" dirty="0">
                <a:solidFill>
                  <a:prstClr val="white"/>
                </a:solidFill>
              </a:endParaRPr>
            </a:p>
          </p:txBody>
        </p:sp>
        <p:sp>
          <p:nvSpPr>
            <p:cNvPr id="38" name="文本框 20"/>
            <p:cNvSpPr txBox="1">
              <a:spLocks noChangeArrowheads="1"/>
            </p:cNvSpPr>
            <p:nvPr/>
          </p:nvSpPr>
          <p:spPr bwMode="auto">
            <a:xfrm>
              <a:off x="-10574" y="2423032"/>
              <a:ext cx="720070" cy="523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r" fontAlgn="base">
                <a:spcBef>
                  <a:spcPct val="50000"/>
                </a:spcBef>
                <a:spcAft>
                  <a:spcPct val="0"/>
                </a:spcAft>
              </a:pPr>
              <a:r>
                <a:rPr lang="en-US" sz="1400" dirty="0">
                  <a:solidFill>
                    <a:prstClr val="white"/>
                  </a:solidFill>
                </a:rPr>
                <a:t>20%</a:t>
              </a:r>
              <a:endParaRPr lang="zh-CN" altLang="en-US" sz="1400" dirty="0">
                <a:solidFill>
                  <a:prstClr val="white"/>
                </a:solidFill>
              </a:endParaRPr>
            </a:p>
          </p:txBody>
        </p:sp>
        <p:sp>
          <p:nvSpPr>
            <p:cNvPr id="39" name="文本框 21"/>
            <p:cNvSpPr txBox="1">
              <a:spLocks noChangeArrowheads="1"/>
            </p:cNvSpPr>
            <p:nvPr/>
          </p:nvSpPr>
          <p:spPr bwMode="auto">
            <a:xfrm>
              <a:off x="83" y="1804533"/>
              <a:ext cx="720070" cy="523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r" fontAlgn="base">
                <a:spcBef>
                  <a:spcPct val="50000"/>
                </a:spcBef>
                <a:spcAft>
                  <a:spcPct val="0"/>
                </a:spcAft>
              </a:pPr>
              <a:r>
                <a:rPr lang="en-US" sz="1400" dirty="0">
                  <a:solidFill>
                    <a:prstClr val="white"/>
                  </a:solidFill>
                </a:rPr>
                <a:t>40%</a:t>
              </a:r>
              <a:endParaRPr lang="zh-CN" altLang="en-US" sz="1400" dirty="0">
                <a:solidFill>
                  <a:prstClr val="white"/>
                </a:solidFill>
              </a:endParaRPr>
            </a:p>
          </p:txBody>
        </p:sp>
        <p:sp>
          <p:nvSpPr>
            <p:cNvPr id="40" name="文本框 22"/>
            <p:cNvSpPr txBox="1">
              <a:spLocks noChangeArrowheads="1"/>
            </p:cNvSpPr>
            <p:nvPr/>
          </p:nvSpPr>
          <p:spPr bwMode="auto">
            <a:xfrm>
              <a:off x="-12906" y="1147299"/>
              <a:ext cx="720070" cy="523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r" fontAlgn="base">
                <a:spcBef>
                  <a:spcPct val="50000"/>
                </a:spcBef>
                <a:spcAft>
                  <a:spcPct val="0"/>
                </a:spcAft>
              </a:pPr>
              <a:r>
                <a:rPr lang="en-US" sz="1400" dirty="0">
                  <a:solidFill>
                    <a:prstClr val="white"/>
                  </a:solidFill>
                </a:rPr>
                <a:t>60%</a:t>
              </a:r>
              <a:endParaRPr lang="zh-CN" altLang="en-US" sz="1400" dirty="0">
                <a:solidFill>
                  <a:prstClr val="white"/>
                </a:solidFill>
              </a:endParaRPr>
            </a:p>
          </p:txBody>
        </p:sp>
        <p:sp>
          <p:nvSpPr>
            <p:cNvPr id="41" name="文本框 23"/>
            <p:cNvSpPr txBox="1">
              <a:spLocks noChangeArrowheads="1"/>
            </p:cNvSpPr>
            <p:nvPr/>
          </p:nvSpPr>
          <p:spPr bwMode="auto">
            <a:xfrm>
              <a:off x="-2211" y="543786"/>
              <a:ext cx="720070" cy="523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r" fontAlgn="base">
                <a:spcBef>
                  <a:spcPct val="50000"/>
                </a:spcBef>
                <a:spcAft>
                  <a:spcPct val="0"/>
                </a:spcAft>
              </a:pPr>
              <a:r>
                <a:rPr lang="en-US" sz="1400" dirty="0">
                  <a:solidFill>
                    <a:prstClr val="white"/>
                  </a:solidFill>
                </a:rPr>
                <a:t>80%</a:t>
              </a:r>
              <a:endParaRPr lang="zh-CN" altLang="en-US" sz="1400" dirty="0">
                <a:solidFill>
                  <a:prstClr val="white"/>
                </a:solidFill>
              </a:endParaRPr>
            </a:p>
          </p:txBody>
        </p:sp>
        <p:sp>
          <p:nvSpPr>
            <p:cNvPr id="42" name="文本框 24"/>
            <p:cNvSpPr txBox="1">
              <a:spLocks noChangeArrowheads="1"/>
            </p:cNvSpPr>
            <p:nvPr/>
          </p:nvSpPr>
          <p:spPr bwMode="auto">
            <a:xfrm>
              <a:off x="-131749" y="-14899"/>
              <a:ext cx="844389" cy="523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r" fontAlgn="base">
                <a:spcBef>
                  <a:spcPct val="50000"/>
                </a:spcBef>
                <a:spcAft>
                  <a:spcPct val="0"/>
                </a:spcAft>
              </a:pPr>
              <a:r>
                <a:rPr lang="en-US" sz="1400" dirty="0">
                  <a:solidFill>
                    <a:prstClr val="white"/>
                  </a:solidFill>
                </a:rPr>
                <a:t>100%</a:t>
              </a:r>
              <a:endParaRPr lang="zh-CN" altLang="en-US" sz="1400" dirty="0">
                <a:solidFill>
                  <a:prstClr val="white"/>
                </a:solidFill>
              </a:endParaRPr>
            </a:p>
          </p:txBody>
        </p:sp>
      </p:grpSp>
      <p:sp>
        <p:nvSpPr>
          <p:cNvPr id="43" name="任意多边形 88"/>
          <p:cNvSpPr/>
          <p:nvPr/>
        </p:nvSpPr>
        <p:spPr bwMode="auto">
          <a:xfrm flipH="1">
            <a:off x="1415665" y="3654174"/>
            <a:ext cx="559435" cy="2182373"/>
          </a:xfrm>
          <a:custGeom>
            <a:avLst/>
            <a:gdLst>
              <a:gd name="T0" fmla="*/ 497243 w 994488"/>
              <a:gd name="T1" fmla="*/ 0 h 4547732"/>
              <a:gd name="T2" fmla="*/ 713243 w 994488"/>
              <a:gd name="T3" fmla="*/ 216000 h 4547732"/>
              <a:gd name="T4" fmla="*/ 713243 w 994488"/>
              <a:gd name="T5" fmla="*/ 3604505 h 4547732"/>
              <a:gd name="T6" fmla="*/ 775258 w 994488"/>
              <a:gd name="T7" fmla="*/ 3638166 h 4547732"/>
              <a:gd name="T8" fmla="*/ 994488 w 994488"/>
              <a:gd name="T9" fmla="*/ 4050488 h 4547732"/>
              <a:gd name="T10" fmla="*/ 497244 w 994488"/>
              <a:gd name="T11" fmla="*/ 4547732 h 4547732"/>
              <a:gd name="T12" fmla="*/ 0 w 994488"/>
              <a:gd name="T13" fmla="*/ 4050488 h 4547732"/>
              <a:gd name="T14" fmla="*/ 219230 w 994488"/>
              <a:gd name="T15" fmla="*/ 3638166 h 4547732"/>
              <a:gd name="T16" fmla="*/ 281243 w 994488"/>
              <a:gd name="T17" fmla="*/ 3604506 h 4547732"/>
              <a:gd name="T18" fmla="*/ 281243 w 994488"/>
              <a:gd name="T19" fmla="*/ 216000 h 4547732"/>
              <a:gd name="T20" fmla="*/ 497243 w 994488"/>
              <a:gd name="T21" fmla="*/ 0 h 4547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4488" h="4547732">
                <a:moveTo>
                  <a:pt x="497243" y="0"/>
                </a:moveTo>
                <a:cubicBezTo>
                  <a:pt x="616537" y="0"/>
                  <a:pt x="713243" y="96706"/>
                  <a:pt x="713243" y="216000"/>
                </a:cubicBezTo>
                <a:lnTo>
                  <a:pt x="713243" y="3604505"/>
                </a:lnTo>
                <a:lnTo>
                  <a:pt x="775258" y="3638166"/>
                </a:lnTo>
                <a:cubicBezTo>
                  <a:pt x="907526" y="3727524"/>
                  <a:pt x="994488" y="3878851"/>
                  <a:pt x="994488" y="4050488"/>
                </a:cubicBezTo>
                <a:cubicBezTo>
                  <a:pt x="994488" y="4325108"/>
                  <a:pt x="771864" y="4547732"/>
                  <a:pt x="497244" y="4547732"/>
                </a:cubicBezTo>
                <a:cubicBezTo>
                  <a:pt x="222624" y="4547732"/>
                  <a:pt x="0" y="4325108"/>
                  <a:pt x="0" y="4050488"/>
                </a:cubicBezTo>
                <a:cubicBezTo>
                  <a:pt x="0" y="3878851"/>
                  <a:pt x="86963" y="3727524"/>
                  <a:pt x="219230" y="3638166"/>
                </a:cubicBezTo>
                <a:lnTo>
                  <a:pt x="281243" y="3604506"/>
                </a:lnTo>
                <a:lnTo>
                  <a:pt x="281243" y="216000"/>
                </a:lnTo>
                <a:cubicBezTo>
                  <a:pt x="281243" y="96706"/>
                  <a:pt x="377949" y="0"/>
                  <a:pt x="497243" y="0"/>
                </a:cubicBezTo>
                <a:close/>
              </a:path>
            </a:pathLst>
          </a:custGeom>
          <a:solidFill>
            <a:schemeClr val="bg1">
              <a:alpha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fontAlgn="base">
              <a:spcBef>
                <a:spcPct val="50000"/>
              </a:spcBef>
              <a:spcAft>
                <a:spcPct val="0"/>
              </a:spcAft>
            </a:pPr>
            <a:endParaRPr lang="zh-CN" altLang="en-US" sz="1600">
              <a:solidFill>
                <a:prstClr val="black"/>
              </a:solidFill>
              <a:latin typeface="宋体" panose="02010600030101010101" pitchFamily="2" charset="-122"/>
            </a:endParaRPr>
          </a:p>
        </p:txBody>
      </p:sp>
      <p:pic>
        <p:nvPicPr>
          <p:cNvPr id="44" name="组合 3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1450273" y="4331937"/>
            <a:ext cx="490220" cy="1421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文本框 36"/>
          <p:cNvSpPr txBox="1">
            <a:spLocks noChangeArrowheads="1"/>
          </p:cNvSpPr>
          <p:nvPr/>
        </p:nvSpPr>
        <p:spPr bwMode="auto">
          <a:xfrm flipH="1">
            <a:off x="1573512" y="4682132"/>
            <a:ext cx="332105" cy="822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ctr" fontAlgn="base">
              <a:spcBef>
                <a:spcPct val="50000"/>
              </a:spcBef>
              <a:spcAft>
                <a:spcPct val="0"/>
              </a:spcAft>
            </a:pPr>
            <a:r>
              <a:rPr lang="en-US" sz="1600" dirty="0">
                <a:solidFill>
                  <a:prstClr val="white"/>
                </a:solidFill>
              </a:rPr>
              <a:t>50%</a:t>
            </a:r>
            <a:endParaRPr lang="zh-CN" altLang="en-US" sz="1600" dirty="0">
              <a:solidFill>
                <a:prstClr val="white"/>
              </a:solidFill>
            </a:endParaRPr>
          </a:p>
        </p:txBody>
      </p:sp>
      <p:sp>
        <p:nvSpPr>
          <p:cNvPr id="46" name="任意多边形 87"/>
          <p:cNvSpPr/>
          <p:nvPr/>
        </p:nvSpPr>
        <p:spPr bwMode="auto">
          <a:xfrm flipH="1">
            <a:off x="2682093" y="3654174"/>
            <a:ext cx="558165" cy="2174110"/>
          </a:xfrm>
          <a:custGeom>
            <a:avLst/>
            <a:gdLst>
              <a:gd name="T0" fmla="*/ 497243 w 994488"/>
              <a:gd name="T1" fmla="*/ 0 h 4547732"/>
              <a:gd name="T2" fmla="*/ 713243 w 994488"/>
              <a:gd name="T3" fmla="*/ 216000 h 4547732"/>
              <a:gd name="T4" fmla="*/ 713243 w 994488"/>
              <a:gd name="T5" fmla="*/ 3604505 h 4547732"/>
              <a:gd name="T6" fmla="*/ 775258 w 994488"/>
              <a:gd name="T7" fmla="*/ 3638166 h 4547732"/>
              <a:gd name="T8" fmla="*/ 994488 w 994488"/>
              <a:gd name="T9" fmla="*/ 4050488 h 4547732"/>
              <a:gd name="T10" fmla="*/ 497244 w 994488"/>
              <a:gd name="T11" fmla="*/ 4547732 h 4547732"/>
              <a:gd name="T12" fmla="*/ 0 w 994488"/>
              <a:gd name="T13" fmla="*/ 4050488 h 4547732"/>
              <a:gd name="T14" fmla="*/ 219230 w 994488"/>
              <a:gd name="T15" fmla="*/ 3638166 h 4547732"/>
              <a:gd name="T16" fmla="*/ 281243 w 994488"/>
              <a:gd name="T17" fmla="*/ 3604506 h 4547732"/>
              <a:gd name="T18" fmla="*/ 281243 w 994488"/>
              <a:gd name="T19" fmla="*/ 216000 h 4547732"/>
              <a:gd name="T20" fmla="*/ 497243 w 994488"/>
              <a:gd name="T21" fmla="*/ 0 h 4547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4488" h="4547732">
                <a:moveTo>
                  <a:pt x="497243" y="0"/>
                </a:moveTo>
                <a:cubicBezTo>
                  <a:pt x="616537" y="0"/>
                  <a:pt x="713243" y="96706"/>
                  <a:pt x="713243" y="216000"/>
                </a:cubicBezTo>
                <a:lnTo>
                  <a:pt x="713243" y="3604505"/>
                </a:lnTo>
                <a:lnTo>
                  <a:pt x="775258" y="3638166"/>
                </a:lnTo>
                <a:cubicBezTo>
                  <a:pt x="907526" y="3727524"/>
                  <a:pt x="994488" y="3878851"/>
                  <a:pt x="994488" y="4050488"/>
                </a:cubicBezTo>
                <a:cubicBezTo>
                  <a:pt x="994488" y="4325108"/>
                  <a:pt x="771864" y="4547732"/>
                  <a:pt x="497244" y="4547732"/>
                </a:cubicBezTo>
                <a:cubicBezTo>
                  <a:pt x="222624" y="4547732"/>
                  <a:pt x="0" y="4325108"/>
                  <a:pt x="0" y="4050488"/>
                </a:cubicBezTo>
                <a:cubicBezTo>
                  <a:pt x="0" y="3878851"/>
                  <a:pt x="86963" y="3727524"/>
                  <a:pt x="219230" y="3638166"/>
                </a:cubicBezTo>
                <a:lnTo>
                  <a:pt x="281243" y="3604506"/>
                </a:lnTo>
                <a:lnTo>
                  <a:pt x="281243" y="216000"/>
                </a:lnTo>
                <a:cubicBezTo>
                  <a:pt x="281243" y="96706"/>
                  <a:pt x="377949" y="0"/>
                  <a:pt x="497243" y="0"/>
                </a:cubicBezTo>
                <a:close/>
              </a:path>
            </a:pathLst>
          </a:custGeom>
          <a:solidFill>
            <a:schemeClr val="bg1">
              <a:alpha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fontAlgn="base">
              <a:spcBef>
                <a:spcPct val="50000"/>
              </a:spcBef>
              <a:spcAft>
                <a:spcPct val="0"/>
              </a:spcAft>
            </a:pPr>
            <a:endParaRPr lang="zh-CN" altLang="en-US" sz="1600">
              <a:solidFill>
                <a:prstClr val="black"/>
              </a:solidFill>
              <a:latin typeface="宋体" panose="02010600030101010101" pitchFamily="2" charset="-122"/>
            </a:endParaRPr>
          </a:p>
        </p:txBody>
      </p:sp>
      <p:pic>
        <p:nvPicPr>
          <p:cNvPr id="47" name="组合 4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2682826" y="4911888"/>
            <a:ext cx="489585" cy="824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文本框 45"/>
          <p:cNvSpPr txBox="1">
            <a:spLocks noChangeArrowheads="1"/>
          </p:cNvSpPr>
          <p:nvPr/>
        </p:nvSpPr>
        <p:spPr bwMode="auto">
          <a:xfrm flipH="1">
            <a:off x="2845278" y="4919601"/>
            <a:ext cx="25654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ctr" fontAlgn="base">
              <a:spcBef>
                <a:spcPct val="50000"/>
              </a:spcBef>
              <a:spcAft>
                <a:spcPct val="0"/>
              </a:spcAft>
            </a:pPr>
            <a:r>
              <a:rPr lang="en-US" sz="1600" dirty="0">
                <a:solidFill>
                  <a:srgbClr val="1E6991"/>
                </a:solidFill>
              </a:rPr>
              <a:t>3</a:t>
            </a:r>
            <a:r>
              <a:rPr lang="en-US" sz="1600" dirty="0" smtClean="0">
                <a:solidFill>
                  <a:srgbClr val="1E6991"/>
                </a:solidFill>
              </a:rPr>
              <a:t>0</a:t>
            </a:r>
            <a:r>
              <a:rPr lang="en-US" sz="1600" dirty="0">
                <a:solidFill>
                  <a:srgbClr val="1E6991"/>
                </a:solidFill>
              </a:rPr>
              <a:t>%</a:t>
            </a:r>
            <a:endParaRPr lang="zh-CN" altLang="en-US" sz="1600" dirty="0">
              <a:solidFill>
                <a:srgbClr val="1E6991"/>
              </a:solidFill>
            </a:endParaRPr>
          </a:p>
        </p:txBody>
      </p:sp>
      <p:sp>
        <p:nvSpPr>
          <p:cNvPr id="49" name="任意多边形 86"/>
          <p:cNvSpPr/>
          <p:nvPr/>
        </p:nvSpPr>
        <p:spPr bwMode="auto">
          <a:xfrm flipH="1">
            <a:off x="3968140" y="3654174"/>
            <a:ext cx="558165" cy="2174110"/>
          </a:xfrm>
          <a:custGeom>
            <a:avLst/>
            <a:gdLst>
              <a:gd name="T0" fmla="*/ 497243 w 994488"/>
              <a:gd name="T1" fmla="*/ 0 h 4547732"/>
              <a:gd name="T2" fmla="*/ 713243 w 994488"/>
              <a:gd name="T3" fmla="*/ 216000 h 4547732"/>
              <a:gd name="T4" fmla="*/ 713243 w 994488"/>
              <a:gd name="T5" fmla="*/ 3604505 h 4547732"/>
              <a:gd name="T6" fmla="*/ 775258 w 994488"/>
              <a:gd name="T7" fmla="*/ 3638166 h 4547732"/>
              <a:gd name="T8" fmla="*/ 994488 w 994488"/>
              <a:gd name="T9" fmla="*/ 4050488 h 4547732"/>
              <a:gd name="T10" fmla="*/ 497244 w 994488"/>
              <a:gd name="T11" fmla="*/ 4547732 h 4547732"/>
              <a:gd name="T12" fmla="*/ 0 w 994488"/>
              <a:gd name="T13" fmla="*/ 4050488 h 4547732"/>
              <a:gd name="T14" fmla="*/ 219231 w 994488"/>
              <a:gd name="T15" fmla="*/ 3638166 h 4547732"/>
              <a:gd name="T16" fmla="*/ 281243 w 994488"/>
              <a:gd name="T17" fmla="*/ 3604506 h 4547732"/>
              <a:gd name="T18" fmla="*/ 281243 w 994488"/>
              <a:gd name="T19" fmla="*/ 216000 h 4547732"/>
              <a:gd name="T20" fmla="*/ 497243 w 994488"/>
              <a:gd name="T21" fmla="*/ 0 h 4547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4488" h="4547732">
                <a:moveTo>
                  <a:pt x="497243" y="0"/>
                </a:moveTo>
                <a:cubicBezTo>
                  <a:pt x="616537" y="0"/>
                  <a:pt x="713243" y="96706"/>
                  <a:pt x="713243" y="216000"/>
                </a:cubicBezTo>
                <a:lnTo>
                  <a:pt x="713243" y="3604505"/>
                </a:lnTo>
                <a:lnTo>
                  <a:pt x="775258" y="3638166"/>
                </a:lnTo>
                <a:cubicBezTo>
                  <a:pt x="907526" y="3727524"/>
                  <a:pt x="994488" y="3878851"/>
                  <a:pt x="994488" y="4050488"/>
                </a:cubicBezTo>
                <a:cubicBezTo>
                  <a:pt x="994488" y="4325108"/>
                  <a:pt x="771864" y="4547732"/>
                  <a:pt x="497244" y="4547732"/>
                </a:cubicBezTo>
                <a:cubicBezTo>
                  <a:pt x="222624" y="4547732"/>
                  <a:pt x="0" y="4325108"/>
                  <a:pt x="0" y="4050488"/>
                </a:cubicBezTo>
                <a:cubicBezTo>
                  <a:pt x="0" y="3878851"/>
                  <a:pt x="86963" y="3727524"/>
                  <a:pt x="219231" y="3638166"/>
                </a:cubicBezTo>
                <a:lnTo>
                  <a:pt x="281243" y="3604506"/>
                </a:lnTo>
                <a:lnTo>
                  <a:pt x="281243" y="216000"/>
                </a:lnTo>
                <a:cubicBezTo>
                  <a:pt x="281243" y="96706"/>
                  <a:pt x="377949" y="0"/>
                  <a:pt x="497243" y="0"/>
                </a:cubicBezTo>
                <a:close/>
              </a:path>
            </a:pathLst>
          </a:custGeom>
          <a:solidFill>
            <a:schemeClr val="bg1">
              <a:alpha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fontAlgn="base">
              <a:spcBef>
                <a:spcPct val="50000"/>
              </a:spcBef>
              <a:spcAft>
                <a:spcPct val="0"/>
              </a:spcAft>
            </a:pPr>
            <a:endParaRPr lang="zh-CN" altLang="en-US" sz="1600">
              <a:solidFill>
                <a:prstClr val="black"/>
              </a:solidFill>
              <a:latin typeface="宋体" panose="02010600030101010101" pitchFamily="2" charset="-122"/>
            </a:endParaRPr>
          </a:p>
        </p:txBody>
      </p:sp>
      <p:pic>
        <p:nvPicPr>
          <p:cNvPr id="50" name="组合 56"/>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H="1">
            <a:off x="3975238" y="5146328"/>
            <a:ext cx="489585" cy="591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文本框 54"/>
          <p:cNvSpPr txBox="1">
            <a:spLocks noChangeArrowheads="1"/>
          </p:cNvSpPr>
          <p:nvPr/>
        </p:nvSpPr>
        <p:spPr bwMode="auto">
          <a:xfrm flipH="1">
            <a:off x="4069988" y="4927638"/>
            <a:ext cx="332105" cy="822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ctr" fontAlgn="base">
              <a:spcBef>
                <a:spcPct val="50000"/>
              </a:spcBef>
              <a:spcAft>
                <a:spcPct val="0"/>
              </a:spcAft>
            </a:pPr>
            <a:r>
              <a:rPr lang="en-US" sz="1600" dirty="0">
                <a:solidFill>
                  <a:prstClr val="white"/>
                </a:solidFill>
              </a:rPr>
              <a:t>20%</a:t>
            </a:r>
            <a:endParaRPr lang="zh-CN" altLang="en-US" sz="1600" dirty="0">
              <a:solidFill>
                <a:prstClr val="white"/>
              </a:solidFill>
            </a:endParaRPr>
          </a:p>
        </p:txBody>
      </p:sp>
      <p:sp>
        <p:nvSpPr>
          <p:cNvPr id="52" name="文本框 102"/>
          <p:cNvSpPr txBox="1"/>
          <p:nvPr/>
        </p:nvSpPr>
        <p:spPr>
          <a:xfrm>
            <a:off x="288578" y="1917773"/>
            <a:ext cx="580680" cy="415219"/>
          </a:xfrm>
          <a:prstGeom prst="rect">
            <a:avLst/>
          </a:prstGeom>
          <a:noFill/>
          <a:ln>
            <a:noFill/>
          </a:ln>
        </p:spPr>
        <p:txBody>
          <a:bodyPr vert="horz" wrap="square" lIns="91440" tIns="45720" rIns="91440" bIns="45720" numCol="1" anchor="t" anchorCtr="0" compatLnSpc="1"/>
          <a:lstStyle/>
          <a:p>
            <a:pPr fontAlgn="base">
              <a:spcBef>
                <a:spcPct val="50000"/>
              </a:spcBef>
              <a:spcAft>
                <a:spcPct val="0"/>
              </a:spcAft>
            </a:pPr>
            <a:endParaRPr lang="zh-CN" altLang="en-US" sz="2800" b="1" dirty="0" smtClean="0">
              <a:solidFill>
                <a:srgbClr val="AD0101"/>
              </a:solidFill>
              <a:latin typeface="微软雅黑" panose="020B0503020204020204" pitchFamily="34" charset="-122"/>
              <a:ea typeface="微软雅黑" panose="020B0503020204020204" pitchFamily="34" charset="-122"/>
            </a:endParaRPr>
          </a:p>
        </p:txBody>
      </p:sp>
      <p:sp>
        <p:nvSpPr>
          <p:cNvPr id="53" name="文本框 103"/>
          <p:cNvSpPr txBox="1"/>
          <p:nvPr/>
        </p:nvSpPr>
        <p:spPr>
          <a:xfrm>
            <a:off x="1114659" y="5799402"/>
            <a:ext cx="934085" cy="367665"/>
          </a:xfrm>
          <a:prstGeom prst="rect">
            <a:avLst/>
          </a:prstGeom>
          <a:noFill/>
          <a:ln>
            <a:noFill/>
          </a:ln>
        </p:spPr>
        <p:txBody>
          <a:bodyPr vert="horz" wrap="square" lIns="91440" tIns="45720" rIns="91440" bIns="45720" numCol="1" anchor="t" anchorCtr="0" compatLnSpc="1"/>
          <a:lstStyle/>
          <a:p>
            <a:pPr fontAlgn="base">
              <a:spcBef>
                <a:spcPct val="50000"/>
              </a:spcBef>
              <a:spcAft>
                <a:spcPct val="0"/>
              </a:spcAft>
            </a:pPr>
            <a:r>
              <a:rPr lang="en-US" altLang="zh-CN" sz="2200" dirty="0" smtClean="0">
                <a:solidFill>
                  <a:prstClr val="black"/>
                </a:solidFill>
                <a:latin typeface="微软雅黑" panose="020B0503020204020204" pitchFamily="34" charset="-122"/>
                <a:ea typeface="微软雅黑" panose="020B0503020204020204" pitchFamily="34" charset="-122"/>
              </a:rPr>
              <a:t>    CT</a:t>
            </a:r>
          </a:p>
        </p:txBody>
      </p:sp>
      <p:sp>
        <p:nvSpPr>
          <p:cNvPr id="54" name="文本框 104"/>
          <p:cNvSpPr txBox="1"/>
          <p:nvPr/>
        </p:nvSpPr>
        <p:spPr>
          <a:xfrm>
            <a:off x="2354312" y="5796742"/>
            <a:ext cx="1104265" cy="291465"/>
          </a:xfrm>
          <a:prstGeom prst="rect">
            <a:avLst/>
          </a:prstGeom>
          <a:noFill/>
          <a:ln>
            <a:noFill/>
          </a:ln>
        </p:spPr>
        <p:txBody>
          <a:bodyPr vert="horz" wrap="square" lIns="91440" tIns="45720" rIns="91440" bIns="45720" numCol="1" anchor="t" anchorCtr="0" compatLnSpc="1"/>
          <a:lstStyle/>
          <a:p>
            <a:pPr fontAlgn="base">
              <a:spcBef>
                <a:spcPct val="50000"/>
              </a:spcBef>
              <a:spcAft>
                <a:spcPct val="0"/>
              </a:spcAft>
            </a:pPr>
            <a:r>
              <a:rPr lang="en-US" altLang="zh-CN" sz="2200" dirty="0" smtClean="0">
                <a:solidFill>
                  <a:prstClr val="black"/>
                </a:solidFill>
                <a:latin typeface="微软雅黑" panose="020B0503020204020204" pitchFamily="34" charset="-122"/>
                <a:ea typeface="微软雅黑" panose="020B0503020204020204" pitchFamily="34" charset="-122"/>
              </a:rPr>
              <a:t>    RT</a:t>
            </a:r>
          </a:p>
        </p:txBody>
      </p:sp>
      <p:sp>
        <p:nvSpPr>
          <p:cNvPr id="55" name="文本框 105"/>
          <p:cNvSpPr txBox="1"/>
          <p:nvPr/>
        </p:nvSpPr>
        <p:spPr>
          <a:xfrm>
            <a:off x="3857505" y="5775399"/>
            <a:ext cx="914400" cy="278765"/>
          </a:xfrm>
          <a:prstGeom prst="rect">
            <a:avLst/>
          </a:prstGeom>
          <a:noFill/>
          <a:ln>
            <a:noFill/>
          </a:ln>
        </p:spPr>
        <p:txBody>
          <a:bodyPr vert="horz" wrap="square" lIns="91440" tIns="45720" rIns="91440" bIns="45720" numCol="1" anchor="t" anchorCtr="0" compatLnSpc="1"/>
          <a:lstStyle/>
          <a:p>
            <a:pPr fontAlgn="base">
              <a:spcBef>
                <a:spcPct val="50000"/>
              </a:spcBef>
              <a:spcAft>
                <a:spcPct val="0"/>
              </a:spcAft>
            </a:pPr>
            <a:r>
              <a:rPr lang="zh-CN" altLang="en-US" sz="2200" dirty="0" smtClean="0">
                <a:solidFill>
                  <a:prstClr val="black"/>
                </a:solidFill>
                <a:latin typeface="微软雅黑" panose="020B0503020204020204" pitchFamily="34" charset="-122"/>
                <a:ea typeface="微软雅黑" panose="020B0503020204020204" pitchFamily="34" charset="-122"/>
              </a:rPr>
              <a:t>适用</a:t>
            </a:r>
          </a:p>
        </p:txBody>
      </p:sp>
      <p:cxnSp>
        <p:nvCxnSpPr>
          <p:cNvPr id="56" name="直接连接符 61"/>
          <p:cNvCxnSpPr>
            <a:cxnSpLocks noChangeShapeType="1"/>
          </p:cNvCxnSpPr>
          <p:nvPr/>
        </p:nvCxnSpPr>
        <p:spPr bwMode="auto">
          <a:xfrm flipH="1">
            <a:off x="5643792" y="3498460"/>
            <a:ext cx="12250" cy="2681676"/>
          </a:xfrm>
          <a:prstGeom prst="line">
            <a:avLst/>
          </a:prstGeom>
          <a:noFill/>
          <a:ln w="12700" cmpd="sng">
            <a:solidFill>
              <a:srgbClr val="7030A0">
                <a:alpha val="50000"/>
              </a:srgbClr>
            </a:solidFill>
            <a:round/>
          </a:ln>
          <a:extLst>
            <a:ext uri="{909E8E84-426E-40DD-AFC4-6F175D3DCCD1}">
              <a14:hiddenFill xmlns:a14="http://schemas.microsoft.com/office/drawing/2010/main">
                <a:noFill/>
              </a14:hiddenFill>
            </a:ext>
          </a:extLst>
        </p:spPr>
      </p:cxnSp>
      <p:grpSp>
        <p:nvGrpSpPr>
          <p:cNvPr id="57" name="组合 43"/>
          <p:cNvGrpSpPr>
            <a:grpSpLocks/>
          </p:cNvGrpSpPr>
          <p:nvPr/>
        </p:nvGrpSpPr>
        <p:grpSpPr bwMode="auto">
          <a:xfrm>
            <a:off x="5967747" y="3678961"/>
            <a:ext cx="2833908" cy="511856"/>
            <a:chOff x="5175774" y="4941816"/>
            <a:chExt cx="3542251" cy="724057"/>
          </a:xfrm>
        </p:grpSpPr>
        <p:sp>
          <p:nvSpPr>
            <p:cNvPr id="58" name="文本框 44"/>
            <p:cNvSpPr txBox="1">
              <a:spLocks noChangeArrowheads="1"/>
            </p:cNvSpPr>
            <p:nvPr/>
          </p:nvSpPr>
          <p:spPr bwMode="auto">
            <a:xfrm>
              <a:off x="5175774" y="5357872"/>
              <a:ext cx="3542251" cy="30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宋体" panose="02010600030101010101" pitchFamily="2" charset="-122"/>
                  <a:ea typeface="ＭＳ Ｐゴシック" panose="020B0600070205080204" pitchFamily="50" charset="-128"/>
                </a:defRPr>
              </a:lvl1pPr>
              <a:lvl2pPr marL="742950" indent="-285750">
                <a:defRPr kumimoji="1" sz="3600">
                  <a:solidFill>
                    <a:schemeClr val="tx1"/>
                  </a:solidFill>
                  <a:latin typeface="宋体" panose="02010600030101010101" pitchFamily="2" charset="-122"/>
                  <a:ea typeface="ＭＳ Ｐゴシック" panose="020B0600070205080204" pitchFamily="50" charset="-128"/>
                </a:defRPr>
              </a:lvl2pPr>
              <a:lvl3pPr marL="1143000" indent="-228600">
                <a:defRPr kumimoji="1" sz="3600">
                  <a:solidFill>
                    <a:schemeClr val="tx1"/>
                  </a:solidFill>
                  <a:latin typeface="宋体" panose="02010600030101010101" pitchFamily="2" charset="-122"/>
                  <a:ea typeface="ＭＳ Ｐゴシック" panose="020B0600070205080204" pitchFamily="50" charset="-128"/>
                </a:defRPr>
              </a:lvl3pPr>
              <a:lvl4pPr marL="1600200" indent="-228600">
                <a:defRPr kumimoji="1" sz="3600">
                  <a:solidFill>
                    <a:schemeClr val="tx1"/>
                  </a:solidFill>
                  <a:latin typeface="宋体" panose="02010600030101010101" pitchFamily="2" charset="-122"/>
                  <a:ea typeface="ＭＳ Ｐゴシック" panose="020B0600070205080204" pitchFamily="50" charset="-128"/>
                </a:defRPr>
              </a:lvl4pPr>
              <a:lvl5pPr marL="2057400" indent="-228600">
                <a:defRPr kumimoji="1" sz="3600">
                  <a:solidFill>
                    <a:schemeClr val="tx1"/>
                  </a:solidFill>
                  <a:latin typeface="宋体" panose="02010600030101010101" pitchFamily="2" charset="-122"/>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zh-CN"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rPr>
                <a:t>Case</a:t>
              </a:r>
              <a:r>
                <a:rPr kumimoji="1" lang="zh-CN" altLang="en-US"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rPr>
                <a:t>：适用测试、</a:t>
              </a:r>
              <a:r>
                <a:rPr kumimoji="1" lang="en-US" altLang="zh-CN"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rPr>
                <a:t>CT</a:t>
              </a:r>
              <a:r>
                <a:rPr kumimoji="1" lang="zh-CN" altLang="en-US"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rPr>
                <a:t>、</a:t>
              </a:r>
              <a:r>
                <a:rPr kumimoji="1" lang="en-US" altLang="zh-CN"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rPr>
                <a:t>RT</a:t>
              </a:r>
              <a:endParaRPr kumimoji="1" lang="ja-JP" altLang="en-US"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endParaRPr>
            </a:p>
          </p:txBody>
        </p:sp>
        <p:sp>
          <p:nvSpPr>
            <p:cNvPr id="59" name="文本框 45"/>
            <p:cNvSpPr txBox="1">
              <a:spLocks noChangeArrowheads="1"/>
            </p:cNvSpPr>
            <p:nvPr/>
          </p:nvSpPr>
          <p:spPr bwMode="auto">
            <a:xfrm>
              <a:off x="5301104" y="4941816"/>
              <a:ext cx="2380075" cy="40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宋体" panose="02010600030101010101" pitchFamily="2" charset="-122"/>
                  <a:ea typeface="ＭＳ Ｐゴシック" panose="020B0600070205080204" pitchFamily="50" charset="-128"/>
                </a:defRPr>
              </a:lvl1pPr>
              <a:lvl2pPr marL="742950" indent="-285750">
                <a:defRPr kumimoji="1" sz="3600">
                  <a:solidFill>
                    <a:schemeClr val="tx1"/>
                  </a:solidFill>
                  <a:latin typeface="宋体" panose="02010600030101010101" pitchFamily="2" charset="-122"/>
                  <a:ea typeface="ＭＳ Ｐゴシック" panose="020B0600070205080204" pitchFamily="50" charset="-128"/>
                </a:defRPr>
              </a:lvl2pPr>
              <a:lvl3pPr marL="1143000" indent="-228600">
                <a:defRPr kumimoji="1" sz="3600">
                  <a:solidFill>
                    <a:schemeClr val="tx1"/>
                  </a:solidFill>
                  <a:latin typeface="宋体" panose="02010600030101010101" pitchFamily="2" charset="-122"/>
                  <a:ea typeface="ＭＳ Ｐゴシック" panose="020B0600070205080204" pitchFamily="50" charset="-128"/>
                </a:defRPr>
              </a:lvl3pPr>
              <a:lvl4pPr marL="1600200" indent="-228600">
                <a:defRPr kumimoji="1" sz="3600">
                  <a:solidFill>
                    <a:schemeClr val="tx1"/>
                  </a:solidFill>
                  <a:latin typeface="宋体" panose="02010600030101010101" pitchFamily="2" charset="-122"/>
                  <a:ea typeface="ＭＳ Ｐゴシック" panose="020B0600070205080204" pitchFamily="50" charset="-128"/>
                </a:defRPr>
              </a:lvl4pPr>
              <a:lvl5pPr marL="2057400" indent="-228600">
                <a:defRPr kumimoji="1" sz="3600">
                  <a:solidFill>
                    <a:schemeClr val="tx1"/>
                  </a:solidFill>
                  <a:latin typeface="宋体" panose="02010600030101010101" pitchFamily="2" charset="-122"/>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lang="en-US" altLang="zh-CN" sz="2000" b="1" kern="0" dirty="0" smtClean="0">
                  <a:solidFill>
                    <a:srgbClr val="3DB39E"/>
                  </a:solidFill>
                  <a:latin typeface="Microsoft YaHei" panose="020B0503020204020204" pitchFamily="34" charset="-122"/>
                  <a:ea typeface="Microsoft YaHei" panose="020B0503020204020204" pitchFamily="34" charset="-122"/>
                </a:rPr>
                <a:t>2000+</a:t>
              </a:r>
              <a:r>
                <a:rPr kumimoji="1" lang="zh-CN" altLang="en-US" sz="2000" b="1" i="0" u="none" strike="noStrike" kern="0" cap="none" spc="0" normalizeH="0" baseline="0" noProof="0" dirty="0" smtClean="0">
                  <a:ln>
                    <a:noFill/>
                  </a:ln>
                  <a:solidFill>
                    <a:srgbClr val="3DB39E"/>
                  </a:solidFill>
                  <a:effectLst/>
                  <a:uLnTx/>
                  <a:uFillTx/>
                  <a:latin typeface="Microsoft YaHei" panose="020B0503020204020204" pitchFamily="34" charset="-122"/>
                  <a:ea typeface="Microsoft YaHei" panose="020B0503020204020204" pitchFamily="34" charset="-122"/>
                </a:rPr>
                <a:t>个</a:t>
              </a:r>
              <a:r>
                <a:rPr kumimoji="1" lang="en-US" altLang="zh-CN" sz="2000" b="1" i="0" u="none" strike="noStrike" kern="0" cap="none" spc="0" normalizeH="0" baseline="0" noProof="0" dirty="0" smtClean="0">
                  <a:ln>
                    <a:noFill/>
                  </a:ln>
                  <a:solidFill>
                    <a:srgbClr val="3DB39E"/>
                  </a:solidFill>
                  <a:effectLst/>
                  <a:uLnTx/>
                  <a:uFillTx/>
                  <a:latin typeface="Microsoft YaHei" panose="020B0503020204020204" pitchFamily="34" charset="-122"/>
                  <a:ea typeface="Microsoft YaHei" panose="020B0503020204020204" pitchFamily="34" charset="-122"/>
                </a:rPr>
                <a:t>Case</a:t>
              </a:r>
              <a:r>
                <a:rPr kumimoji="1" lang="zh-CN" altLang="en-US" sz="2000" b="1" i="0" u="none" strike="noStrike" kern="0" cap="none" spc="0" normalizeH="0" baseline="0" noProof="0" dirty="0" smtClean="0">
                  <a:ln>
                    <a:noFill/>
                  </a:ln>
                  <a:solidFill>
                    <a:srgbClr val="3DB39E"/>
                  </a:solidFill>
                  <a:effectLst/>
                  <a:uLnTx/>
                  <a:uFillTx/>
                  <a:latin typeface="Microsoft YaHei" panose="020B0503020204020204" pitchFamily="34" charset="-122"/>
                  <a:ea typeface="Microsoft YaHei" panose="020B0503020204020204" pitchFamily="34" charset="-122"/>
                </a:rPr>
                <a:t>测试</a:t>
              </a:r>
            </a:p>
          </p:txBody>
        </p:sp>
        <p:cxnSp>
          <p:nvCxnSpPr>
            <p:cNvPr id="60" name="直接连接符 113"/>
            <p:cNvCxnSpPr>
              <a:cxnSpLocks/>
            </p:cNvCxnSpPr>
            <p:nvPr/>
          </p:nvCxnSpPr>
          <p:spPr>
            <a:xfrm>
              <a:off x="5291628" y="5006917"/>
              <a:ext cx="0" cy="371556"/>
            </a:xfrm>
            <a:prstGeom prst="line">
              <a:avLst/>
            </a:prstGeom>
            <a:noFill/>
            <a:ln w="38100" cap="flat" cmpd="sng" algn="ctr">
              <a:solidFill>
                <a:srgbClr val="3DB39E"/>
              </a:solidFill>
              <a:prstDash val="solid"/>
            </a:ln>
            <a:effectLst/>
          </p:spPr>
        </p:cxnSp>
      </p:grpSp>
      <p:grpSp>
        <p:nvGrpSpPr>
          <p:cNvPr id="61" name="组合 43"/>
          <p:cNvGrpSpPr>
            <a:grpSpLocks/>
          </p:cNvGrpSpPr>
          <p:nvPr/>
        </p:nvGrpSpPr>
        <p:grpSpPr bwMode="auto">
          <a:xfrm>
            <a:off x="5967747" y="4301754"/>
            <a:ext cx="2880712" cy="531028"/>
            <a:chOff x="5175774" y="4941816"/>
            <a:chExt cx="3542251" cy="724057"/>
          </a:xfrm>
        </p:grpSpPr>
        <p:sp>
          <p:nvSpPr>
            <p:cNvPr id="62" name="文本框 44"/>
            <p:cNvSpPr txBox="1">
              <a:spLocks noChangeArrowheads="1"/>
            </p:cNvSpPr>
            <p:nvPr/>
          </p:nvSpPr>
          <p:spPr bwMode="auto">
            <a:xfrm>
              <a:off x="5175774" y="5357872"/>
              <a:ext cx="3542251" cy="30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宋体" panose="02010600030101010101" pitchFamily="2" charset="-122"/>
                  <a:ea typeface="ＭＳ Ｐゴシック" panose="020B0600070205080204" pitchFamily="50" charset="-128"/>
                </a:defRPr>
              </a:lvl1pPr>
              <a:lvl2pPr marL="742950" indent="-285750">
                <a:defRPr kumimoji="1" sz="3600">
                  <a:solidFill>
                    <a:schemeClr val="tx1"/>
                  </a:solidFill>
                  <a:latin typeface="宋体" panose="02010600030101010101" pitchFamily="2" charset="-122"/>
                  <a:ea typeface="ＭＳ Ｐゴシック" panose="020B0600070205080204" pitchFamily="50" charset="-128"/>
                </a:defRPr>
              </a:lvl2pPr>
              <a:lvl3pPr marL="1143000" indent="-228600">
                <a:defRPr kumimoji="1" sz="3600">
                  <a:solidFill>
                    <a:schemeClr val="tx1"/>
                  </a:solidFill>
                  <a:latin typeface="宋体" panose="02010600030101010101" pitchFamily="2" charset="-122"/>
                  <a:ea typeface="ＭＳ Ｐゴシック" panose="020B0600070205080204" pitchFamily="50" charset="-128"/>
                </a:defRPr>
              </a:lvl3pPr>
              <a:lvl4pPr marL="1600200" indent="-228600">
                <a:defRPr kumimoji="1" sz="3600">
                  <a:solidFill>
                    <a:schemeClr val="tx1"/>
                  </a:solidFill>
                  <a:latin typeface="宋体" panose="02010600030101010101" pitchFamily="2" charset="-122"/>
                  <a:ea typeface="ＭＳ Ｐゴシック" panose="020B0600070205080204" pitchFamily="50" charset="-128"/>
                </a:defRPr>
              </a:lvl4pPr>
              <a:lvl5pPr marL="2057400" indent="-228600">
                <a:defRPr kumimoji="1" sz="3600">
                  <a:solidFill>
                    <a:schemeClr val="tx1"/>
                  </a:solidFill>
                  <a:latin typeface="宋体" panose="02010600030101010101" pitchFamily="2" charset="-122"/>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zh-CN" altLang="en-US"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rPr>
                <a:t>横展开内容：</a:t>
              </a:r>
              <a:r>
                <a:rPr kumimoji="1" lang="en-US" altLang="zh-CN"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rPr>
                <a:t>MK</a:t>
              </a:r>
              <a:r>
                <a:rPr kumimoji="1" lang="zh-CN" altLang="en-US"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rPr>
                <a:t>、</a:t>
              </a:r>
              <a:r>
                <a:rPr kumimoji="1" lang="en-US" altLang="zh-CN"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rPr>
                <a:t>CT</a:t>
              </a:r>
              <a:r>
                <a:rPr kumimoji="1" lang="zh-CN" altLang="en-US"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rPr>
                <a:t>、</a:t>
              </a:r>
              <a:r>
                <a:rPr kumimoji="1" lang="en-US" altLang="zh-CN"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rPr>
                <a:t>RT</a:t>
              </a:r>
              <a:r>
                <a:rPr kumimoji="1" lang="zh-CN" altLang="en-US"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rPr>
                <a:t>、适用</a:t>
              </a:r>
              <a:endParaRPr kumimoji="1" lang="ja-JP" altLang="en-US"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endParaRPr>
            </a:p>
          </p:txBody>
        </p:sp>
        <p:sp>
          <p:nvSpPr>
            <p:cNvPr id="63" name="文本框 45"/>
            <p:cNvSpPr txBox="1">
              <a:spLocks noChangeArrowheads="1"/>
            </p:cNvSpPr>
            <p:nvPr/>
          </p:nvSpPr>
          <p:spPr bwMode="auto">
            <a:xfrm>
              <a:off x="5301104" y="4941816"/>
              <a:ext cx="2040339" cy="40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宋体" panose="02010600030101010101" pitchFamily="2" charset="-122"/>
                  <a:ea typeface="ＭＳ Ｐゴシック" panose="020B0600070205080204" pitchFamily="50" charset="-128"/>
                </a:defRPr>
              </a:lvl1pPr>
              <a:lvl2pPr marL="742950" indent="-285750">
                <a:defRPr kumimoji="1" sz="3600">
                  <a:solidFill>
                    <a:schemeClr val="tx1"/>
                  </a:solidFill>
                  <a:latin typeface="宋体" panose="02010600030101010101" pitchFamily="2" charset="-122"/>
                  <a:ea typeface="ＭＳ Ｐゴシック" panose="020B0600070205080204" pitchFamily="50" charset="-128"/>
                </a:defRPr>
              </a:lvl2pPr>
              <a:lvl3pPr marL="1143000" indent="-228600">
                <a:defRPr kumimoji="1" sz="3600">
                  <a:solidFill>
                    <a:schemeClr val="tx1"/>
                  </a:solidFill>
                  <a:latin typeface="宋体" panose="02010600030101010101" pitchFamily="2" charset="-122"/>
                  <a:ea typeface="ＭＳ Ｐゴシック" panose="020B0600070205080204" pitchFamily="50" charset="-128"/>
                </a:defRPr>
              </a:lvl3pPr>
              <a:lvl4pPr marL="1600200" indent="-228600">
                <a:defRPr kumimoji="1" sz="3600">
                  <a:solidFill>
                    <a:schemeClr val="tx1"/>
                  </a:solidFill>
                  <a:latin typeface="宋体" panose="02010600030101010101" pitchFamily="2" charset="-122"/>
                  <a:ea typeface="ＭＳ Ｐゴシック" panose="020B0600070205080204" pitchFamily="50" charset="-128"/>
                </a:defRPr>
              </a:lvl4pPr>
              <a:lvl5pPr marL="2057400" indent="-228600">
                <a:defRPr kumimoji="1" sz="3600">
                  <a:solidFill>
                    <a:schemeClr val="tx1"/>
                  </a:solidFill>
                  <a:latin typeface="宋体" panose="02010600030101010101" pitchFamily="2" charset="-122"/>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lang="en-US" altLang="zh-CN" sz="2000" b="1" kern="0" dirty="0" smtClean="0">
                  <a:solidFill>
                    <a:srgbClr val="3DB39E"/>
                  </a:solidFill>
                  <a:latin typeface="Microsoft YaHei" panose="020B0503020204020204" pitchFamily="34" charset="-122"/>
                  <a:ea typeface="Microsoft YaHei" panose="020B0503020204020204" pitchFamily="34" charset="-122"/>
                </a:rPr>
                <a:t>11</a:t>
              </a:r>
              <a:r>
                <a:rPr lang="zh-CN" altLang="en-US" sz="2000" b="1" kern="0" dirty="0">
                  <a:solidFill>
                    <a:srgbClr val="3DB39E"/>
                  </a:solidFill>
                  <a:latin typeface="Microsoft YaHei" panose="020B0503020204020204" pitchFamily="34" charset="-122"/>
                  <a:ea typeface="Microsoft YaHei" panose="020B0503020204020204" pitchFamily="34" charset="-122"/>
                </a:rPr>
                <a:t>件</a:t>
              </a:r>
              <a:r>
                <a:rPr kumimoji="1" lang="zh-CN" altLang="en-US" sz="2000" b="1" i="0" u="none" strike="noStrike" kern="0" cap="none" spc="0" normalizeH="0" baseline="0" noProof="0" dirty="0" smtClean="0">
                  <a:ln>
                    <a:noFill/>
                  </a:ln>
                  <a:solidFill>
                    <a:srgbClr val="3DB39E"/>
                  </a:solidFill>
                  <a:effectLst/>
                  <a:uLnTx/>
                  <a:uFillTx/>
                  <a:latin typeface="Microsoft YaHei" panose="020B0503020204020204" pitchFamily="34" charset="-122"/>
                  <a:ea typeface="Microsoft YaHei" panose="020B0503020204020204" pitchFamily="34" charset="-122"/>
                </a:rPr>
                <a:t>障害横展开</a:t>
              </a:r>
            </a:p>
          </p:txBody>
        </p:sp>
        <p:cxnSp>
          <p:nvCxnSpPr>
            <p:cNvPr id="64" name="直接连接符 117"/>
            <p:cNvCxnSpPr>
              <a:cxnSpLocks/>
            </p:cNvCxnSpPr>
            <p:nvPr/>
          </p:nvCxnSpPr>
          <p:spPr>
            <a:xfrm>
              <a:off x="5291627" y="5006918"/>
              <a:ext cx="0" cy="371556"/>
            </a:xfrm>
            <a:prstGeom prst="line">
              <a:avLst/>
            </a:prstGeom>
            <a:noFill/>
            <a:ln w="38100" cap="flat" cmpd="sng" algn="ctr">
              <a:solidFill>
                <a:srgbClr val="3DB39E"/>
              </a:solidFill>
              <a:prstDash val="solid"/>
            </a:ln>
            <a:effectLst/>
          </p:spPr>
        </p:cxnSp>
      </p:grpSp>
      <p:grpSp>
        <p:nvGrpSpPr>
          <p:cNvPr id="65" name="组合 43"/>
          <p:cNvGrpSpPr>
            <a:grpSpLocks/>
          </p:cNvGrpSpPr>
          <p:nvPr/>
        </p:nvGrpSpPr>
        <p:grpSpPr bwMode="auto">
          <a:xfrm>
            <a:off x="5967747" y="4923479"/>
            <a:ext cx="2937588" cy="654760"/>
            <a:chOff x="5175774" y="4941816"/>
            <a:chExt cx="3542251" cy="724057"/>
          </a:xfrm>
        </p:grpSpPr>
        <p:sp>
          <p:nvSpPr>
            <p:cNvPr id="66" name="文本框 44"/>
            <p:cNvSpPr txBox="1">
              <a:spLocks noChangeArrowheads="1"/>
            </p:cNvSpPr>
            <p:nvPr/>
          </p:nvSpPr>
          <p:spPr bwMode="auto">
            <a:xfrm>
              <a:off x="5175774" y="5357872"/>
              <a:ext cx="3542251" cy="30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宋体" panose="02010600030101010101" pitchFamily="2" charset="-122"/>
                  <a:ea typeface="ＭＳ Ｐゴシック" panose="020B0600070205080204" pitchFamily="50" charset="-128"/>
                </a:defRPr>
              </a:lvl1pPr>
              <a:lvl2pPr marL="742950" indent="-285750">
                <a:defRPr kumimoji="1" sz="3600">
                  <a:solidFill>
                    <a:schemeClr val="tx1"/>
                  </a:solidFill>
                  <a:latin typeface="宋体" panose="02010600030101010101" pitchFamily="2" charset="-122"/>
                  <a:ea typeface="ＭＳ Ｐゴシック" panose="020B0600070205080204" pitchFamily="50" charset="-128"/>
                </a:defRPr>
              </a:lvl2pPr>
              <a:lvl3pPr marL="1143000" indent="-228600">
                <a:defRPr kumimoji="1" sz="3600">
                  <a:solidFill>
                    <a:schemeClr val="tx1"/>
                  </a:solidFill>
                  <a:latin typeface="宋体" panose="02010600030101010101" pitchFamily="2" charset="-122"/>
                  <a:ea typeface="ＭＳ Ｐゴシック" panose="020B0600070205080204" pitchFamily="50" charset="-128"/>
                </a:defRPr>
              </a:lvl3pPr>
              <a:lvl4pPr marL="1600200" indent="-228600">
                <a:defRPr kumimoji="1" sz="3600">
                  <a:solidFill>
                    <a:schemeClr val="tx1"/>
                  </a:solidFill>
                  <a:latin typeface="宋体" panose="02010600030101010101" pitchFamily="2" charset="-122"/>
                  <a:ea typeface="ＭＳ Ｐゴシック" panose="020B0600070205080204" pitchFamily="50" charset="-128"/>
                </a:defRPr>
              </a:lvl4pPr>
              <a:lvl5pPr marL="2057400" indent="-228600">
                <a:defRPr kumimoji="1" sz="3600">
                  <a:solidFill>
                    <a:schemeClr val="tx1"/>
                  </a:solidFill>
                  <a:latin typeface="宋体" panose="02010600030101010101" pitchFamily="2" charset="-122"/>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lang="zh-CN" altLang="en-US" sz="1400" kern="0" dirty="0" smtClean="0">
                  <a:latin typeface="Microsoft YaHei" panose="020B0503020204020204" pitchFamily="34" charset="-122"/>
                  <a:ea typeface="Microsoft YaHei" panose="020B0503020204020204" pitchFamily="34" charset="-122"/>
                </a:rPr>
                <a:t>修正内容：障害调查，</a:t>
              </a:r>
              <a:r>
                <a:rPr lang="en-US" altLang="zh-CN" sz="1400" kern="0" dirty="0" smtClean="0">
                  <a:latin typeface="Microsoft YaHei" panose="020B0503020204020204" pitchFamily="34" charset="-122"/>
                  <a:ea typeface="Microsoft YaHei" panose="020B0503020204020204" pitchFamily="34" charset="-122"/>
                </a:rPr>
                <a:t>MK</a:t>
              </a:r>
              <a:r>
                <a:rPr lang="zh-CN" altLang="en-US" sz="1400" kern="0" dirty="0" smtClean="0">
                  <a:latin typeface="Microsoft YaHei" panose="020B0503020204020204" pitchFamily="34" charset="-122"/>
                  <a:ea typeface="Microsoft YaHei" panose="020B0503020204020204" pitchFamily="34" charset="-122"/>
                </a:rPr>
                <a:t>，适用</a:t>
              </a:r>
              <a:endParaRPr kumimoji="1" lang="ja-JP" altLang="en-US"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endParaRPr>
            </a:p>
          </p:txBody>
        </p:sp>
        <p:sp>
          <p:nvSpPr>
            <p:cNvPr id="67" name="文本框 45"/>
            <p:cNvSpPr txBox="1">
              <a:spLocks noChangeArrowheads="1"/>
            </p:cNvSpPr>
            <p:nvPr/>
          </p:nvSpPr>
          <p:spPr bwMode="auto">
            <a:xfrm>
              <a:off x="5301104" y="4941816"/>
              <a:ext cx="1625285" cy="40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宋体" panose="02010600030101010101" pitchFamily="2" charset="-122"/>
                  <a:ea typeface="ＭＳ Ｐゴシック" panose="020B0600070205080204" pitchFamily="50" charset="-128"/>
                </a:defRPr>
              </a:lvl1pPr>
              <a:lvl2pPr marL="742950" indent="-285750">
                <a:defRPr kumimoji="1" sz="3600">
                  <a:solidFill>
                    <a:schemeClr val="tx1"/>
                  </a:solidFill>
                  <a:latin typeface="宋体" panose="02010600030101010101" pitchFamily="2" charset="-122"/>
                  <a:ea typeface="ＭＳ Ｐゴシック" panose="020B0600070205080204" pitchFamily="50" charset="-128"/>
                </a:defRPr>
              </a:lvl2pPr>
              <a:lvl3pPr marL="1143000" indent="-228600">
                <a:defRPr kumimoji="1" sz="3600">
                  <a:solidFill>
                    <a:schemeClr val="tx1"/>
                  </a:solidFill>
                  <a:latin typeface="宋体" panose="02010600030101010101" pitchFamily="2" charset="-122"/>
                  <a:ea typeface="ＭＳ Ｐゴシック" panose="020B0600070205080204" pitchFamily="50" charset="-128"/>
                </a:defRPr>
              </a:lvl3pPr>
              <a:lvl4pPr marL="1600200" indent="-228600">
                <a:defRPr kumimoji="1" sz="3600">
                  <a:solidFill>
                    <a:schemeClr val="tx1"/>
                  </a:solidFill>
                  <a:latin typeface="宋体" panose="02010600030101010101" pitchFamily="2" charset="-122"/>
                  <a:ea typeface="ＭＳ Ｐゴシック" panose="020B0600070205080204" pitchFamily="50" charset="-128"/>
                </a:defRPr>
              </a:lvl4pPr>
              <a:lvl5pPr marL="2057400" indent="-228600">
                <a:defRPr kumimoji="1" sz="3600">
                  <a:solidFill>
                    <a:schemeClr val="tx1"/>
                  </a:solidFill>
                  <a:latin typeface="宋体" panose="02010600030101010101" pitchFamily="2" charset="-122"/>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dirty="0" smtClean="0">
                  <a:ln>
                    <a:noFill/>
                  </a:ln>
                  <a:solidFill>
                    <a:srgbClr val="3DB39E"/>
                  </a:solidFill>
                  <a:effectLst/>
                  <a:uLnTx/>
                  <a:uFillTx/>
                  <a:latin typeface="Microsoft YaHei" panose="020B0503020204020204" pitchFamily="34" charset="-122"/>
                  <a:ea typeface="Microsoft YaHei" panose="020B0503020204020204" pitchFamily="34" charset="-122"/>
                </a:rPr>
                <a:t>1</a:t>
              </a:r>
              <a:r>
                <a:rPr kumimoji="1" lang="zh-CN" altLang="en-US" sz="2000" b="1" i="0" u="none" strike="noStrike" kern="0" cap="none" spc="0" normalizeH="0" baseline="0" noProof="0" dirty="0" smtClean="0">
                  <a:ln>
                    <a:noFill/>
                  </a:ln>
                  <a:solidFill>
                    <a:srgbClr val="3DB39E"/>
                  </a:solidFill>
                  <a:effectLst/>
                  <a:uLnTx/>
                  <a:uFillTx/>
                  <a:latin typeface="Microsoft YaHei" panose="020B0503020204020204" pitchFamily="34" charset="-122"/>
                  <a:ea typeface="Microsoft YaHei" panose="020B0503020204020204" pitchFamily="34" charset="-122"/>
                </a:rPr>
                <a:t>件新规修正</a:t>
              </a:r>
            </a:p>
          </p:txBody>
        </p:sp>
        <p:cxnSp>
          <p:nvCxnSpPr>
            <p:cNvPr id="68" name="直接连接符 121"/>
            <p:cNvCxnSpPr>
              <a:cxnSpLocks/>
            </p:cNvCxnSpPr>
            <p:nvPr/>
          </p:nvCxnSpPr>
          <p:spPr>
            <a:xfrm>
              <a:off x="5291627" y="5006917"/>
              <a:ext cx="0" cy="371556"/>
            </a:xfrm>
            <a:prstGeom prst="line">
              <a:avLst/>
            </a:prstGeom>
            <a:noFill/>
            <a:ln w="38100" cap="flat" cmpd="sng" algn="ctr">
              <a:solidFill>
                <a:srgbClr val="3DB39E"/>
              </a:solidFill>
              <a:prstDash val="solid"/>
            </a:ln>
            <a:effectLst/>
          </p:spPr>
        </p:cxnSp>
      </p:grpSp>
      <p:grpSp>
        <p:nvGrpSpPr>
          <p:cNvPr id="69" name="组合 43"/>
          <p:cNvGrpSpPr>
            <a:grpSpLocks/>
          </p:cNvGrpSpPr>
          <p:nvPr/>
        </p:nvGrpSpPr>
        <p:grpSpPr bwMode="auto">
          <a:xfrm>
            <a:off x="5967747" y="5609420"/>
            <a:ext cx="2666753" cy="663650"/>
            <a:chOff x="5175774" y="4884172"/>
            <a:chExt cx="3542991" cy="781700"/>
          </a:xfrm>
        </p:grpSpPr>
        <p:sp>
          <p:nvSpPr>
            <p:cNvPr id="70" name="文本框 44"/>
            <p:cNvSpPr txBox="1">
              <a:spLocks noChangeArrowheads="1"/>
            </p:cNvSpPr>
            <p:nvPr/>
          </p:nvSpPr>
          <p:spPr bwMode="auto">
            <a:xfrm>
              <a:off x="5175774" y="5357830"/>
              <a:ext cx="3542991" cy="308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宋体" panose="02010600030101010101" pitchFamily="2" charset="-122"/>
                  <a:ea typeface="ＭＳ Ｐゴシック" panose="020B0600070205080204" pitchFamily="50" charset="-128"/>
                </a:defRPr>
              </a:lvl1pPr>
              <a:lvl2pPr marL="742950" indent="-285750">
                <a:defRPr kumimoji="1" sz="3600">
                  <a:solidFill>
                    <a:schemeClr val="tx1"/>
                  </a:solidFill>
                  <a:latin typeface="宋体" panose="02010600030101010101" pitchFamily="2" charset="-122"/>
                  <a:ea typeface="ＭＳ Ｐゴシック" panose="020B0600070205080204" pitchFamily="50" charset="-128"/>
                </a:defRPr>
              </a:lvl2pPr>
              <a:lvl3pPr marL="1143000" indent="-228600">
                <a:defRPr kumimoji="1" sz="3600">
                  <a:solidFill>
                    <a:schemeClr val="tx1"/>
                  </a:solidFill>
                  <a:latin typeface="宋体" panose="02010600030101010101" pitchFamily="2" charset="-122"/>
                  <a:ea typeface="ＭＳ Ｐゴシック" panose="020B0600070205080204" pitchFamily="50" charset="-128"/>
                </a:defRPr>
              </a:lvl3pPr>
              <a:lvl4pPr marL="1600200" indent="-228600">
                <a:defRPr kumimoji="1" sz="3600">
                  <a:solidFill>
                    <a:schemeClr val="tx1"/>
                  </a:solidFill>
                  <a:latin typeface="宋体" panose="02010600030101010101" pitchFamily="2" charset="-122"/>
                  <a:ea typeface="ＭＳ Ｐゴシック" panose="020B0600070205080204" pitchFamily="50" charset="-128"/>
                </a:defRPr>
              </a:lvl4pPr>
              <a:lvl5pPr marL="2057400" indent="-228600">
                <a:defRPr kumimoji="1" sz="3600">
                  <a:solidFill>
                    <a:schemeClr val="tx1"/>
                  </a:solidFill>
                  <a:latin typeface="宋体" panose="02010600030101010101" pitchFamily="2" charset="-122"/>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zh-CN"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rPr>
                <a:t>Cluster</a:t>
              </a:r>
              <a:r>
                <a:rPr kumimoji="1" lang="zh-CN" altLang="en-US"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rPr>
                <a:t>环境及</a:t>
              </a:r>
              <a:r>
                <a:rPr kumimoji="1" lang="en-US" altLang="zh-CN"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rPr>
                <a:t>office</a:t>
              </a:r>
              <a:r>
                <a:rPr kumimoji="1" lang="zh-CN" altLang="en-US"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rPr>
                <a:t>环境等</a:t>
              </a:r>
              <a:endParaRPr kumimoji="1" lang="ja-JP" altLang="en-US" sz="1400" b="0" i="0" u="none" strike="noStrike" kern="0" cap="none" spc="0" normalizeH="0" baseline="0" noProof="0" dirty="0" smtClean="0">
                <a:ln>
                  <a:noFill/>
                </a:ln>
                <a:effectLst/>
                <a:uLnTx/>
                <a:uFillTx/>
                <a:latin typeface="Microsoft YaHei" panose="020B0503020204020204" pitchFamily="34" charset="-122"/>
                <a:ea typeface="Microsoft YaHei" panose="020B0503020204020204" pitchFamily="34" charset="-122"/>
              </a:endParaRPr>
            </a:p>
          </p:txBody>
        </p:sp>
        <p:sp>
          <p:nvSpPr>
            <p:cNvPr id="71" name="文本框 45"/>
            <p:cNvSpPr txBox="1">
              <a:spLocks noChangeArrowheads="1"/>
            </p:cNvSpPr>
            <p:nvPr/>
          </p:nvSpPr>
          <p:spPr bwMode="auto">
            <a:xfrm>
              <a:off x="5422652" y="4884172"/>
              <a:ext cx="2553681" cy="40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宋体" panose="02010600030101010101" pitchFamily="2" charset="-122"/>
                  <a:ea typeface="ＭＳ Ｐゴシック" panose="020B0600070205080204" pitchFamily="50" charset="-128"/>
                </a:defRPr>
              </a:lvl1pPr>
              <a:lvl2pPr marL="742950" indent="-285750">
                <a:defRPr kumimoji="1" sz="3600">
                  <a:solidFill>
                    <a:schemeClr val="tx1"/>
                  </a:solidFill>
                  <a:latin typeface="宋体" panose="02010600030101010101" pitchFamily="2" charset="-122"/>
                  <a:ea typeface="ＭＳ Ｐゴシック" panose="020B0600070205080204" pitchFamily="50" charset="-128"/>
                </a:defRPr>
              </a:lvl2pPr>
              <a:lvl3pPr marL="1143000" indent="-228600">
                <a:defRPr kumimoji="1" sz="3600">
                  <a:solidFill>
                    <a:schemeClr val="tx1"/>
                  </a:solidFill>
                  <a:latin typeface="宋体" panose="02010600030101010101" pitchFamily="2" charset="-122"/>
                  <a:ea typeface="ＭＳ Ｐゴシック" panose="020B0600070205080204" pitchFamily="50" charset="-128"/>
                </a:defRPr>
              </a:lvl3pPr>
              <a:lvl4pPr marL="1600200" indent="-228600">
                <a:defRPr kumimoji="1" sz="3600">
                  <a:solidFill>
                    <a:schemeClr val="tx1"/>
                  </a:solidFill>
                  <a:latin typeface="宋体" panose="02010600030101010101" pitchFamily="2" charset="-122"/>
                  <a:ea typeface="ＭＳ Ｐゴシック" panose="020B0600070205080204" pitchFamily="50" charset="-128"/>
                </a:defRPr>
              </a:lvl4pPr>
              <a:lvl5pPr marL="2057400" indent="-228600">
                <a:defRPr kumimoji="1" sz="3600">
                  <a:solidFill>
                    <a:schemeClr val="tx1"/>
                  </a:solidFill>
                  <a:latin typeface="宋体" panose="02010600030101010101" pitchFamily="2" charset="-122"/>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宋体" panose="02010600030101010101" pitchFamily="2" charset="-122"/>
                  <a:ea typeface="ＭＳ Ｐゴシック" panose="020B0600070205080204" pitchFamily="50"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dirty="0" smtClean="0">
                  <a:ln>
                    <a:noFill/>
                  </a:ln>
                  <a:solidFill>
                    <a:srgbClr val="3DB39E"/>
                  </a:solidFill>
                  <a:effectLst/>
                  <a:uLnTx/>
                  <a:uFillTx/>
                  <a:latin typeface="Microsoft YaHei" panose="020B0503020204020204" pitchFamily="34" charset="-122"/>
                  <a:ea typeface="Microsoft YaHei" panose="020B0503020204020204" pitchFamily="34" charset="-122"/>
                </a:rPr>
                <a:t>10</a:t>
              </a:r>
              <a:r>
                <a:rPr kumimoji="1" lang="zh-CN" altLang="en-US" sz="2000" b="1" i="0" u="none" strike="noStrike" kern="0" cap="none" spc="0" normalizeH="0" baseline="0" noProof="0" dirty="0" smtClean="0">
                  <a:ln>
                    <a:noFill/>
                  </a:ln>
                  <a:solidFill>
                    <a:srgbClr val="3DB39E"/>
                  </a:solidFill>
                  <a:effectLst/>
                  <a:uLnTx/>
                  <a:uFillTx/>
                  <a:latin typeface="Microsoft YaHei" panose="020B0503020204020204" pitchFamily="34" charset="-122"/>
                  <a:ea typeface="Microsoft YaHei" panose="020B0503020204020204" pitchFamily="34" charset="-122"/>
                </a:rPr>
                <a:t>份手顺及心得编写</a:t>
              </a:r>
            </a:p>
          </p:txBody>
        </p:sp>
        <p:cxnSp>
          <p:nvCxnSpPr>
            <p:cNvPr id="72" name="直接连接符 125"/>
            <p:cNvCxnSpPr>
              <a:cxnSpLocks/>
            </p:cNvCxnSpPr>
            <p:nvPr/>
          </p:nvCxnSpPr>
          <p:spPr>
            <a:xfrm>
              <a:off x="5291651" y="5006917"/>
              <a:ext cx="0" cy="371556"/>
            </a:xfrm>
            <a:prstGeom prst="line">
              <a:avLst/>
            </a:prstGeom>
            <a:noFill/>
            <a:ln w="38100" cap="flat" cmpd="sng" algn="ctr">
              <a:solidFill>
                <a:srgbClr val="3DB39E"/>
              </a:solidFill>
              <a:prstDash val="solid"/>
            </a:ln>
            <a:effectLst/>
          </p:spPr>
        </p:cxnSp>
      </p:grpSp>
      <p:pic>
        <p:nvPicPr>
          <p:cNvPr id="73" name="图片 26"/>
          <p:cNvPicPr>
            <a:picLocks noChangeAspect="1"/>
          </p:cNvPicPr>
          <p:nvPr/>
        </p:nvPicPr>
        <p:blipFill>
          <a:blip r:embed="rId7"/>
          <a:stretch>
            <a:fillRect/>
          </a:stretch>
        </p:blipFill>
        <p:spPr>
          <a:xfrm>
            <a:off x="350572" y="1085967"/>
            <a:ext cx="8283927" cy="2299532"/>
          </a:xfrm>
          <a:prstGeom prst="rect">
            <a:avLst/>
          </a:prstGeom>
        </p:spPr>
      </p:pic>
      <p:sp>
        <p:nvSpPr>
          <p:cNvPr id="2" name="正方形/長方形 1"/>
          <p:cNvSpPr/>
          <p:nvPr/>
        </p:nvSpPr>
        <p:spPr>
          <a:xfrm>
            <a:off x="6152470" y="327753"/>
            <a:ext cx="840295" cy="707886"/>
          </a:xfrm>
          <a:prstGeom prst="rect">
            <a:avLst/>
          </a:prstGeom>
        </p:spPr>
        <p:txBody>
          <a:bodyPr wrap="none">
            <a:spAutoFit/>
          </a:bodyPr>
          <a:lstStyle/>
          <a:p>
            <a:r>
              <a:rPr lang="en-US" altLang="ja-JP" sz="4000" b="1" dirty="0">
                <a:solidFill>
                  <a:schemeClr val="bg1">
                    <a:lumMod val="50000"/>
                  </a:schemeClr>
                </a:solidFill>
              </a:rPr>
              <a:t>N5</a:t>
            </a:r>
            <a:endParaRPr lang="ja-JP" altLang="en-US" sz="4000" b="1" dirty="0">
              <a:solidFill>
                <a:schemeClr val="bg1">
                  <a:lumMod val="50000"/>
                </a:schemeClr>
              </a:solidFill>
            </a:endParaRPr>
          </a:p>
        </p:txBody>
      </p:sp>
      <p:pic>
        <p:nvPicPr>
          <p:cNvPr id="77" name="图片 27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98813" y="149534"/>
            <a:ext cx="1195570" cy="1052011"/>
          </a:xfrm>
          <a:prstGeom prst="rect">
            <a:avLst/>
          </a:prstGeom>
        </p:spPr>
      </p:pic>
    </p:spTree>
    <p:extLst>
      <p:ext uri="{BB962C8B-B14F-4D97-AF65-F5344CB8AC3E}">
        <p14:creationId xmlns:p14="http://schemas.microsoft.com/office/powerpoint/2010/main" val="199147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arn(inVertical)">
                                      <p:cBhvr>
                                        <p:cTn id="16" dur="500"/>
                                        <p:tgtEl>
                                          <p:spTgt spid="19"/>
                                        </p:tgtEl>
                                      </p:cBhvr>
                                    </p:animEffect>
                                  </p:childTnLst>
                                </p:cTn>
                              </p:par>
                              <p:par>
                                <p:cTn id="17" presetID="42"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1000"/>
                                        <p:tgtEl>
                                          <p:spTgt spid="28"/>
                                        </p:tgtEl>
                                      </p:cBhvr>
                                    </p:animEffect>
                                    <p:anim calcmode="lin" valueType="num">
                                      <p:cBhvr>
                                        <p:cTn id="20" dur="1000" fill="hold"/>
                                        <p:tgtEl>
                                          <p:spTgt spid="28"/>
                                        </p:tgtEl>
                                        <p:attrNameLst>
                                          <p:attrName>ppt_x</p:attrName>
                                        </p:attrNameLst>
                                      </p:cBhvr>
                                      <p:tavLst>
                                        <p:tav tm="0">
                                          <p:val>
                                            <p:strVal val="#ppt_x"/>
                                          </p:val>
                                        </p:tav>
                                        <p:tav tm="100000">
                                          <p:val>
                                            <p:strVal val="#ppt_x"/>
                                          </p:val>
                                        </p:tav>
                                      </p:tavLst>
                                    </p:anim>
                                    <p:anim calcmode="lin" valueType="num">
                                      <p:cBhvr>
                                        <p:cTn id="21"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nodePh="1">
                                  <p:stCondLst>
                                    <p:cond delay="0"/>
                                  </p:stCondLst>
                                  <p:endCondLst>
                                    <p:cond evt="begin" delay="0">
                                      <p:tn val="24"/>
                                    </p:cond>
                                  </p:endCondLst>
                                  <p:childTnLst>
                                    <p:set>
                                      <p:cBhvr>
                                        <p:cTn id="25" dur="1" fill="hold">
                                          <p:stCondLst>
                                            <p:cond delay="0"/>
                                          </p:stCondLst>
                                        </p:cTn>
                                        <p:tgtEl>
                                          <p:spTgt spid="52"/>
                                        </p:tgtEl>
                                        <p:attrNameLst>
                                          <p:attrName>style.visibility</p:attrName>
                                        </p:attrNameLst>
                                      </p:cBhvr>
                                      <p:to>
                                        <p:strVal val="visible"/>
                                      </p:to>
                                    </p:set>
                                    <p:animEffect transition="in" filter="fade">
                                      <p:cBhvr>
                                        <p:cTn id="26" dur="1000"/>
                                        <p:tgtEl>
                                          <p:spTgt spid="5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00"/>
                                        <p:tgtEl>
                                          <p:spTgt spid="29"/>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wipe(left)">
                                      <p:cBhvr>
                                        <p:cTn id="35" dur="500"/>
                                        <p:tgtEl>
                                          <p:spTgt spid="30"/>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wipe(down)">
                                      <p:cBhvr>
                                        <p:cTn id="38" dur="500"/>
                                        <p:tgtEl>
                                          <p:spTgt spid="43"/>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wipe(down)">
                                      <p:cBhvr>
                                        <p:cTn id="41" dur="500"/>
                                        <p:tgtEl>
                                          <p:spTgt spid="46"/>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49"/>
                                        </p:tgtEl>
                                        <p:attrNameLst>
                                          <p:attrName>style.visibility</p:attrName>
                                        </p:attrNameLst>
                                      </p:cBhvr>
                                      <p:to>
                                        <p:strVal val="visible"/>
                                      </p:to>
                                    </p:set>
                                    <p:animEffect transition="in" filter="wipe(down)">
                                      <p:cBhvr>
                                        <p:cTn id="44" dur="500"/>
                                        <p:tgtEl>
                                          <p:spTgt spid="49"/>
                                        </p:tgtEl>
                                      </p:cBhvr>
                                    </p:animEffect>
                                  </p:childTnLst>
                                </p:cTn>
                              </p:par>
                              <p:par>
                                <p:cTn id="45" presetID="22" presetClass="entr" presetSubtype="4" fill="hold" nodeType="with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wipe(down)">
                                      <p:cBhvr>
                                        <p:cTn id="47" dur="500"/>
                                        <p:tgtEl>
                                          <p:spTgt spid="44"/>
                                        </p:tgtEl>
                                      </p:cBhvr>
                                    </p:animEffect>
                                  </p:childTnLst>
                                </p:cTn>
                              </p:par>
                              <p:par>
                                <p:cTn id="48" presetID="22" presetClass="entr" presetSubtype="4" fill="hold" nodeType="with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wipe(down)">
                                      <p:cBhvr>
                                        <p:cTn id="50" dur="500"/>
                                        <p:tgtEl>
                                          <p:spTgt spid="47"/>
                                        </p:tgtEl>
                                      </p:cBhvr>
                                    </p:animEffect>
                                  </p:childTnLst>
                                </p:cTn>
                              </p:par>
                              <p:par>
                                <p:cTn id="51" presetID="22" presetClass="entr" presetSubtype="4" fill="hold" nodeType="with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wipe(down)">
                                      <p:cBhvr>
                                        <p:cTn id="53" dur="500"/>
                                        <p:tgtEl>
                                          <p:spTgt spid="5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fade">
                                      <p:cBhvr>
                                        <p:cTn id="56" dur="500"/>
                                        <p:tgtEl>
                                          <p:spTgt spid="45"/>
                                        </p:tgtEl>
                                      </p:cBhvr>
                                    </p:animEffect>
                                  </p:childTnLst>
                                </p:cTn>
                              </p:par>
                            </p:childTnLst>
                          </p:cTn>
                        </p:par>
                        <p:par>
                          <p:cTn id="57" fill="hold">
                            <p:stCondLst>
                              <p:cond delay="1000"/>
                            </p:stCondLst>
                            <p:childTnLst>
                              <p:par>
                                <p:cTn id="58" presetID="10" presetClass="entr" presetSubtype="0" fill="hold" grpId="0" nodeType="afterEffect">
                                  <p:stCondLst>
                                    <p:cond delay="0"/>
                                  </p:stCondLst>
                                  <p:childTnLst>
                                    <p:set>
                                      <p:cBhvr>
                                        <p:cTn id="59" dur="1" fill="hold">
                                          <p:stCondLst>
                                            <p:cond delay="0"/>
                                          </p:stCondLst>
                                        </p:cTn>
                                        <p:tgtEl>
                                          <p:spTgt spid="53"/>
                                        </p:tgtEl>
                                        <p:attrNameLst>
                                          <p:attrName>style.visibility</p:attrName>
                                        </p:attrNameLst>
                                      </p:cBhvr>
                                      <p:to>
                                        <p:strVal val="visible"/>
                                      </p:to>
                                    </p:set>
                                    <p:animEffect transition="in" filter="fade">
                                      <p:cBhvr>
                                        <p:cTn id="60" dur="500"/>
                                        <p:tgtEl>
                                          <p:spTgt spid="5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8"/>
                                        </p:tgtEl>
                                        <p:attrNameLst>
                                          <p:attrName>style.visibility</p:attrName>
                                        </p:attrNameLst>
                                      </p:cBhvr>
                                      <p:to>
                                        <p:strVal val="visible"/>
                                      </p:to>
                                    </p:set>
                                    <p:animEffect transition="in" filter="fade">
                                      <p:cBhvr>
                                        <p:cTn id="63" dur="500"/>
                                        <p:tgtEl>
                                          <p:spTgt spid="48"/>
                                        </p:tgtEl>
                                      </p:cBhvr>
                                    </p:animEffect>
                                  </p:childTnLst>
                                </p:cTn>
                              </p:par>
                            </p:childTnLst>
                          </p:cTn>
                        </p:par>
                        <p:par>
                          <p:cTn id="64" fill="hold">
                            <p:stCondLst>
                              <p:cond delay="1500"/>
                            </p:stCondLst>
                            <p:childTnLst>
                              <p:par>
                                <p:cTn id="65" presetID="10" presetClass="entr" presetSubtype="0" fill="hold" grpId="0" nodeType="afterEffect">
                                  <p:stCondLst>
                                    <p:cond delay="0"/>
                                  </p:stCondLst>
                                  <p:childTnLst>
                                    <p:set>
                                      <p:cBhvr>
                                        <p:cTn id="66" dur="1" fill="hold">
                                          <p:stCondLst>
                                            <p:cond delay="0"/>
                                          </p:stCondLst>
                                        </p:cTn>
                                        <p:tgtEl>
                                          <p:spTgt spid="54"/>
                                        </p:tgtEl>
                                        <p:attrNameLst>
                                          <p:attrName>style.visibility</p:attrName>
                                        </p:attrNameLst>
                                      </p:cBhvr>
                                      <p:to>
                                        <p:strVal val="visible"/>
                                      </p:to>
                                    </p:set>
                                    <p:animEffect transition="in" filter="fade">
                                      <p:cBhvr>
                                        <p:cTn id="67" dur="500"/>
                                        <p:tgtEl>
                                          <p:spTgt spid="5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1"/>
                                        </p:tgtEl>
                                        <p:attrNameLst>
                                          <p:attrName>style.visibility</p:attrName>
                                        </p:attrNameLst>
                                      </p:cBhvr>
                                      <p:to>
                                        <p:strVal val="visible"/>
                                      </p:to>
                                    </p:set>
                                    <p:animEffect transition="in" filter="fade">
                                      <p:cBhvr>
                                        <p:cTn id="70" dur="500"/>
                                        <p:tgtEl>
                                          <p:spTgt spid="51"/>
                                        </p:tgtEl>
                                      </p:cBhvr>
                                    </p:animEffect>
                                  </p:childTnLst>
                                </p:cTn>
                              </p:par>
                            </p:childTnLst>
                          </p:cTn>
                        </p:par>
                        <p:par>
                          <p:cTn id="71" fill="hold">
                            <p:stCondLst>
                              <p:cond delay="2000"/>
                            </p:stCondLst>
                            <p:childTnLst>
                              <p:par>
                                <p:cTn id="72" presetID="10" presetClass="entr" presetSubtype="0" fill="hold" grpId="0" nodeType="afterEffect">
                                  <p:stCondLst>
                                    <p:cond delay="0"/>
                                  </p:stCondLst>
                                  <p:childTnLst>
                                    <p:set>
                                      <p:cBhvr>
                                        <p:cTn id="73" dur="1" fill="hold">
                                          <p:stCondLst>
                                            <p:cond delay="0"/>
                                          </p:stCondLst>
                                        </p:cTn>
                                        <p:tgtEl>
                                          <p:spTgt spid="55"/>
                                        </p:tgtEl>
                                        <p:attrNameLst>
                                          <p:attrName>style.visibility</p:attrName>
                                        </p:attrNameLst>
                                      </p:cBhvr>
                                      <p:to>
                                        <p:strVal val="visible"/>
                                      </p:to>
                                    </p:set>
                                    <p:animEffect transition="in" filter="fade">
                                      <p:cBhvr>
                                        <p:cTn id="74" dur="500"/>
                                        <p:tgtEl>
                                          <p:spTgt spid="55"/>
                                        </p:tgtEl>
                                      </p:cBhvr>
                                    </p:animEffect>
                                  </p:childTnLst>
                                </p:cTn>
                              </p:par>
                            </p:childTnLst>
                          </p:cTn>
                        </p:par>
                        <p:par>
                          <p:cTn id="75" fill="hold">
                            <p:stCondLst>
                              <p:cond delay="2500"/>
                            </p:stCondLst>
                            <p:childTnLst>
                              <p:par>
                                <p:cTn id="76" presetID="22" presetClass="entr" presetSubtype="1" fill="hold" nodeType="afterEffect">
                                  <p:stCondLst>
                                    <p:cond delay="0"/>
                                  </p:stCondLst>
                                  <p:childTnLst>
                                    <p:set>
                                      <p:cBhvr>
                                        <p:cTn id="77" dur="1" fill="hold">
                                          <p:stCondLst>
                                            <p:cond delay="0"/>
                                          </p:stCondLst>
                                        </p:cTn>
                                        <p:tgtEl>
                                          <p:spTgt spid="56"/>
                                        </p:tgtEl>
                                        <p:attrNameLst>
                                          <p:attrName>style.visibility</p:attrName>
                                        </p:attrNameLst>
                                      </p:cBhvr>
                                      <p:to>
                                        <p:strVal val="visible"/>
                                      </p:to>
                                    </p:set>
                                    <p:animEffect transition="in" filter="wipe(up)">
                                      <p:cBhvr>
                                        <p:cTn id="78"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8" grpId="0">
        <p:bldAsOne/>
      </p:bldGraphic>
      <p:bldP spid="29" grpId="0" animBg="1"/>
      <p:bldP spid="43" grpId="0" bldLvl="0" animBg="1"/>
      <p:bldP spid="45" grpId="0" autoUpdateAnimBg="0"/>
      <p:bldP spid="46" grpId="0" bldLvl="0" animBg="1"/>
      <p:bldP spid="48" grpId="0" autoUpdateAnimBg="0"/>
      <p:bldP spid="49" grpId="0" bldLvl="0" animBg="1"/>
      <p:bldP spid="51" grpId="0" autoUpdateAnimBg="0"/>
      <p:bldP spid="52" grpId="0"/>
      <p:bldP spid="53" grpId="0"/>
      <p:bldP spid="54" grpId="0"/>
      <p:bldP spid="5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81BB7609-8E8F-4B57-9227-14DAD6151A60}" type="slidenum">
              <a:rPr lang="de-DE" altLang="ja-JP" smtClean="0">
                <a:solidFill>
                  <a:srgbClr val="000000"/>
                </a:solidFill>
              </a:rPr>
              <a:pPr/>
              <a:t>11</a:t>
            </a:fld>
            <a:endParaRPr lang="de-DE" altLang="ja-JP">
              <a:solidFill>
                <a:srgbClr val="000000"/>
              </a:solidFill>
            </a:endParaRPr>
          </a:p>
        </p:txBody>
      </p:sp>
      <p:sp>
        <p:nvSpPr>
          <p:cNvPr id="5" name="页脚占位符 4"/>
          <p:cNvSpPr>
            <a:spLocks noGrp="1"/>
          </p:cNvSpPr>
          <p:nvPr>
            <p:ph type="ftr" sz="quarter" idx="11"/>
          </p:nvPr>
        </p:nvSpPr>
        <p:spPr/>
        <p:txBody>
          <a:bodyPr/>
          <a:lstStyle/>
          <a:p>
            <a:r>
              <a:rPr lang="de-DE" altLang="ja-JP" dirty="0" smtClean="0">
                <a:solidFill>
                  <a:srgbClr val="000000"/>
                </a:solidFill>
              </a:rPr>
              <a:t>Copyright 2018 FUJITSU LIMITED</a:t>
            </a:r>
            <a:endParaRPr lang="de-DE" altLang="ja-JP" dirty="0">
              <a:solidFill>
                <a:srgbClr val="000000"/>
              </a:solidFill>
            </a:endParaRPr>
          </a:p>
        </p:txBody>
      </p:sp>
      <p:grpSp>
        <p:nvGrpSpPr>
          <p:cNvPr id="6" name="组合 5"/>
          <p:cNvGrpSpPr/>
          <p:nvPr/>
        </p:nvGrpSpPr>
        <p:grpSpPr>
          <a:xfrm>
            <a:off x="127611" y="157669"/>
            <a:ext cx="4319423" cy="852875"/>
            <a:chOff x="3129129" y="1121776"/>
            <a:chExt cx="5933741" cy="1171624"/>
          </a:xfrm>
        </p:grpSpPr>
        <p:sp>
          <p:nvSpPr>
            <p:cNvPr id="7" name="圆角矩形 6"/>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sp>
          <p:nvSpPr>
            <p:cNvPr id="8" name="圆角矩形 7"/>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grpSp>
      <p:grpSp>
        <p:nvGrpSpPr>
          <p:cNvPr id="9" name="组合 8"/>
          <p:cNvGrpSpPr/>
          <p:nvPr/>
        </p:nvGrpSpPr>
        <p:grpSpPr>
          <a:xfrm>
            <a:off x="78119" y="73199"/>
            <a:ext cx="1169945" cy="1379589"/>
            <a:chOff x="3150395" y="933507"/>
            <a:chExt cx="1559927" cy="1839452"/>
          </a:xfrm>
        </p:grpSpPr>
        <p:grpSp>
          <p:nvGrpSpPr>
            <p:cNvPr id="10" name="组合 9"/>
            <p:cNvGrpSpPr/>
            <p:nvPr/>
          </p:nvGrpSpPr>
          <p:grpSpPr>
            <a:xfrm>
              <a:off x="3150395" y="933507"/>
              <a:ext cx="1559927" cy="1839452"/>
              <a:chOff x="3222820" y="1148080"/>
              <a:chExt cx="1484216" cy="1750177"/>
            </a:xfrm>
          </p:grpSpPr>
          <p:grpSp>
            <p:nvGrpSpPr>
              <p:cNvPr id="14" name="组合 13"/>
              <p:cNvGrpSpPr/>
              <p:nvPr/>
            </p:nvGrpSpPr>
            <p:grpSpPr>
              <a:xfrm>
                <a:off x="3420363" y="1295115"/>
                <a:ext cx="1286673" cy="1603142"/>
                <a:chOff x="7380501" y="2927402"/>
                <a:chExt cx="2311887" cy="2880512"/>
              </a:xfrm>
            </p:grpSpPr>
            <p:sp>
              <p:nvSpPr>
                <p:cNvPr id="16"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 fmla="*/ 13249 w 1687745"/>
                    <a:gd name="connsiteY0" fmla="*/ 1035368 h 2070736"/>
                    <a:gd name="connsiteX1" fmla="*/ 850497 w 1687745"/>
                    <a:gd name="connsiteY1" fmla="*/ 0 h 2070736"/>
                    <a:gd name="connsiteX2" fmla="*/ 1687745 w 1687745"/>
                    <a:gd name="connsiteY2" fmla="*/ 1035368 h 2070736"/>
                    <a:gd name="connsiteX3" fmla="*/ 850497 w 1687745"/>
                    <a:gd name="connsiteY3" fmla="*/ 2070736 h 2070736"/>
                    <a:gd name="connsiteX4" fmla="*/ 13249 w 1687745"/>
                    <a:gd name="connsiteY4" fmla="*/ 1035368 h 2070736"/>
                    <a:gd name="connsiteX0" fmla="*/ 13249 w 1696474"/>
                    <a:gd name="connsiteY0" fmla="*/ 1035368 h 2070736"/>
                    <a:gd name="connsiteX1" fmla="*/ 850497 w 1696474"/>
                    <a:gd name="connsiteY1" fmla="*/ 0 h 2070736"/>
                    <a:gd name="connsiteX2" fmla="*/ 1687745 w 1696474"/>
                    <a:gd name="connsiteY2" fmla="*/ 1035368 h 2070736"/>
                    <a:gd name="connsiteX3" fmla="*/ 850497 w 1696474"/>
                    <a:gd name="connsiteY3" fmla="*/ 2070736 h 2070736"/>
                    <a:gd name="connsiteX4" fmla="*/ 13249 w 1696474"/>
                    <a:gd name="connsiteY4" fmla="*/ 1035368 h 2070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sp>
              <p:nvSpPr>
                <p:cNvPr id="17" name="椭圆 16"/>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sp>
              <p:nvSpPr>
                <p:cNvPr id="18" name="椭圆 17"/>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grpSp>
          <p:sp>
            <p:nvSpPr>
              <p:cNvPr id="15" name="椭圆 14"/>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ndParaRPr>
              </a:p>
            </p:txBody>
          </p:sp>
        </p:grpSp>
        <p:grpSp>
          <p:nvGrpSpPr>
            <p:cNvPr id="11" name="组合 10"/>
            <p:cNvGrpSpPr/>
            <p:nvPr/>
          </p:nvGrpSpPr>
          <p:grpSpPr>
            <a:xfrm>
              <a:off x="3437036" y="1269298"/>
              <a:ext cx="775805" cy="690872"/>
              <a:chOff x="1460111" y="2419508"/>
              <a:chExt cx="1032597" cy="919547"/>
            </a:xfrm>
          </p:grpSpPr>
          <p:sp>
            <p:nvSpPr>
              <p:cNvPr id="12" name="文本框 11"/>
              <p:cNvSpPr txBox="1"/>
              <p:nvPr/>
            </p:nvSpPr>
            <p:spPr>
              <a:xfrm>
                <a:off x="1460111" y="2419508"/>
                <a:ext cx="1030514" cy="819298"/>
              </a:xfrm>
              <a:prstGeom prst="rect">
                <a:avLst/>
              </a:prstGeom>
              <a:noFill/>
            </p:spPr>
            <p:txBody>
              <a:bodyPr wrap="square" rtlCol="0">
                <a:spAutoFit/>
              </a:bodyPr>
              <a:lstStyle/>
              <a:p>
                <a:pPr algn="ctr"/>
                <a:r>
                  <a:rPr lang="en-US" altLang="zh-CN" sz="2400" dirty="0" smtClean="0">
                    <a:solidFill>
                      <a:srgbClr val="E87071"/>
                    </a:solidFill>
                    <a:latin typeface="Impact" panose="020B0806030902050204" pitchFamily="34" charset="0"/>
                  </a:rPr>
                  <a:t>03</a:t>
                </a:r>
                <a:endParaRPr lang="zh-CN" altLang="en-US" sz="2400" dirty="0">
                  <a:solidFill>
                    <a:srgbClr val="E87071"/>
                  </a:solidFill>
                  <a:latin typeface="Impact" panose="020B0806030902050204" pitchFamily="34" charset="0"/>
                </a:endParaRPr>
              </a:p>
            </p:txBody>
          </p:sp>
          <p:sp>
            <p:nvSpPr>
              <p:cNvPr id="13" name="文本框 12"/>
              <p:cNvSpPr txBox="1"/>
              <p:nvPr/>
            </p:nvSpPr>
            <p:spPr>
              <a:xfrm>
                <a:off x="1462194" y="2949888"/>
                <a:ext cx="1030514" cy="389167"/>
              </a:xfrm>
              <a:prstGeom prst="rect">
                <a:avLst/>
              </a:prstGeom>
              <a:noFill/>
            </p:spPr>
            <p:txBody>
              <a:bodyPr wrap="square" rtlCol="0">
                <a:spAutoFit/>
              </a:bodyPr>
              <a:lstStyle/>
              <a:p>
                <a:pPr algn="ctr"/>
                <a:r>
                  <a:rPr lang="en-US" altLang="zh-CN" sz="825" dirty="0">
                    <a:solidFill>
                      <a:srgbClr val="E87071"/>
                    </a:solidFill>
                    <a:latin typeface="LiHei Pro" panose="020B0500000000000000" pitchFamily="34" charset="-122"/>
                    <a:ea typeface="LiHei Pro" panose="020B0500000000000000" pitchFamily="34" charset="-122"/>
                  </a:rPr>
                  <a:t>OPTION</a:t>
                </a:r>
                <a:endParaRPr lang="zh-CN" altLang="en-US" sz="825" dirty="0">
                  <a:solidFill>
                    <a:srgbClr val="E87071"/>
                  </a:solidFill>
                  <a:latin typeface="LiHei Pro" panose="020B0500000000000000" pitchFamily="34" charset="-122"/>
                  <a:ea typeface="LiHei Pro" panose="020B0500000000000000" pitchFamily="34" charset="-122"/>
                </a:endParaRPr>
              </a:p>
            </p:txBody>
          </p:sp>
        </p:grpSp>
      </p:grpSp>
      <p:grpSp>
        <p:nvGrpSpPr>
          <p:cNvPr id="19" name="组合 18"/>
          <p:cNvGrpSpPr/>
          <p:nvPr/>
        </p:nvGrpSpPr>
        <p:grpSpPr>
          <a:xfrm>
            <a:off x="1283775" y="343483"/>
            <a:ext cx="2722918" cy="471330"/>
            <a:chOff x="3446960" y="1701175"/>
            <a:chExt cx="2722918" cy="471330"/>
          </a:xfrm>
        </p:grpSpPr>
        <p:sp>
          <p:nvSpPr>
            <p:cNvPr id="20" name="文本框 19"/>
            <p:cNvSpPr txBox="1"/>
            <p:nvPr/>
          </p:nvSpPr>
          <p:spPr>
            <a:xfrm>
              <a:off x="3446960" y="1706008"/>
              <a:ext cx="2269657"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仰望星空，脚踏实地</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nvGrpSpPr>
            <p:cNvPr id="21" name="Group 13"/>
            <p:cNvGrpSpPr>
              <a:grpSpLocks noChangeAspect="1"/>
            </p:cNvGrpSpPr>
            <p:nvPr/>
          </p:nvGrpSpPr>
          <p:grpSpPr bwMode="auto">
            <a:xfrm>
              <a:off x="5704049" y="1701175"/>
              <a:ext cx="465829" cy="471330"/>
              <a:chOff x="2426" y="2781"/>
              <a:chExt cx="593" cy="600"/>
            </a:xfrm>
            <a:solidFill>
              <a:schemeClr val="bg1"/>
            </a:solidFill>
            <a:effectLst/>
          </p:grpSpPr>
          <p:sp>
            <p:nvSpPr>
              <p:cNvPr id="22" name="Freeform 14"/>
              <p:cNvSpPr>
                <a:spLocks/>
              </p:cNvSpPr>
              <p:nvPr/>
            </p:nvSpPr>
            <p:spPr bwMode="auto">
              <a:xfrm>
                <a:off x="2442" y="2805"/>
                <a:ext cx="577"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23"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sp>
        <p:nvSpPr>
          <p:cNvPr id="24" name="角丸四角形 23"/>
          <p:cNvSpPr/>
          <p:nvPr/>
        </p:nvSpPr>
        <p:spPr bwMode="auto">
          <a:xfrm>
            <a:off x="4627126" y="92702"/>
            <a:ext cx="819658" cy="1087104"/>
          </a:xfrm>
          <a:prstGeom prst="roundRect">
            <a:avLst/>
          </a:prstGeom>
          <a:solidFill>
            <a:schemeClr val="accent6">
              <a:lumMod val="20000"/>
              <a:lumOff val="80000"/>
            </a:schemeClr>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lang="ja-JP" altLang="en-US">
              <a:solidFill>
                <a:schemeClr val="tx1">
                  <a:lumMod val="65000"/>
                  <a:lumOff val="35000"/>
                </a:schemeClr>
              </a:solidFill>
            </a:endParaRPr>
          </a:p>
        </p:txBody>
      </p:sp>
      <p:pic>
        <p:nvPicPr>
          <p:cNvPr id="25" name="図 2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8595" y="229365"/>
            <a:ext cx="596720" cy="813778"/>
          </a:xfrm>
          <a:prstGeom prst="rect">
            <a:avLst/>
          </a:prstGeom>
        </p:spPr>
      </p:pic>
      <p:grpSp>
        <p:nvGrpSpPr>
          <p:cNvPr id="28" name="组合 1"/>
          <p:cNvGrpSpPr/>
          <p:nvPr/>
        </p:nvGrpSpPr>
        <p:grpSpPr>
          <a:xfrm>
            <a:off x="260709" y="1443855"/>
            <a:ext cx="8303129" cy="1715954"/>
            <a:chOff x="196601" y="1769986"/>
            <a:chExt cx="8750798" cy="1715954"/>
          </a:xfrm>
        </p:grpSpPr>
        <p:sp>
          <p:nvSpPr>
            <p:cNvPr id="29" name="圆角矩形 139"/>
            <p:cNvSpPr/>
            <p:nvPr/>
          </p:nvSpPr>
          <p:spPr>
            <a:xfrm>
              <a:off x="196601" y="2148769"/>
              <a:ext cx="1317722" cy="1317244"/>
            </a:xfrm>
            <a:prstGeom prst="roundRect">
              <a:avLst>
                <a:gd name="adj" fmla="val 12557"/>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444500" dist="1778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grpSp>
          <p:nvGrpSpPr>
            <p:cNvPr id="30" name="组合 140"/>
            <p:cNvGrpSpPr/>
            <p:nvPr/>
          </p:nvGrpSpPr>
          <p:grpSpPr>
            <a:xfrm>
              <a:off x="1107774" y="1769987"/>
              <a:ext cx="762482" cy="762206"/>
              <a:chOff x="2135898" y="1485578"/>
              <a:chExt cx="1016511" cy="1016511"/>
            </a:xfrm>
          </p:grpSpPr>
          <p:sp>
            <p:nvSpPr>
              <p:cNvPr id="52" name="椭圆 178"/>
              <p:cNvSpPr/>
              <p:nvPr/>
            </p:nvSpPr>
            <p:spPr>
              <a:xfrm>
                <a:off x="2135898" y="1485578"/>
                <a:ext cx="1016511" cy="1016511"/>
              </a:xfrm>
              <a:prstGeom prst="ellipse">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2032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53" name="椭圆 179"/>
              <p:cNvSpPr/>
              <p:nvPr/>
            </p:nvSpPr>
            <p:spPr>
              <a:xfrm>
                <a:off x="2288503" y="1638183"/>
                <a:ext cx="711301" cy="711301"/>
              </a:xfrm>
              <a:prstGeom prst="ellipse">
                <a:avLst/>
              </a:prstGeom>
              <a:gradFill>
                <a:gsLst>
                  <a:gs pos="0">
                    <a:srgbClr val="E45E5E"/>
                  </a:gs>
                  <a:gs pos="100000">
                    <a:srgbClr val="F0A6A6"/>
                  </a:gs>
                </a:gsLst>
                <a:lin ang="2700000" scaled="1"/>
              </a:gradFill>
              <a:ln w="15875">
                <a:gradFill flip="none" rotWithShape="1">
                  <a:gsLst>
                    <a:gs pos="0">
                      <a:srgbClr val="F2B0B0"/>
                    </a:gs>
                    <a:gs pos="100000">
                      <a:srgbClr val="E87475"/>
                    </a:gs>
                  </a:gsLst>
                  <a:lin ang="2700000" scaled="1"/>
                  <a:tileRect/>
                </a:gradFill>
              </a:ln>
              <a:effectLst>
                <a:outerShdw blurRad="63500" dist="254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54" name="文本框 17"/>
              <p:cNvSpPr txBox="1"/>
              <p:nvPr/>
            </p:nvSpPr>
            <p:spPr>
              <a:xfrm>
                <a:off x="2338349" y="1777450"/>
                <a:ext cx="596111" cy="53890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zh-CN" sz="1013" dirty="0" smtClean="0">
                    <a:solidFill>
                      <a:prstClr val="white"/>
                    </a:solidFill>
                    <a:latin typeface="微软雅黑" panose="020B0503020204020204" pitchFamily="34" charset="-122"/>
                    <a:ea typeface="微软雅黑" panose="020B0503020204020204" pitchFamily="34" charset="-122"/>
                  </a:rPr>
                  <a:t>1-2</a:t>
                </a:r>
                <a:r>
                  <a:rPr lang="zh-CN" altLang="en-US" sz="1013" dirty="0" smtClean="0">
                    <a:solidFill>
                      <a:prstClr val="white"/>
                    </a:solidFill>
                    <a:latin typeface="微软雅黑" panose="020B0503020204020204" pitchFamily="34" charset="-122"/>
                    <a:ea typeface="微软雅黑" panose="020B0503020204020204" pitchFamily="34" charset="-122"/>
                  </a:rPr>
                  <a:t>月</a:t>
                </a:r>
                <a:endParaRPr lang="zh-CN" altLang="en-US" sz="1013" dirty="0">
                  <a:solidFill>
                    <a:prstClr val="white"/>
                  </a:solidFill>
                  <a:latin typeface="微软雅黑" panose="020B0503020204020204" pitchFamily="34" charset="-122"/>
                  <a:ea typeface="微软雅黑" panose="020B0503020204020204" pitchFamily="34" charset="-122"/>
                </a:endParaRPr>
              </a:p>
            </p:txBody>
          </p:sp>
        </p:grpSp>
        <p:sp>
          <p:nvSpPr>
            <p:cNvPr id="31" name="圆角矩形 142"/>
            <p:cNvSpPr/>
            <p:nvPr/>
          </p:nvSpPr>
          <p:spPr>
            <a:xfrm>
              <a:off x="1977050" y="2168696"/>
              <a:ext cx="1317722" cy="1317244"/>
            </a:xfrm>
            <a:prstGeom prst="roundRect">
              <a:avLst>
                <a:gd name="adj" fmla="val 12557"/>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444500" dist="1778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grpSp>
          <p:nvGrpSpPr>
            <p:cNvPr id="32" name="组合 143"/>
            <p:cNvGrpSpPr/>
            <p:nvPr/>
          </p:nvGrpSpPr>
          <p:grpSpPr>
            <a:xfrm>
              <a:off x="2876744" y="1769986"/>
              <a:ext cx="762482" cy="762206"/>
              <a:chOff x="2135898" y="1485578"/>
              <a:chExt cx="1016511" cy="1016511"/>
            </a:xfrm>
          </p:grpSpPr>
          <p:sp>
            <p:nvSpPr>
              <p:cNvPr id="49" name="椭圆 173"/>
              <p:cNvSpPr/>
              <p:nvPr/>
            </p:nvSpPr>
            <p:spPr>
              <a:xfrm>
                <a:off x="2135898" y="1485578"/>
                <a:ext cx="1016511" cy="1016511"/>
              </a:xfrm>
              <a:prstGeom prst="ellipse">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2032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50" name="椭圆 174"/>
              <p:cNvSpPr/>
              <p:nvPr/>
            </p:nvSpPr>
            <p:spPr>
              <a:xfrm>
                <a:off x="2288504" y="1638183"/>
                <a:ext cx="711301" cy="711300"/>
              </a:xfrm>
              <a:prstGeom prst="ellipse">
                <a:avLst/>
              </a:prstGeom>
              <a:gradFill>
                <a:gsLst>
                  <a:gs pos="0">
                    <a:srgbClr val="E45E5E"/>
                  </a:gs>
                  <a:gs pos="100000">
                    <a:srgbClr val="F0A6A6"/>
                  </a:gs>
                </a:gsLst>
                <a:lin ang="2700000" scaled="1"/>
              </a:gradFill>
              <a:ln w="15875">
                <a:gradFill flip="none" rotWithShape="1">
                  <a:gsLst>
                    <a:gs pos="0">
                      <a:srgbClr val="F2B0B0"/>
                    </a:gs>
                    <a:gs pos="100000">
                      <a:srgbClr val="E87475"/>
                    </a:gs>
                  </a:gsLst>
                  <a:lin ang="2700000" scaled="1"/>
                  <a:tileRect/>
                </a:gradFill>
              </a:ln>
              <a:effectLst>
                <a:outerShdw blurRad="63500" dist="254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51" name="文本框 17"/>
              <p:cNvSpPr txBox="1"/>
              <p:nvPr/>
            </p:nvSpPr>
            <p:spPr>
              <a:xfrm>
                <a:off x="2324774" y="1777451"/>
                <a:ext cx="596111" cy="53890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zh-CN" sz="1013" dirty="0" smtClean="0">
                    <a:solidFill>
                      <a:prstClr val="white"/>
                    </a:solidFill>
                    <a:latin typeface="微软雅黑" panose="020B0503020204020204" pitchFamily="34" charset="-122"/>
                    <a:ea typeface="微软雅黑" panose="020B0503020204020204" pitchFamily="34" charset="-122"/>
                  </a:rPr>
                  <a:t>3-4</a:t>
                </a:r>
                <a:r>
                  <a:rPr lang="zh-CN" altLang="en-US" sz="1013" dirty="0" smtClean="0">
                    <a:solidFill>
                      <a:prstClr val="white"/>
                    </a:solidFill>
                    <a:latin typeface="微软雅黑" panose="020B0503020204020204" pitchFamily="34" charset="-122"/>
                    <a:ea typeface="微软雅黑" panose="020B0503020204020204" pitchFamily="34" charset="-122"/>
                  </a:rPr>
                  <a:t>月</a:t>
                </a:r>
                <a:endParaRPr lang="zh-CN" altLang="en-US" sz="1013" dirty="0">
                  <a:solidFill>
                    <a:prstClr val="white"/>
                  </a:solidFill>
                  <a:latin typeface="微软雅黑" panose="020B0503020204020204" pitchFamily="34" charset="-122"/>
                  <a:ea typeface="微软雅黑" panose="020B0503020204020204" pitchFamily="34" charset="-122"/>
                </a:endParaRPr>
              </a:p>
            </p:txBody>
          </p:sp>
        </p:grpSp>
        <p:sp>
          <p:nvSpPr>
            <p:cNvPr id="33" name="圆角矩形 145"/>
            <p:cNvSpPr/>
            <p:nvPr/>
          </p:nvSpPr>
          <p:spPr>
            <a:xfrm>
              <a:off x="5446451" y="2148769"/>
              <a:ext cx="1317722" cy="1317244"/>
            </a:xfrm>
            <a:prstGeom prst="roundRect">
              <a:avLst>
                <a:gd name="adj" fmla="val 12557"/>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444500" dist="1778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34" name="文本框 149"/>
            <p:cNvSpPr txBox="1"/>
            <p:nvPr/>
          </p:nvSpPr>
          <p:spPr>
            <a:xfrm>
              <a:off x="5556517" y="2545698"/>
              <a:ext cx="1077996" cy="22775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just">
                <a:lnSpc>
                  <a:spcPct val="130000"/>
                </a:lnSpc>
              </a:pPr>
              <a:endParaRPr lang="en-US" altLang="zh-CN" sz="750" dirty="0" smtClean="0">
                <a:solidFill>
                  <a:prstClr val="black">
                    <a:lumMod val="50000"/>
                    <a:lumOff val="50000"/>
                  </a:prstClr>
                </a:solidFill>
                <a:latin typeface="微软雅黑" panose="020B0503020204020204" pitchFamily="34" charset="-122"/>
                <a:ea typeface="微软雅黑" panose="020B0503020204020204" pitchFamily="34" charset="-122"/>
              </a:endParaRPr>
            </a:p>
          </p:txBody>
        </p:sp>
        <p:grpSp>
          <p:nvGrpSpPr>
            <p:cNvPr id="35" name="组合 147"/>
            <p:cNvGrpSpPr/>
            <p:nvPr/>
          </p:nvGrpSpPr>
          <p:grpSpPr>
            <a:xfrm>
              <a:off x="6478477" y="1770460"/>
              <a:ext cx="762482" cy="762206"/>
              <a:chOff x="2135898" y="1485578"/>
              <a:chExt cx="1016511" cy="1016511"/>
            </a:xfrm>
          </p:grpSpPr>
          <p:sp>
            <p:nvSpPr>
              <p:cNvPr id="46" name="椭圆 166"/>
              <p:cNvSpPr/>
              <p:nvPr/>
            </p:nvSpPr>
            <p:spPr>
              <a:xfrm>
                <a:off x="2135898" y="1485578"/>
                <a:ext cx="1016511" cy="1016511"/>
              </a:xfrm>
              <a:prstGeom prst="ellipse">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2032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47" name="椭圆 167"/>
              <p:cNvSpPr/>
              <p:nvPr/>
            </p:nvSpPr>
            <p:spPr>
              <a:xfrm>
                <a:off x="2288503" y="1638183"/>
                <a:ext cx="711301" cy="711301"/>
              </a:xfrm>
              <a:prstGeom prst="ellipse">
                <a:avLst/>
              </a:prstGeom>
              <a:gradFill>
                <a:gsLst>
                  <a:gs pos="0">
                    <a:srgbClr val="E45E5E"/>
                  </a:gs>
                  <a:gs pos="100000">
                    <a:srgbClr val="F0A6A6"/>
                  </a:gs>
                </a:gsLst>
                <a:lin ang="2700000" scaled="1"/>
              </a:gradFill>
              <a:ln w="15875">
                <a:gradFill flip="none" rotWithShape="1">
                  <a:gsLst>
                    <a:gs pos="0">
                      <a:srgbClr val="F2B0B0"/>
                    </a:gs>
                    <a:gs pos="100000">
                      <a:srgbClr val="E87475"/>
                    </a:gs>
                  </a:gsLst>
                  <a:lin ang="2700000" scaled="1"/>
                  <a:tileRect/>
                </a:gradFill>
              </a:ln>
              <a:effectLst>
                <a:outerShdw blurRad="63500" dist="254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48" name="文本框 17"/>
              <p:cNvSpPr txBox="1"/>
              <p:nvPr/>
            </p:nvSpPr>
            <p:spPr>
              <a:xfrm>
                <a:off x="2338349" y="1776819"/>
                <a:ext cx="596111" cy="53890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zh-CN" sz="1013" dirty="0" smtClean="0">
                    <a:solidFill>
                      <a:prstClr val="white"/>
                    </a:solidFill>
                    <a:latin typeface="微软雅黑" panose="020B0503020204020204" pitchFamily="34" charset="-122"/>
                    <a:ea typeface="微软雅黑" panose="020B0503020204020204" pitchFamily="34" charset="-122"/>
                  </a:rPr>
                  <a:t>7-8</a:t>
                </a:r>
                <a:r>
                  <a:rPr lang="zh-CN" altLang="en-US" sz="1013" dirty="0" smtClean="0">
                    <a:solidFill>
                      <a:prstClr val="white"/>
                    </a:solidFill>
                    <a:latin typeface="微软雅黑" panose="020B0503020204020204" pitchFamily="34" charset="-122"/>
                    <a:ea typeface="微软雅黑" panose="020B0503020204020204" pitchFamily="34" charset="-122"/>
                  </a:rPr>
                  <a:t>月</a:t>
                </a:r>
                <a:endParaRPr lang="zh-CN" altLang="en-US" sz="1013" dirty="0">
                  <a:solidFill>
                    <a:prstClr val="white"/>
                  </a:solidFill>
                  <a:latin typeface="微软雅黑" panose="020B0503020204020204" pitchFamily="34" charset="-122"/>
                  <a:ea typeface="微软雅黑" panose="020B0503020204020204" pitchFamily="34" charset="-122"/>
                </a:endParaRPr>
              </a:p>
            </p:txBody>
          </p:sp>
        </p:grpSp>
        <p:sp>
          <p:nvSpPr>
            <p:cNvPr id="36" name="圆角矩形 148"/>
            <p:cNvSpPr/>
            <p:nvPr/>
          </p:nvSpPr>
          <p:spPr>
            <a:xfrm>
              <a:off x="3671393" y="2184397"/>
              <a:ext cx="1317722" cy="1281615"/>
            </a:xfrm>
            <a:prstGeom prst="roundRect">
              <a:avLst>
                <a:gd name="adj" fmla="val 12557"/>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444500" dist="1778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grpSp>
          <p:nvGrpSpPr>
            <p:cNvPr id="37" name="组合 149"/>
            <p:cNvGrpSpPr/>
            <p:nvPr/>
          </p:nvGrpSpPr>
          <p:grpSpPr>
            <a:xfrm>
              <a:off x="4646442" y="1803292"/>
              <a:ext cx="762482" cy="762206"/>
              <a:chOff x="2135898" y="1485578"/>
              <a:chExt cx="1016511" cy="1016511"/>
            </a:xfrm>
          </p:grpSpPr>
          <p:sp>
            <p:nvSpPr>
              <p:cNvPr id="43" name="椭圆 163"/>
              <p:cNvSpPr/>
              <p:nvPr/>
            </p:nvSpPr>
            <p:spPr>
              <a:xfrm>
                <a:off x="2135898" y="1485578"/>
                <a:ext cx="1016511" cy="1016511"/>
              </a:xfrm>
              <a:prstGeom prst="ellipse">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2032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44" name="椭圆 164"/>
              <p:cNvSpPr/>
              <p:nvPr/>
            </p:nvSpPr>
            <p:spPr>
              <a:xfrm>
                <a:off x="2288503" y="1638183"/>
                <a:ext cx="711301" cy="711301"/>
              </a:xfrm>
              <a:prstGeom prst="ellipse">
                <a:avLst/>
              </a:prstGeom>
              <a:gradFill>
                <a:gsLst>
                  <a:gs pos="0">
                    <a:srgbClr val="E45E5E"/>
                  </a:gs>
                  <a:gs pos="100000">
                    <a:srgbClr val="F0A6A6"/>
                  </a:gs>
                </a:gsLst>
                <a:lin ang="2700000" scaled="1"/>
              </a:gradFill>
              <a:ln w="15875">
                <a:gradFill flip="none" rotWithShape="1">
                  <a:gsLst>
                    <a:gs pos="0">
                      <a:srgbClr val="F2B0B0"/>
                    </a:gs>
                    <a:gs pos="100000">
                      <a:srgbClr val="E87475"/>
                    </a:gs>
                  </a:gsLst>
                  <a:lin ang="2700000" scaled="1"/>
                  <a:tileRect/>
                </a:gradFill>
              </a:ln>
              <a:effectLst>
                <a:outerShdw blurRad="63500" dist="254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45" name="文本框 17"/>
              <p:cNvSpPr txBox="1"/>
              <p:nvPr/>
            </p:nvSpPr>
            <p:spPr>
              <a:xfrm>
                <a:off x="2338349" y="1733033"/>
                <a:ext cx="596111" cy="53890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zh-CN" sz="1013" dirty="0" smtClean="0">
                    <a:solidFill>
                      <a:prstClr val="white"/>
                    </a:solidFill>
                    <a:latin typeface="微软雅黑" panose="020B0503020204020204" pitchFamily="34" charset="-122"/>
                    <a:ea typeface="微软雅黑" panose="020B0503020204020204" pitchFamily="34" charset="-122"/>
                  </a:rPr>
                  <a:t>5-6</a:t>
                </a:r>
                <a:r>
                  <a:rPr lang="zh-CN" altLang="en-US" sz="1013" dirty="0" smtClean="0">
                    <a:solidFill>
                      <a:prstClr val="white"/>
                    </a:solidFill>
                    <a:latin typeface="微软雅黑" panose="020B0503020204020204" pitchFamily="34" charset="-122"/>
                    <a:ea typeface="微软雅黑" panose="020B0503020204020204" pitchFamily="34" charset="-122"/>
                  </a:rPr>
                  <a:t>月</a:t>
                </a:r>
                <a:endParaRPr lang="zh-CN" altLang="en-US" sz="1013" dirty="0">
                  <a:solidFill>
                    <a:prstClr val="white"/>
                  </a:solidFill>
                  <a:latin typeface="微软雅黑" panose="020B0503020204020204" pitchFamily="34" charset="-122"/>
                  <a:ea typeface="微软雅黑" panose="020B0503020204020204" pitchFamily="34" charset="-122"/>
                </a:endParaRPr>
              </a:p>
            </p:txBody>
          </p:sp>
        </p:grpSp>
        <p:sp>
          <p:nvSpPr>
            <p:cNvPr id="38" name="圆角矩形 151"/>
            <p:cNvSpPr/>
            <p:nvPr/>
          </p:nvSpPr>
          <p:spPr>
            <a:xfrm>
              <a:off x="7240959" y="2148769"/>
              <a:ext cx="1317722" cy="1317244"/>
            </a:xfrm>
            <a:prstGeom prst="roundRect">
              <a:avLst>
                <a:gd name="adj" fmla="val 12557"/>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444500" dist="1778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grpSp>
          <p:nvGrpSpPr>
            <p:cNvPr id="39" name="组合 152"/>
            <p:cNvGrpSpPr/>
            <p:nvPr/>
          </p:nvGrpSpPr>
          <p:grpSpPr>
            <a:xfrm>
              <a:off x="8184917" y="1814989"/>
              <a:ext cx="762482" cy="762207"/>
              <a:chOff x="2135898" y="1485578"/>
              <a:chExt cx="1016511" cy="1016511"/>
            </a:xfrm>
          </p:grpSpPr>
          <p:sp>
            <p:nvSpPr>
              <p:cNvPr id="40" name="椭圆 158"/>
              <p:cNvSpPr/>
              <p:nvPr/>
            </p:nvSpPr>
            <p:spPr>
              <a:xfrm>
                <a:off x="2135898" y="1485578"/>
                <a:ext cx="1016511" cy="1016511"/>
              </a:xfrm>
              <a:prstGeom prst="ellipse">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2032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41" name="椭圆 159"/>
              <p:cNvSpPr/>
              <p:nvPr/>
            </p:nvSpPr>
            <p:spPr>
              <a:xfrm>
                <a:off x="2288503" y="1638183"/>
                <a:ext cx="711301" cy="711301"/>
              </a:xfrm>
              <a:prstGeom prst="ellipse">
                <a:avLst/>
              </a:prstGeom>
              <a:gradFill>
                <a:gsLst>
                  <a:gs pos="0">
                    <a:srgbClr val="E45E5E"/>
                  </a:gs>
                  <a:gs pos="100000">
                    <a:srgbClr val="F0A6A6"/>
                  </a:gs>
                </a:gsLst>
                <a:lin ang="2700000" scaled="1"/>
              </a:gradFill>
              <a:ln w="15875">
                <a:gradFill flip="none" rotWithShape="1">
                  <a:gsLst>
                    <a:gs pos="0">
                      <a:srgbClr val="F2B0B0"/>
                    </a:gs>
                    <a:gs pos="100000">
                      <a:srgbClr val="E87475"/>
                    </a:gs>
                  </a:gsLst>
                  <a:lin ang="2700000" scaled="1"/>
                  <a:tileRect/>
                </a:gradFill>
              </a:ln>
              <a:effectLst>
                <a:outerShdw blurRad="63500" dist="254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zh-CN" altLang="en-US" sz="1013">
                  <a:solidFill>
                    <a:prstClr val="white"/>
                  </a:solidFill>
                </a:endParaRPr>
              </a:p>
            </p:txBody>
          </p:sp>
          <p:sp>
            <p:nvSpPr>
              <p:cNvPr id="42" name="文本框 17"/>
              <p:cNvSpPr txBox="1"/>
              <p:nvPr/>
            </p:nvSpPr>
            <p:spPr>
              <a:xfrm>
                <a:off x="2255149" y="1754726"/>
                <a:ext cx="791680" cy="53890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zh-CN" sz="1013" dirty="0" smtClean="0">
                    <a:solidFill>
                      <a:prstClr val="white"/>
                    </a:solidFill>
                    <a:latin typeface="微软雅黑" panose="020B0503020204020204" pitchFamily="34" charset="-122"/>
                    <a:ea typeface="微软雅黑" panose="020B0503020204020204" pitchFamily="34" charset="-122"/>
                  </a:rPr>
                  <a:t>9-12</a:t>
                </a:r>
                <a:r>
                  <a:rPr lang="zh-CN" altLang="en-US" sz="1013" dirty="0" smtClean="0">
                    <a:solidFill>
                      <a:prstClr val="white"/>
                    </a:solidFill>
                    <a:latin typeface="微软雅黑" panose="020B0503020204020204" pitchFamily="34" charset="-122"/>
                    <a:ea typeface="微软雅黑" panose="020B0503020204020204" pitchFamily="34" charset="-122"/>
                  </a:rPr>
                  <a:t>月</a:t>
                </a:r>
                <a:endParaRPr lang="zh-CN" altLang="en-US" sz="1013" dirty="0">
                  <a:solidFill>
                    <a:prstClr val="white"/>
                  </a:solidFill>
                  <a:latin typeface="微软雅黑" panose="020B0503020204020204" pitchFamily="34" charset="-122"/>
                  <a:ea typeface="微软雅黑" panose="020B0503020204020204" pitchFamily="34" charset="-122"/>
                </a:endParaRPr>
              </a:p>
            </p:txBody>
          </p:sp>
        </p:grpSp>
      </p:grpSp>
      <p:sp>
        <p:nvSpPr>
          <p:cNvPr id="55" name="テキスト ボックス 54"/>
          <p:cNvSpPr txBox="1"/>
          <p:nvPr/>
        </p:nvSpPr>
        <p:spPr>
          <a:xfrm>
            <a:off x="288711" y="2239367"/>
            <a:ext cx="1198295" cy="830997"/>
          </a:xfrm>
          <a:prstGeom prst="rect">
            <a:avLst/>
          </a:prstGeom>
          <a:noFill/>
        </p:spPr>
        <p:txBody>
          <a:bodyPr wrap="square" rtlCol="0">
            <a:spAutoFit/>
          </a:bodyPr>
          <a:lstStyle/>
          <a:p>
            <a:pPr marL="171450" indent="-171450" fontAlgn="ctr">
              <a:buFont typeface="Arial" panose="020B0604020202020204" pitchFamily="34" charset="0"/>
              <a:buChar char="•"/>
            </a:pPr>
            <a:r>
              <a:rPr lang="en-US" altLang="zh-CN" sz="1200" dirty="0" smtClean="0">
                <a:latin typeface="微软雅黑" panose="020B0503020204020204" pitchFamily="34" charset="-122"/>
                <a:ea typeface="微软雅黑" panose="020B0503020204020204" pitchFamily="34" charset="-122"/>
              </a:rPr>
              <a:t>Linux</a:t>
            </a:r>
            <a:r>
              <a:rPr lang="zh-CN" altLang="en-US" sz="1200" dirty="0" smtClean="0">
                <a:latin typeface="微软雅黑" panose="020B0503020204020204" pitchFamily="34" charset="-122"/>
                <a:ea typeface="微软雅黑" panose="020B0503020204020204" pitchFamily="34" charset="-122"/>
              </a:rPr>
              <a:t>、</a:t>
            </a:r>
            <a:r>
              <a:rPr lang="en-US" altLang="zh-CN" sz="1200" dirty="0" smtClean="0">
                <a:latin typeface="微软雅黑" panose="020B0503020204020204" pitchFamily="34" charset="-122"/>
                <a:ea typeface="微软雅黑" panose="020B0503020204020204" pitchFamily="34" charset="-122"/>
              </a:rPr>
              <a:t>shell</a:t>
            </a:r>
            <a:r>
              <a:rPr lang="zh-CN" altLang="en-US" sz="1200" dirty="0" smtClean="0">
                <a:latin typeface="微软雅黑" panose="020B0503020204020204" pitchFamily="34" charset="-122"/>
                <a:ea typeface="微软雅黑" panose="020B0503020204020204" pitchFamily="34" charset="-122"/>
              </a:rPr>
              <a:t>学习</a:t>
            </a:r>
            <a:endParaRPr lang="en-US" altLang="zh-CN" sz="1200" dirty="0" smtClean="0">
              <a:latin typeface="微软雅黑" panose="020B0503020204020204" pitchFamily="34" charset="-122"/>
              <a:ea typeface="微软雅黑" panose="020B0503020204020204" pitchFamily="34" charset="-122"/>
            </a:endParaRPr>
          </a:p>
          <a:p>
            <a:pPr marL="171450" indent="-171450" fontAlgn="ctr">
              <a:buFont typeface="Arial" panose="020B0604020202020204" pitchFamily="34" charset="0"/>
              <a:buChar char="•"/>
            </a:pPr>
            <a:r>
              <a:rPr lang="zh-CN" altLang="en-US" sz="1200" dirty="0" smtClean="0">
                <a:latin typeface="微软雅黑" panose="020B0503020204020204" pitchFamily="34" charset="-122"/>
                <a:ea typeface="微软雅黑" panose="020B0503020204020204" pitchFamily="34" charset="-122"/>
              </a:rPr>
              <a:t>云计算基础学习</a:t>
            </a:r>
            <a:endParaRPr lang="en-US" altLang="zh-CN" sz="1200" dirty="0" smtClean="0">
              <a:latin typeface="微软雅黑" panose="020B0503020204020204" pitchFamily="34" charset="-122"/>
              <a:ea typeface="微软雅黑" panose="020B0503020204020204" pitchFamily="34" charset="-122"/>
            </a:endParaRPr>
          </a:p>
        </p:txBody>
      </p:sp>
      <p:sp>
        <p:nvSpPr>
          <p:cNvPr id="56" name="正方形/長方形 55"/>
          <p:cNvSpPr/>
          <p:nvPr/>
        </p:nvSpPr>
        <p:spPr>
          <a:xfrm>
            <a:off x="1931428" y="2256856"/>
            <a:ext cx="1442353" cy="754053"/>
          </a:xfrm>
          <a:prstGeom prst="rect">
            <a:avLst/>
          </a:prstGeom>
        </p:spPr>
        <p:txBody>
          <a:bodyPr wrap="square">
            <a:spAutoFit/>
          </a:bodyPr>
          <a:lstStyle/>
          <a:p>
            <a:pPr marL="171450" indent="-171450" fontAlgn="ctr">
              <a:buFont typeface="Arial" panose="020B0604020202020204" pitchFamily="34" charset="0"/>
              <a:buChar char="•"/>
            </a:pPr>
            <a:r>
              <a:rPr lang="en-US" altLang="zh-CN" sz="1100" dirty="0" smtClean="0">
                <a:latin typeface="微软雅黑" panose="020B0503020204020204" pitchFamily="34" charset="-122"/>
                <a:ea typeface="微软雅黑" panose="020B0503020204020204" pitchFamily="34" charset="-122"/>
              </a:rPr>
              <a:t>CMGR</a:t>
            </a:r>
            <a:r>
              <a:rPr lang="zh-CN" altLang="en-US" sz="1100" dirty="0" smtClean="0">
                <a:latin typeface="微软雅黑" panose="020B0503020204020204" pitchFamily="34" charset="-122"/>
                <a:ea typeface="微软雅黑" panose="020B0503020204020204" pitchFamily="34" charset="-122"/>
              </a:rPr>
              <a:t>业务基础学习</a:t>
            </a:r>
            <a:endParaRPr lang="en-US" altLang="zh-CN" sz="1100" dirty="0">
              <a:latin typeface="微软雅黑" panose="020B0503020204020204" pitchFamily="34" charset="-122"/>
              <a:ea typeface="微软雅黑" panose="020B0503020204020204" pitchFamily="34" charset="-122"/>
            </a:endParaRPr>
          </a:p>
          <a:p>
            <a:pPr marL="171450" indent="-171450" fontAlgn="ctr">
              <a:buFont typeface="Arial" panose="020B0604020202020204" pitchFamily="34" charset="0"/>
              <a:buChar char="•"/>
            </a:pPr>
            <a:r>
              <a:rPr lang="zh-CN" altLang="en-US" sz="1100" dirty="0" smtClean="0">
                <a:latin typeface="微软雅黑" panose="020B0503020204020204" pitchFamily="34" charset="-122"/>
                <a:ea typeface="微软雅黑" panose="020B0503020204020204" pitchFamily="34" charset="-122"/>
              </a:rPr>
              <a:t>适用测试</a:t>
            </a:r>
            <a:endParaRPr lang="en-US" altLang="zh-CN" sz="1100" dirty="0" smtClean="0">
              <a:latin typeface="微软雅黑" panose="020B0503020204020204" pitchFamily="34" charset="-122"/>
              <a:ea typeface="微软雅黑" panose="020B0503020204020204" pitchFamily="34" charset="-122"/>
            </a:endParaRPr>
          </a:p>
          <a:p>
            <a:pPr marL="171450" indent="-171450" fontAlgn="ctr">
              <a:buFont typeface="Arial" panose="020B0604020202020204" pitchFamily="34" charset="0"/>
              <a:buChar char="•"/>
            </a:pPr>
            <a:endParaRPr lang="en-US" altLang="zh-CN" sz="1000" dirty="0" smtClean="0">
              <a:latin typeface="微软雅黑" panose="020B0503020204020204" pitchFamily="34" charset="-122"/>
              <a:ea typeface="微软雅黑" panose="020B0503020204020204" pitchFamily="34" charset="-122"/>
            </a:endParaRPr>
          </a:p>
        </p:txBody>
      </p:sp>
      <p:sp>
        <p:nvSpPr>
          <p:cNvPr id="57" name="正方形/長方形 56"/>
          <p:cNvSpPr/>
          <p:nvPr/>
        </p:nvSpPr>
        <p:spPr>
          <a:xfrm>
            <a:off x="3581468" y="2251065"/>
            <a:ext cx="1325396" cy="754053"/>
          </a:xfrm>
          <a:prstGeom prst="rect">
            <a:avLst/>
          </a:prstGeom>
        </p:spPr>
        <p:txBody>
          <a:bodyPr wrap="square">
            <a:spAutoFit/>
          </a:bodyPr>
          <a:lstStyle/>
          <a:p>
            <a:pPr marL="171450" indent="-171450" fontAlgn="ctr">
              <a:buFont typeface="Arial" panose="020B0604020202020204" pitchFamily="34" charset="0"/>
              <a:buChar char="•"/>
            </a:pPr>
            <a:r>
              <a:rPr lang="en-US" altLang="zh-CN" sz="1100" dirty="0" smtClean="0">
                <a:latin typeface="微软雅黑" panose="020B0503020204020204" pitchFamily="34" charset="-122"/>
                <a:ea typeface="微软雅黑" panose="020B0503020204020204" pitchFamily="34" charset="-122"/>
              </a:rPr>
              <a:t>GUI-CT</a:t>
            </a:r>
            <a:r>
              <a:rPr lang="zh-CN" altLang="en-US" sz="1100" dirty="0" smtClean="0">
                <a:latin typeface="微软雅黑" panose="020B0503020204020204" pitchFamily="34" charset="-122"/>
                <a:ea typeface="微软雅黑" panose="020B0503020204020204" pitchFamily="34" charset="-122"/>
              </a:rPr>
              <a:t>、</a:t>
            </a:r>
            <a:r>
              <a:rPr lang="en-US" altLang="zh-CN" sz="1100" dirty="0" smtClean="0">
                <a:latin typeface="微软雅黑" panose="020B0503020204020204" pitchFamily="34" charset="-122"/>
                <a:ea typeface="微软雅黑" panose="020B0503020204020204" pitchFamily="34" charset="-122"/>
              </a:rPr>
              <a:t>RT</a:t>
            </a:r>
            <a:r>
              <a:rPr lang="zh-CN" altLang="en-US" sz="1100" dirty="0">
                <a:latin typeface="微软雅黑" panose="020B0503020204020204" pitchFamily="34" charset="-122"/>
                <a:ea typeface="微软雅黑" panose="020B0503020204020204" pitchFamily="34" charset="-122"/>
              </a:rPr>
              <a:t>测试</a:t>
            </a:r>
            <a:endParaRPr lang="en-US" altLang="zh-CN" sz="1100" dirty="0">
              <a:latin typeface="微软雅黑" panose="020B0503020204020204" pitchFamily="34" charset="-122"/>
              <a:ea typeface="微软雅黑" panose="020B0503020204020204" pitchFamily="34" charset="-122"/>
            </a:endParaRPr>
          </a:p>
          <a:p>
            <a:pPr marL="171450" indent="-171450" fontAlgn="ctr">
              <a:buFont typeface="Arial" panose="020B0604020202020204" pitchFamily="34" charset="0"/>
              <a:buChar char="•"/>
            </a:pPr>
            <a:r>
              <a:rPr lang="zh-CN" altLang="en-US" sz="1100" dirty="0" smtClean="0">
                <a:latin typeface="微软雅黑" panose="020B0503020204020204" pitchFamily="34" charset="-122"/>
                <a:ea typeface="微软雅黑" panose="020B0503020204020204" pitchFamily="34" charset="-122"/>
              </a:rPr>
              <a:t>适用测试</a:t>
            </a:r>
            <a:endParaRPr lang="en-US" altLang="zh-CN" sz="1100" dirty="0" smtClean="0">
              <a:latin typeface="微软雅黑" panose="020B0503020204020204" pitchFamily="34" charset="-122"/>
              <a:ea typeface="微软雅黑" panose="020B0503020204020204" pitchFamily="34" charset="-122"/>
            </a:endParaRPr>
          </a:p>
          <a:p>
            <a:pPr marL="171450" indent="-171450" fontAlgn="ctr">
              <a:buFont typeface="Arial" panose="020B0604020202020204" pitchFamily="34" charset="0"/>
              <a:buChar char="•"/>
            </a:pPr>
            <a:endParaRPr lang="en-US" altLang="zh-CN" sz="1000" dirty="0" smtClean="0">
              <a:latin typeface="微软雅黑" panose="020B0503020204020204" pitchFamily="34" charset="-122"/>
              <a:ea typeface="微软雅黑" panose="020B0503020204020204" pitchFamily="34" charset="-122"/>
            </a:endParaRPr>
          </a:p>
        </p:txBody>
      </p:sp>
      <p:sp>
        <p:nvSpPr>
          <p:cNvPr id="58" name="正方形/長方形 57"/>
          <p:cNvSpPr/>
          <p:nvPr/>
        </p:nvSpPr>
        <p:spPr>
          <a:xfrm>
            <a:off x="3730494" y="1870378"/>
            <a:ext cx="901192" cy="584775"/>
          </a:xfrm>
          <a:prstGeom prst="rect">
            <a:avLst/>
          </a:prstGeom>
        </p:spPr>
        <p:txBody>
          <a:bodyPr wrap="square">
            <a:spAutoFit/>
          </a:bodyPr>
          <a:lstStyle/>
          <a:p>
            <a:pPr fontAlgn="ctr"/>
            <a:r>
              <a:rPr lang="zh-CN" altLang="en-US" sz="1100" b="1" dirty="0" smtClean="0">
                <a:latin typeface="微软雅黑" panose="020B0503020204020204" pitchFamily="34" charset="-122"/>
                <a:ea typeface="微软雅黑" panose="020B0503020204020204" pitchFamily="34" charset="-122"/>
              </a:rPr>
              <a:t>边学边做</a:t>
            </a:r>
            <a:endParaRPr lang="en-US" altLang="zh-CN" sz="1100" b="1" dirty="0" smtClean="0">
              <a:latin typeface="微软雅黑" panose="020B0503020204020204" pitchFamily="34" charset="-122"/>
              <a:ea typeface="微软雅黑" panose="020B0503020204020204" pitchFamily="34" charset="-122"/>
            </a:endParaRPr>
          </a:p>
          <a:p>
            <a:pPr fontAlgn="ctr"/>
            <a:r>
              <a:rPr lang="en-US" altLang="zh-CN" sz="1100" b="1" dirty="0">
                <a:latin typeface="微软雅黑" panose="020B0503020204020204" pitchFamily="34" charset="-122"/>
                <a:ea typeface="微软雅黑" panose="020B0503020204020204" pitchFamily="34" charset="-122"/>
              </a:rPr>
              <a:t> </a:t>
            </a:r>
            <a:r>
              <a:rPr lang="en-US" altLang="zh-CN" sz="1100" b="1" dirty="0" smtClean="0">
                <a:latin typeface="微软雅黑" panose="020B0503020204020204" pitchFamily="34" charset="-122"/>
                <a:ea typeface="微软雅黑" panose="020B0503020204020204" pitchFamily="34" charset="-122"/>
              </a:rPr>
              <a:t>  (</a:t>
            </a:r>
            <a:r>
              <a:rPr lang="en-US" altLang="zh-CN" sz="1100" b="1" dirty="0">
                <a:latin typeface="微软雅黑" panose="020B0503020204020204" pitchFamily="34" charset="-122"/>
                <a:ea typeface="微软雅黑" panose="020B0503020204020204" pitchFamily="34" charset="-122"/>
              </a:rPr>
              <a:t>1</a:t>
            </a:r>
            <a:r>
              <a:rPr lang="zh-CN" altLang="en-US" sz="1100" b="1" dirty="0" smtClean="0">
                <a:latin typeface="微软雅黑" panose="020B0503020204020204" pitchFamily="34" charset="-122"/>
                <a:ea typeface="微软雅黑" panose="020B0503020204020204" pitchFamily="34" charset="-122"/>
              </a:rPr>
              <a:t>件</a:t>
            </a:r>
            <a:r>
              <a:rPr lang="en-US" altLang="zh-CN" sz="1100" b="1" dirty="0" smtClean="0">
                <a:latin typeface="微软雅黑" panose="020B0503020204020204" pitchFamily="34" charset="-122"/>
                <a:ea typeface="微软雅黑" panose="020B0503020204020204" pitchFamily="34" charset="-122"/>
              </a:rPr>
              <a:t>)</a:t>
            </a:r>
          </a:p>
          <a:p>
            <a:pPr marL="171450" indent="-171450" fontAlgn="ctr">
              <a:buFont typeface="Arial" panose="020B0604020202020204" pitchFamily="34" charset="0"/>
              <a:buChar char="•"/>
            </a:pPr>
            <a:endParaRPr lang="en-US" altLang="zh-CN" sz="1000" dirty="0" smtClean="0">
              <a:latin typeface="微软雅黑" panose="020B0503020204020204" pitchFamily="34" charset="-122"/>
              <a:ea typeface="微软雅黑" panose="020B0503020204020204" pitchFamily="34" charset="-122"/>
            </a:endParaRPr>
          </a:p>
        </p:txBody>
      </p:sp>
      <p:sp>
        <p:nvSpPr>
          <p:cNvPr id="59" name="正方形/長方形 58"/>
          <p:cNvSpPr/>
          <p:nvPr/>
        </p:nvSpPr>
        <p:spPr>
          <a:xfrm>
            <a:off x="5341581" y="1872754"/>
            <a:ext cx="765772" cy="584775"/>
          </a:xfrm>
          <a:prstGeom prst="rect">
            <a:avLst/>
          </a:prstGeom>
        </p:spPr>
        <p:txBody>
          <a:bodyPr wrap="square">
            <a:spAutoFit/>
          </a:bodyPr>
          <a:lstStyle/>
          <a:p>
            <a:pPr fontAlgn="ctr"/>
            <a:r>
              <a:rPr lang="zh-CN" altLang="en-US" sz="1100" b="1" dirty="0" smtClean="0">
                <a:latin typeface="微软雅黑" panose="020B0503020204020204" pitchFamily="34" charset="-122"/>
                <a:ea typeface="微软雅黑" panose="020B0503020204020204" pitchFamily="34" charset="-122"/>
              </a:rPr>
              <a:t>边学边做（</a:t>
            </a:r>
            <a:r>
              <a:rPr lang="en-US" altLang="zh-CN" sz="1100" b="1" dirty="0" smtClean="0">
                <a:latin typeface="微软雅黑" panose="020B0503020204020204" pitchFamily="34" charset="-122"/>
                <a:ea typeface="微软雅黑" panose="020B0503020204020204" pitchFamily="34" charset="-122"/>
              </a:rPr>
              <a:t>1</a:t>
            </a:r>
            <a:r>
              <a:rPr lang="zh-CN" altLang="en-US" sz="1100" b="1" dirty="0" smtClean="0">
                <a:latin typeface="微软雅黑" panose="020B0503020204020204" pitchFamily="34" charset="-122"/>
                <a:ea typeface="微软雅黑" panose="020B0503020204020204" pitchFamily="34" charset="-122"/>
              </a:rPr>
              <a:t>件）</a:t>
            </a:r>
            <a:endParaRPr lang="en-US" altLang="zh-CN" sz="1100" b="1" dirty="0" smtClean="0">
              <a:latin typeface="微软雅黑" panose="020B0503020204020204" pitchFamily="34" charset="-122"/>
              <a:ea typeface="微软雅黑" panose="020B0503020204020204" pitchFamily="34" charset="-122"/>
            </a:endParaRPr>
          </a:p>
          <a:p>
            <a:pPr marL="171450" indent="-171450" fontAlgn="ctr">
              <a:buFont typeface="Arial" panose="020B0604020202020204" pitchFamily="34" charset="0"/>
              <a:buChar char="•"/>
            </a:pPr>
            <a:endParaRPr lang="en-US" altLang="zh-CN" sz="1000" dirty="0" smtClean="0">
              <a:latin typeface="微软雅黑" panose="020B0503020204020204" pitchFamily="34" charset="-122"/>
              <a:ea typeface="微软雅黑" panose="020B0503020204020204" pitchFamily="34" charset="-122"/>
            </a:endParaRPr>
          </a:p>
        </p:txBody>
      </p:sp>
      <p:sp>
        <p:nvSpPr>
          <p:cNvPr id="60" name="正方形/長方形 59"/>
          <p:cNvSpPr/>
          <p:nvPr/>
        </p:nvSpPr>
        <p:spPr>
          <a:xfrm>
            <a:off x="5165404" y="2251111"/>
            <a:ext cx="1488580" cy="600164"/>
          </a:xfrm>
          <a:prstGeom prst="rect">
            <a:avLst/>
          </a:prstGeom>
        </p:spPr>
        <p:txBody>
          <a:bodyPr wrap="square">
            <a:spAutoFit/>
          </a:bodyPr>
          <a:lstStyle/>
          <a:p>
            <a:pPr marL="171450" indent="-171450" fontAlgn="ctr">
              <a:buFont typeface="Arial" panose="020B0604020202020204" pitchFamily="34" charset="0"/>
              <a:buChar char="•"/>
            </a:pPr>
            <a:r>
              <a:rPr lang="en-US" altLang="zh-CN" sz="1100" dirty="0" smtClean="0">
                <a:latin typeface="微软雅黑" panose="020B0503020204020204" pitchFamily="34" charset="-122"/>
                <a:ea typeface="微软雅黑" panose="020B0503020204020204" pitchFamily="34" charset="-122"/>
              </a:rPr>
              <a:t>GUI-MK</a:t>
            </a:r>
            <a:r>
              <a:rPr lang="zh-CN" altLang="en-US" sz="1100" dirty="0" smtClean="0">
                <a:latin typeface="微软雅黑" panose="020B0503020204020204" pitchFamily="34" charset="-122"/>
                <a:ea typeface="微软雅黑" panose="020B0503020204020204" pitchFamily="34" charset="-122"/>
              </a:rPr>
              <a:t>、</a:t>
            </a:r>
            <a:r>
              <a:rPr lang="en-US" altLang="zh-CN" sz="1100" dirty="0" smtClean="0">
                <a:latin typeface="微软雅黑" panose="020B0503020204020204" pitchFamily="34" charset="-122"/>
                <a:ea typeface="微软雅黑" panose="020B0503020204020204" pitchFamily="34" charset="-122"/>
              </a:rPr>
              <a:t>CT</a:t>
            </a:r>
            <a:r>
              <a:rPr lang="zh-CN" altLang="en-US" sz="1100" dirty="0" smtClean="0">
                <a:latin typeface="微软雅黑" panose="020B0503020204020204" pitchFamily="34" charset="-122"/>
                <a:ea typeface="微软雅黑" panose="020B0503020204020204" pitchFamily="34" charset="-122"/>
              </a:rPr>
              <a:t>、</a:t>
            </a:r>
            <a:r>
              <a:rPr lang="en-US" altLang="zh-CN" sz="1100" dirty="0" smtClean="0">
                <a:latin typeface="微软雅黑" panose="020B0503020204020204" pitchFamily="34" charset="-122"/>
                <a:ea typeface="微软雅黑" panose="020B0503020204020204" pitchFamily="34" charset="-122"/>
              </a:rPr>
              <a:t>RT</a:t>
            </a:r>
            <a:r>
              <a:rPr lang="zh-CN" altLang="en-US" sz="1100" dirty="0" smtClean="0">
                <a:latin typeface="微软雅黑" panose="020B0503020204020204" pitchFamily="34" charset="-122"/>
                <a:ea typeface="微软雅黑" panose="020B0503020204020204" pitchFamily="34" charset="-122"/>
              </a:rPr>
              <a:t>测试</a:t>
            </a:r>
            <a:endParaRPr lang="en-US" altLang="zh-CN" sz="1100" dirty="0" smtClean="0">
              <a:latin typeface="微软雅黑" panose="020B0503020204020204" pitchFamily="34" charset="-122"/>
              <a:ea typeface="微软雅黑" panose="020B0503020204020204" pitchFamily="34" charset="-122"/>
            </a:endParaRPr>
          </a:p>
          <a:p>
            <a:pPr marL="171450" indent="-171450" fontAlgn="ctr">
              <a:buFont typeface="Arial" panose="020B0604020202020204" pitchFamily="34" charset="0"/>
              <a:buChar char="•"/>
            </a:pPr>
            <a:r>
              <a:rPr lang="zh-CN" altLang="en-US" sz="1100" dirty="0" smtClean="0">
                <a:latin typeface="微软雅黑" panose="020B0503020204020204" pitchFamily="34" charset="-122"/>
                <a:ea typeface="微软雅黑" panose="020B0503020204020204" pitchFamily="34" charset="-122"/>
              </a:rPr>
              <a:t>适用测试</a:t>
            </a:r>
            <a:endParaRPr lang="en-US" altLang="zh-CN" sz="1100" dirty="0" smtClean="0">
              <a:latin typeface="微软雅黑" panose="020B0503020204020204" pitchFamily="34" charset="-122"/>
              <a:ea typeface="微软雅黑" panose="020B0503020204020204" pitchFamily="34" charset="-122"/>
            </a:endParaRPr>
          </a:p>
        </p:txBody>
      </p:sp>
      <p:sp>
        <p:nvSpPr>
          <p:cNvPr id="61" name="正方形/長方形 60"/>
          <p:cNvSpPr/>
          <p:nvPr/>
        </p:nvSpPr>
        <p:spPr>
          <a:xfrm>
            <a:off x="7006734" y="1872754"/>
            <a:ext cx="861011" cy="430887"/>
          </a:xfrm>
          <a:prstGeom prst="rect">
            <a:avLst/>
          </a:prstGeom>
        </p:spPr>
        <p:txBody>
          <a:bodyPr wrap="square">
            <a:spAutoFit/>
          </a:bodyPr>
          <a:lstStyle/>
          <a:p>
            <a:pPr fontAlgn="ctr"/>
            <a:r>
              <a:rPr lang="zh-CN" altLang="en-US" sz="1100" b="1" dirty="0" smtClean="0">
                <a:latin typeface="微软雅黑" panose="020B0503020204020204" pitchFamily="34" charset="-122"/>
                <a:ea typeface="微软雅黑" panose="020B0503020204020204" pitchFamily="34" charset="-122"/>
              </a:rPr>
              <a:t>边学边做</a:t>
            </a:r>
            <a:endParaRPr lang="en-US" altLang="zh-CN" sz="1100" b="1" dirty="0" smtClean="0">
              <a:latin typeface="微软雅黑" panose="020B0503020204020204" pitchFamily="34" charset="-122"/>
              <a:ea typeface="微软雅黑" panose="020B0503020204020204" pitchFamily="34" charset="-122"/>
            </a:endParaRPr>
          </a:p>
          <a:p>
            <a:pPr fontAlgn="ctr"/>
            <a:r>
              <a:rPr lang="zh-CN" altLang="en-US" sz="1100" b="1" dirty="0" smtClean="0">
                <a:latin typeface="微软雅黑" panose="020B0503020204020204" pitchFamily="34" charset="-122"/>
                <a:ea typeface="微软雅黑" panose="020B0503020204020204" pitchFamily="34" charset="-122"/>
              </a:rPr>
              <a:t>（</a:t>
            </a:r>
            <a:r>
              <a:rPr lang="en-US" altLang="zh-CN" sz="1100" b="1" dirty="0">
                <a:latin typeface="微软雅黑" panose="020B0503020204020204" pitchFamily="34" charset="-122"/>
                <a:ea typeface="微软雅黑" panose="020B0503020204020204" pitchFamily="34" charset="-122"/>
              </a:rPr>
              <a:t>3</a:t>
            </a:r>
            <a:r>
              <a:rPr lang="zh-CN" altLang="en-US" sz="1100" b="1" dirty="0" smtClean="0">
                <a:latin typeface="微软雅黑" panose="020B0503020204020204" pitchFamily="34" charset="-122"/>
                <a:ea typeface="微软雅黑" panose="020B0503020204020204" pitchFamily="34" charset="-122"/>
              </a:rPr>
              <a:t>件）</a:t>
            </a:r>
            <a:endParaRPr lang="en-US" altLang="zh-CN" sz="1100" b="1" dirty="0" smtClean="0">
              <a:latin typeface="微软雅黑" panose="020B0503020204020204" pitchFamily="34" charset="-122"/>
              <a:ea typeface="微软雅黑" panose="020B0503020204020204" pitchFamily="34" charset="-122"/>
            </a:endParaRPr>
          </a:p>
        </p:txBody>
      </p:sp>
      <p:sp>
        <p:nvSpPr>
          <p:cNvPr id="62" name="正方形/長方形 61"/>
          <p:cNvSpPr/>
          <p:nvPr/>
        </p:nvSpPr>
        <p:spPr>
          <a:xfrm>
            <a:off x="6914203" y="2243652"/>
            <a:ext cx="1439412" cy="938719"/>
          </a:xfrm>
          <a:prstGeom prst="rect">
            <a:avLst/>
          </a:prstGeom>
        </p:spPr>
        <p:txBody>
          <a:bodyPr wrap="square">
            <a:spAutoFit/>
          </a:bodyPr>
          <a:lstStyle/>
          <a:p>
            <a:pPr marL="171450" indent="-171450" fontAlgn="ctr">
              <a:buFont typeface="Arial" panose="020B0604020202020204" pitchFamily="34" charset="0"/>
              <a:buChar char="•"/>
            </a:pPr>
            <a:r>
              <a:rPr lang="en-US" altLang="zh-CN" sz="1100" dirty="0" smtClean="0">
                <a:latin typeface="微软雅黑" panose="020B0503020204020204" pitchFamily="34" charset="-122"/>
                <a:ea typeface="微软雅黑" panose="020B0503020204020204" pitchFamily="34" charset="-122"/>
              </a:rPr>
              <a:t>GUI-MK</a:t>
            </a:r>
            <a:r>
              <a:rPr lang="zh-CN" altLang="en-US" sz="1100" dirty="0" smtClean="0">
                <a:latin typeface="微软雅黑" panose="020B0503020204020204" pitchFamily="34" charset="-122"/>
                <a:ea typeface="微软雅黑" panose="020B0503020204020204" pitchFamily="34" charset="-122"/>
              </a:rPr>
              <a:t>、</a:t>
            </a:r>
            <a:r>
              <a:rPr lang="en-US" altLang="zh-CN" sz="1100" dirty="0" smtClean="0">
                <a:latin typeface="微软雅黑" panose="020B0503020204020204" pitchFamily="34" charset="-122"/>
                <a:ea typeface="微软雅黑" panose="020B0503020204020204" pitchFamily="34" charset="-122"/>
              </a:rPr>
              <a:t>CT</a:t>
            </a:r>
            <a:r>
              <a:rPr lang="zh-CN" altLang="en-US" sz="1100" dirty="0" smtClean="0">
                <a:latin typeface="微软雅黑" panose="020B0503020204020204" pitchFamily="34" charset="-122"/>
                <a:ea typeface="微软雅黑" panose="020B0503020204020204" pitchFamily="34" charset="-122"/>
              </a:rPr>
              <a:t>、</a:t>
            </a:r>
            <a:r>
              <a:rPr lang="en-US" altLang="zh-CN" sz="1100" dirty="0" smtClean="0">
                <a:latin typeface="微软雅黑" panose="020B0503020204020204" pitchFamily="34" charset="-122"/>
                <a:ea typeface="微软雅黑" panose="020B0503020204020204" pitchFamily="34" charset="-122"/>
              </a:rPr>
              <a:t>RT</a:t>
            </a:r>
            <a:r>
              <a:rPr lang="zh-CN" altLang="en-US" sz="1100" dirty="0" smtClean="0">
                <a:latin typeface="微软雅黑" panose="020B0503020204020204" pitchFamily="34" charset="-122"/>
                <a:ea typeface="微软雅黑" panose="020B0503020204020204" pitchFamily="34" charset="-122"/>
              </a:rPr>
              <a:t>测试</a:t>
            </a:r>
            <a:endParaRPr lang="en-US" altLang="zh-CN" sz="1100" dirty="0" smtClean="0">
              <a:latin typeface="微软雅黑" panose="020B0503020204020204" pitchFamily="34" charset="-122"/>
              <a:ea typeface="微软雅黑" panose="020B0503020204020204" pitchFamily="34" charset="-122"/>
            </a:endParaRPr>
          </a:p>
          <a:p>
            <a:pPr marL="171450" indent="-171450" fontAlgn="ctr">
              <a:buFont typeface="Arial" panose="020B0604020202020204" pitchFamily="34" charset="0"/>
              <a:buChar char="•"/>
            </a:pPr>
            <a:r>
              <a:rPr lang="en-US" altLang="zh-CN" sz="1100" dirty="0" smtClean="0">
                <a:latin typeface="微软雅黑" panose="020B0503020204020204" pitchFamily="34" charset="-122"/>
                <a:ea typeface="微软雅黑" panose="020B0503020204020204" pitchFamily="34" charset="-122"/>
              </a:rPr>
              <a:t>FW-MK</a:t>
            </a:r>
            <a:r>
              <a:rPr lang="zh-CN" altLang="en-US" sz="1100" dirty="0" smtClean="0">
                <a:latin typeface="微软雅黑" panose="020B0503020204020204" pitchFamily="34" charset="-122"/>
                <a:ea typeface="微软雅黑" panose="020B0503020204020204" pitchFamily="34" charset="-122"/>
              </a:rPr>
              <a:t>、</a:t>
            </a:r>
            <a:r>
              <a:rPr lang="en-US" altLang="zh-CN" sz="1100" dirty="0" smtClean="0">
                <a:latin typeface="微软雅黑" panose="020B0503020204020204" pitchFamily="34" charset="-122"/>
                <a:ea typeface="微软雅黑" panose="020B0503020204020204" pitchFamily="34" charset="-122"/>
              </a:rPr>
              <a:t>CT</a:t>
            </a:r>
            <a:r>
              <a:rPr lang="zh-CN" altLang="en-US" sz="1100" dirty="0" smtClean="0">
                <a:latin typeface="微软雅黑" panose="020B0503020204020204" pitchFamily="34" charset="-122"/>
                <a:ea typeface="微软雅黑" panose="020B0503020204020204" pitchFamily="34" charset="-122"/>
              </a:rPr>
              <a:t>、</a:t>
            </a:r>
            <a:r>
              <a:rPr lang="en-US" altLang="zh-CN" sz="1100" dirty="0" smtClean="0">
                <a:latin typeface="微软雅黑" panose="020B0503020204020204" pitchFamily="34" charset="-122"/>
                <a:ea typeface="微软雅黑" panose="020B0503020204020204" pitchFamily="34" charset="-122"/>
              </a:rPr>
              <a:t>RT</a:t>
            </a:r>
            <a:r>
              <a:rPr lang="zh-CN" altLang="en-US" sz="1100" dirty="0" smtClean="0">
                <a:latin typeface="微软雅黑" panose="020B0503020204020204" pitchFamily="34" charset="-122"/>
                <a:ea typeface="微软雅黑" panose="020B0503020204020204" pitchFamily="34" charset="-122"/>
              </a:rPr>
              <a:t>测试</a:t>
            </a:r>
            <a:endParaRPr lang="en-US" altLang="zh-CN" sz="1100" dirty="0" smtClean="0">
              <a:latin typeface="微软雅黑" panose="020B0503020204020204" pitchFamily="34" charset="-122"/>
              <a:ea typeface="微软雅黑" panose="020B0503020204020204" pitchFamily="34" charset="-122"/>
            </a:endParaRPr>
          </a:p>
          <a:p>
            <a:pPr marL="171450" indent="-171450" fontAlgn="ctr">
              <a:buFont typeface="Arial" panose="020B0604020202020204" pitchFamily="34" charset="0"/>
              <a:buChar char="•"/>
            </a:pPr>
            <a:r>
              <a:rPr lang="zh-CN" altLang="en-US" sz="1100" dirty="0" smtClean="0">
                <a:latin typeface="微软雅黑" panose="020B0503020204020204" pitchFamily="34" charset="-122"/>
                <a:ea typeface="微软雅黑" panose="020B0503020204020204" pitchFamily="34" charset="-122"/>
              </a:rPr>
              <a:t>适用测试</a:t>
            </a:r>
            <a:endParaRPr lang="en-US" altLang="zh-CN" sz="1100" dirty="0" smtClean="0">
              <a:latin typeface="微软雅黑" panose="020B0503020204020204" pitchFamily="34" charset="-122"/>
              <a:ea typeface="微软雅黑" panose="020B0503020204020204" pitchFamily="34" charset="-122"/>
            </a:endParaRPr>
          </a:p>
        </p:txBody>
      </p:sp>
      <p:sp>
        <p:nvSpPr>
          <p:cNvPr id="63" name="正方形/長方形 62"/>
          <p:cNvSpPr/>
          <p:nvPr/>
        </p:nvSpPr>
        <p:spPr>
          <a:xfrm>
            <a:off x="2227385" y="1957392"/>
            <a:ext cx="599735" cy="261610"/>
          </a:xfrm>
          <a:prstGeom prst="rect">
            <a:avLst/>
          </a:prstGeom>
        </p:spPr>
        <p:txBody>
          <a:bodyPr wrap="square">
            <a:spAutoFit/>
          </a:bodyPr>
          <a:lstStyle/>
          <a:p>
            <a:pPr fontAlgn="ctr"/>
            <a:r>
              <a:rPr lang="zh-CN" altLang="en-US" sz="1100" b="1" dirty="0" smtClean="0">
                <a:latin typeface="微软雅黑" panose="020B0503020204020204" pitchFamily="34" charset="-122"/>
                <a:ea typeface="微软雅黑" panose="020B0503020204020204" pitchFamily="34" charset="-122"/>
              </a:rPr>
              <a:t>学习</a:t>
            </a:r>
            <a:endParaRPr lang="en-US" altLang="zh-CN" sz="1100" b="1" dirty="0" smtClean="0">
              <a:latin typeface="微软雅黑" panose="020B0503020204020204" pitchFamily="34" charset="-122"/>
              <a:ea typeface="微软雅黑" panose="020B0503020204020204" pitchFamily="34" charset="-122"/>
            </a:endParaRPr>
          </a:p>
        </p:txBody>
      </p:sp>
      <p:sp>
        <p:nvSpPr>
          <p:cNvPr id="64" name="正方形/長方形 63"/>
          <p:cNvSpPr/>
          <p:nvPr/>
        </p:nvSpPr>
        <p:spPr>
          <a:xfrm>
            <a:off x="491646" y="1939915"/>
            <a:ext cx="599735" cy="261610"/>
          </a:xfrm>
          <a:prstGeom prst="rect">
            <a:avLst/>
          </a:prstGeom>
        </p:spPr>
        <p:txBody>
          <a:bodyPr wrap="square">
            <a:spAutoFit/>
          </a:bodyPr>
          <a:lstStyle/>
          <a:p>
            <a:pPr fontAlgn="ctr"/>
            <a:r>
              <a:rPr lang="zh-CN" altLang="en-US" sz="1100" b="1" dirty="0" smtClean="0">
                <a:latin typeface="微软雅黑" panose="020B0503020204020204" pitchFamily="34" charset="-122"/>
                <a:ea typeface="微软雅黑" panose="020B0503020204020204" pitchFamily="34" charset="-122"/>
              </a:rPr>
              <a:t>学习</a:t>
            </a:r>
            <a:endParaRPr lang="en-US" altLang="zh-CN" sz="1100" b="1" dirty="0" smtClean="0">
              <a:latin typeface="微软雅黑" panose="020B0503020204020204" pitchFamily="34" charset="-122"/>
              <a:ea typeface="微软雅黑" panose="020B0503020204020204" pitchFamily="34" charset="-122"/>
            </a:endParaRPr>
          </a:p>
        </p:txBody>
      </p:sp>
      <p:graphicFrame>
        <p:nvGraphicFramePr>
          <p:cNvPr id="65" name="图表 154"/>
          <p:cNvGraphicFramePr/>
          <p:nvPr>
            <p:extLst>
              <p:ext uri="{D42A27DB-BD31-4B8C-83A1-F6EECF244321}">
                <p14:modId xmlns:p14="http://schemas.microsoft.com/office/powerpoint/2010/main" val="249431617"/>
              </p:ext>
            </p:extLst>
          </p:nvPr>
        </p:nvGraphicFramePr>
        <p:xfrm>
          <a:off x="739577" y="3490022"/>
          <a:ext cx="3248276" cy="2608888"/>
        </p:xfrm>
        <a:graphic>
          <a:graphicData uri="http://schemas.openxmlformats.org/drawingml/2006/chart">
            <c:chart xmlns:c="http://schemas.openxmlformats.org/drawingml/2006/chart" xmlns:r="http://schemas.openxmlformats.org/officeDocument/2006/relationships" r:id="rId3"/>
          </a:graphicData>
        </a:graphic>
      </p:graphicFrame>
      <p:sp>
        <p:nvSpPr>
          <p:cNvPr id="67" name="任意多边形 87"/>
          <p:cNvSpPr/>
          <p:nvPr/>
        </p:nvSpPr>
        <p:spPr bwMode="auto">
          <a:xfrm flipH="1">
            <a:off x="6500792" y="3704582"/>
            <a:ext cx="380472" cy="1881978"/>
          </a:xfrm>
          <a:custGeom>
            <a:avLst/>
            <a:gdLst>
              <a:gd name="T0" fmla="*/ 497243 w 994488"/>
              <a:gd name="T1" fmla="*/ 0 h 4547732"/>
              <a:gd name="T2" fmla="*/ 713243 w 994488"/>
              <a:gd name="T3" fmla="*/ 216000 h 4547732"/>
              <a:gd name="T4" fmla="*/ 713243 w 994488"/>
              <a:gd name="T5" fmla="*/ 3604505 h 4547732"/>
              <a:gd name="T6" fmla="*/ 775258 w 994488"/>
              <a:gd name="T7" fmla="*/ 3638166 h 4547732"/>
              <a:gd name="T8" fmla="*/ 994488 w 994488"/>
              <a:gd name="T9" fmla="*/ 4050488 h 4547732"/>
              <a:gd name="T10" fmla="*/ 497244 w 994488"/>
              <a:gd name="T11" fmla="*/ 4547732 h 4547732"/>
              <a:gd name="T12" fmla="*/ 0 w 994488"/>
              <a:gd name="T13" fmla="*/ 4050488 h 4547732"/>
              <a:gd name="T14" fmla="*/ 219230 w 994488"/>
              <a:gd name="T15" fmla="*/ 3638166 h 4547732"/>
              <a:gd name="T16" fmla="*/ 281243 w 994488"/>
              <a:gd name="T17" fmla="*/ 3604506 h 4547732"/>
              <a:gd name="T18" fmla="*/ 281243 w 994488"/>
              <a:gd name="T19" fmla="*/ 216000 h 4547732"/>
              <a:gd name="T20" fmla="*/ 497243 w 994488"/>
              <a:gd name="T21" fmla="*/ 0 h 4547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4488" h="4547732">
                <a:moveTo>
                  <a:pt x="497243" y="0"/>
                </a:moveTo>
                <a:cubicBezTo>
                  <a:pt x="616537" y="0"/>
                  <a:pt x="713243" y="96706"/>
                  <a:pt x="713243" y="216000"/>
                </a:cubicBezTo>
                <a:lnTo>
                  <a:pt x="713243" y="3604505"/>
                </a:lnTo>
                <a:lnTo>
                  <a:pt x="775258" y="3638166"/>
                </a:lnTo>
                <a:cubicBezTo>
                  <a:pt x="907526" y="3727524"/>
                  <a:pt x="994488" y="3878851"/>
                  <a:pt x="994488" y="4050488"/>
                </a:cubicBezTo>
                <a:cubicBezTo>
                  <a:pt x="994488" y="4325108"/>
                  <a:pt x="771864" y="4547732"/>
                  <a:pt x="497244" y="4547732"/>
                </a:cubicBezTo>
                <a:cubicBezTo>
                  <a:pt x="222624" y="4547732"/>
                  <a:pt x="0" y="4325108"/>
                  <a:pt x="0" y="4050488"/>
                </a:cubicBezTo>
                <a:cubicBezTo>
                  <a:pt x="0" y="3878851"/>
                  <a:pt x="86963" y="3727524"/>
                  <a:pt x="219230" y="3638166"/>
                </a:cubicBezTo>
                <a:lnTo>
                  <a:pt x="281243" y="3604506"/>
                </a:lnTo>
                <a:lnTo>
                  <a:pt x="281243" y="216000"/>
                </a:lnTo>
                <a:cubicBezTo>
                  <a:pt x="281243" y="96706"/>
                  <a:pt x="377949" y="0"/>
                  <a:pt x="497243" y="0"/>
                </a:cubicBezTo>
                <a:close/>
              </a:path>
            </a:pathLst>
          </a:custGeom>
          <a:solidFill>
            <a:schemeClr val="bg1">
              <a:alpha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sp>
        <p:nvSpPr>
          <p:cNvPr id="68" name="圆角矩形 23"/>
          <p:cNvSpPr/>
          <p:nvPr/>
        </p:nvSpPr>
        <p:spPr>
          <a:xfrm>
            <a:off x="4482907" y="3681222"/>
            <a:ext cx="3894745" cy="222407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indent="-342900" algn="ctr">
              <a:buFont typeface="Calibri" panose="020F0502020204030204" pitchFamily="34" charset="0"/>
              <a:buAutoNum type="arabicPeriod"/>
            </a:pPr>
            <a:endParaRPr lang="zh-CN" altLang="en-US">
              <a:solidFill>
                <a:srgbClr val="FFFFFF"/>
              </a:solidFill>
              <a:latin typeface="Calibri" panose="020F0502020204030204" pitchFamily="34" charset="0"/>
            </a:endParaRPr>
          </a:p>
        </p:txBody>
      </p:sp>
      <p:grpSp>
        <p:nvGrpSpPr>
          <p:cNvPr id="69" name="组合 7"/>
          <p:cNvGrpSpPr/>
          <p:nvPr/>
        </p:nvGrpSpPr>
        <p:grpSpPr bwMode="auto">
          <a:xfrm>
            <a:off x="4458279" y="3807795"/>
            <a:ext cx="3542101" cy="1866050"/>
            <a:chOff x="-327402" y="0"/>
            <a:chExt cx="6619657" cy="3580162"/>
          </a:xfrm>
        </p:grpSpPr>
        <p:cxnSp>
          <p:nvCxnSpPr>
            <p:cNvPr id="70" name="直接连接符 8"/>
            <p:cNvCxnSpPr>
              <a:cxnSpLocks noChangeShapeType="1"/>
            </p:cNvCxnSpPr>
            <p:nvPr/>
          </p:nvCxnSpPr>
          <p:spPr bwMode="auto">
            <a:xfrm>
              <a:off x="639864" y="3327900"/>
              <a:ext cx="5652391" cy="0"/>
            </a:xfrm>
            <a:prstGeom prst="line">
              <a:avLst/>
            </a:prstGeom>
            <a:noFill/>
            <a:ln w="12700" cmpd="sng">
              <a:solidFill>
                <a:schemeClr val="bg1"/>
              </a:solidFill>
              <a:prstDash val="dash"/>
              <a:round/>
            </a:ln>
            <a:extLst>
              <a:ext uri="{909E8E84-426E-40DD-AFC4-6F175D3DCCD1}">
                <a14:hiddenFill xmlns:a14="http://schemas.microsoft.com/office/drawing/2010/main">
                  <a:noFill/>
                </a14:hiddenFill>
              </a:ext>
            </a:extLst>
          </p:spPr>
        </p:cxnSp>
        <p:cxnSp>
          <p:nvCxnSpPr>
            <p:cNvPr id="71" name="直接连接符 10"/>
            <p:cNvCxnSpPr>
              <a:cxnSpLocks noChangeShapeType="1"/>
            </p:cNvCxnSpPr>
            <p:nvPr/>
          </p:nvCxnSpPr>
          <p:spPr bwMode="auto">
            <a:xfrm>
              <a:off x="639864" y="2689629"/>
              <a:ext cx="5652391" cy="0"/>
            </a:xfrm>
            <a:prstGeom prst="line">
              <a:avLst/>
            </a:prstGeom>
            <a:noFill/>
            <a:ln w="12700" cmpd="sng">
              <a:solidFill>
                <a:schemeClr val="bg1"/>
              </a:solidFill>
              <a:prstDash val="dash"/>
              <a:round/>
            </a:ln>
            <a:extLst>
              <a:ext uri="{909E8E84-426E-40DD-AFC4-6F175D3DCCD1}">
                <a14:hiddenFill xmlns:a14="http://schemas.microsoft.com/office/drawing/2010/main">
                  <a:noFill/>
                </a14:hiddenFill>
              </a:ext>
            </a:extLst>
          </p:spPr>
        </p:cxnSp>
        <p:cxnSp>
          <p:nvCxnSpPr>
            <p:cNvPr id="72" name="直接连接符 13"/>
            <p:cNvCxnSpPr>
              <a:cxnSpLocks noChangeShapeType="1"/>
            </p:cNvCxnSpPr>
            <p:nvPr/>
          </p:nvCxnSpPr>
          <p:spPr bwMode="auto">
            <a:xfrm>
              <a:off x="639864" y="2049770"/>
              <a:ext cx="5652391" cy="0"/>
            </a:xfrm>
            <a:prstGeom prst="line">
              <a:avLst/>
            </a:prstGeom>
            <a:noFill/>
            <a:ln w="12700" cmpd="sng">
              <a:solidFill>
                <a:schemeClr val="bg1"/>
              </a:solidFill>
              <a:prstDash val="dash"/>
              <a:round/>
            </a:ln>
            <a:extLst>
              <a:ext uri="{909E8E84-426E-40DD-AFC4-6F175D3DCCD1}">
                <a14:hiddenFill xmlns:a14="http://schemas.microsoft.com/office/drawing/2010/main">
                  <a:noFill/>
                </a14:hiddenFill>
              </a:ext>
            </a:extLst>
          </p:spPr>
        </p:cxnSp>
        <p:cxnSp>
          <p:nvCxnSpPr>
            <p:cNvPr id="73" name="直接连接符 16"/>
            <p:cNvCxnSpPr>
              <a:cxnSpLocks noChangeShapeType="1"/>
            </p:cNvCxnSpPr>
            <p:nvPr/>
          </p:nvCxnSpPr>
          <p:spPr bwMode="auto">
            <a:xfrm>
              <a:off x="639864" y="773228"/>
              <a:ext cx="5652391" cy="0"/>
            </a:xfrm>
            <a:prstGeom prst="line">
              <a:avLst/>
            </a:prstGeom>
            <a:noFill/>
            <a:ln w="12700" cmpd="sng">
              <a:solidFill>
                <a:schemeClr val="bg1"/>
              </a:solidFill>
              <a:prstDash val="dash"/>
              <a:round/>
            </a:ln>
            <a:extLst>
              <a:ext uri="{909E8E84-426E-40DD-AFC4-6F175D3DCCD1}">
                <a14:hiddenFill xmlns:a14="http://schemas.microsoft.com/office/drawing/2010/main">
                  <a:noFill/>
                </a14:hiddenFill>
              </a:ext>
            </a:extLst>
          </p:spPr>
        </p:cxnSp>
        <p:cxnSp>
          <p:nvCxnSpPr>
            <p:cNvPr id="74" name="直接连接符 17"/>
            <p:cNvCxnSpPr>
              <a:cxnSpLocks noChangeShapeType="1"/>
            </p:cNvCxnSpPr>
            <p:nvPr/>
          </p:nvCxnSpPr>
          <p:spPr bwMode="auto">
            <a:xfrm>
              <a:off x="639864" y="134957"/>
              <a:ext cx="5652391" cy="0"/>
            </a:xfrm>
            <a:prstGeom prst="line">
              <a:avLst/>
            </a:prstGeom>
            <a:noFill/>
            <a:ln w="12700" cmpd="sng">
              <a:solidFill>
                <a:schemeClr val="bg1"/>
              </a:solidFill>
              <a:prstDash val="dash"/>
              <a:round/>
            </a:ln>
            <a:extLst>
              <a:ext uri="{909E8E84-426E-40DD-AFC4-6F175D3DCCD1}">
                <a14:hiddenFill xmlns:a14="http://schemas.microsoft.com/office/drawing/2010/main">
                  <a:noFill/>
                </a14:hiddenFill>
              </a:ext>
            </a:extLst>
          </p:spPr>
        </p:cxnSp>
        <p:cxnSp>
          <p:nvCxnSpPr>
            <p:cNvPr id="75" name="直接连接符 18"/>
            <p:cNvCxnSpPr>
              <a:cxnSpLocks noChangeShapeType="1"/>
            </p:cNvCxnSpPr>
            <p:nvPr/>
          </p:nvCxnSpPr>
          <p:spPr bwMode="auto">
            <a:xfrm>
              <a:off x="639864" y="1411499"/>
              <a:ext cx="5652391" cy="0"/>
            </a:xfrm>
            <a:prstGeom prst="line">
              <a:avLst/>
            </a:prstGeom>
            <a:noFill/>
            <a:ln w="12700" cmpd="sng">
              <a:solidFill>
                <a:schemeClr val="bg1"/>
              </a:solidFill>
              <a:prstDash val="dash"/>
              <a:round/>
            </a:ln>
            <a:extLst>
              <a:ext uri="{909E8E84-426E-40DD-AFC4-6F175D3DCCD1}">
                <a14:hiddenFill xmlns:a14="http://schemas.microsoft.com/office/drawing/2010/main">
                  <a:noFill/>
                </a14:hiddenFill>
              </a:ext>
            </a:extLst>
          </p:spPr>
        </p:cxnSp>
        <p:sp>
          <p:nvSpPr>
            <p:cNvPr id="76" name="文本框 19"/>
            <p:cNvSpPr txBox="1">
              <a:spLocks noChangeArrowheads="1"/>
            </p:cNvSpPr>
            <p:nvPr/>
          </p:nvSpPr>
          <p:spPr bwMode="auto">
            <a:xfrm>
              <a:off x="-78781" y="3107768"/>
              <a:ext cx="709266" cy="472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r" eaLnBrk="1" hangingPunct="1"/>
              <a:r>
                <a:rPr lang="en-US" sz="1000" dirty="0">
                  <a:solidFill>
                    <a:schemeClr val="bg1"/>
                  </a:solidFill>
                  <a:latin typeface="Arial" panose="020B0604020202020204" pitchFamily="34" charset="0"/>
                  <a:cs typeface="Arial" panose="020B0604020202020204" pitchFamily="34" charset="0"/>
                </a:rPr>
                <a:t>0%</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77" name="文本框 20"/>
            <p:cNvSpPr txBox="1">
              <a:spLocks noChangeArrowheads="1"/>
            </p:cNvSpPr>
            <p:nvPr/>
          </p:nvSpPr>
          <p:spPr bwMode="auto">
            <a:xfrm>
              <a:off x="-192540" y="2510441"/>
              <a:ext cx="816039" cy="472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r" eaLnBrk="1" hangingPunct="1"/>
              <a:r>
                <a:rPr lang="en-US" sz="1000" dirty="0">
                  <a:solidFill>
                    <a:schemeClr val="bg1"/>
                  </a:solidFill>
                  <a:latin typeface="Arial" panose="020B0604020202020204" pitchFamily="34" charset="0"/>
                  <a:cs typeface="Arial" panose="020B0604020202020204" pitchFamily="34" charset="0"/>
                </a:rPr>
                <a:t>20%</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78" name="文本框 21"/>
            <p:cNvSpPr txBox="1">
              <a:spLocks noChangeArrowheads="1"/>
            </p:cNvSpPr>
            <p:nvPr/>
          </p:nvSpPr>
          <p:spPr bwMode="auto">
            <a:xfrm>
              <a:off x="-241523" y="1932111"/>
              <a:ext cx="857576" cy="472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r" eaLnBrk="1" hangingPunct="1"/>
              <a:r>
                <a:rPr lang="en-US" sz="1000" dirty="0">
                  <a:solidFill>
                    <a:schemeClr val="bg1"/>
                  </a:solidFill>
                  <a:latin typeface="Arial" panose="020B0604020202020204" pitchFamily="34" charset="0"/>
                  <a:cs typeface="Arial" panose="020B0604020202020204" pitchFamily="34" charset="0"/>
                </a:rPr>
                <a:t>40%</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79" name="文本框 22"/>
            <p:cNvSpPr txBox="1">
              <a:spLocks noChangeArrowheads="1"/>
            </p:cNvSpPr>
            <p:nvPr/>
          </p:nvSpPr>
          <p:spPr bwMode="auto">
            <a:xfrm>
              <a:off x="-285315" y="1288072"/>
              <a:ext cx="929383" cy="472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r" eaLnBrk="1" hangingPunct="1"/>
              <a:r>
                <a:rPr lang="en-US" sz="1000" dirty="0">
                  <a:solidFill>
                    <a:schemeClr val="bg1"/>
                  </a:solidFill>
                  <a:latin typeface="Arial" panose="020B0604020202020204" pitchFamily="34" charset="0"/>
                  <a:cs typeface="Arial" panose="020B0604020202020204" pitchFamily="34" charset="0"/>
                </a:rPr>
                <a:t>60%</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80" name="文本框 23"/>
            <p:cNvSpPr txBox="1">
              <a:spLocks noChangeArrowheads="1"/>
            </p:cNvSpPr>
            <p:nvPr/>
          </p:nvSpPr>
          <p:spPr bwMode="auto">
            <a:xfrm>
              <a:off x="-283477" y="580115"/>
              <a:ext cx="929383" cy="472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r" eaLnBrk="1" hangingPunct="1"/>
              <a:r>
                <a:rPr lang="en-US" sz="1000" dirty="0">
                  <a:solidFill>
                    <a:schemeClr val="bg1"/>
                  </a:solidFill>
                  <a:latin typeface="Arial" panose="020B0604020202020204" pitchFamily="34" charset="0"/>
                  <a:cs typeface="Arial" panose="020B0604020202020204" pitchFamily="34" charset="0"/>
                </a:rPr>
                <a:t>80%</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81" name="文本框 24"/>
            <p:cNvSpPr txBox="1">
              <a:spLocks noChangeArrowheads="1"/>
            </p:cNvSpPr>
            <p:nvPr/>
          </p:nvSpPr>
          <p:spPr bwMode="auto">
            <a:xfrm>
              <a:off x="-327402" y="0"/>
              <a:ext cx="971471" cy="472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r" eaLnBrk="1" hangingPunct="1"/>
              <a:r>
                <a:rPr lang="en-US" sz="1000" dirty="0">
                  <a:solidFill>
                    <a:schemeClr val="bg1"/>
                  </a:solidFill>
                  <a:latin typeface="Arial" panose="020B0604020202020204" pitchFamily="34" charset="0"/>
                  <a:cs typeface="Arial" panose="020B0604020202020204" pitchFamily="34" charset="0"/>
                </a:rPr>
                <a:t>100%</a:t>
              </a:r>
              <a:endParaRPr lang="zh-CN" altLang="en-US" sz="1000" dirty="0">
                <a:solidFill>
                  <a:schemeClr val="bg1"/>
                </a:solidFill>
                <a:latin typeface="Arial" panose="020B0604020202020204" pitchFamily="34" charset="0"/>
                <a:cs typeface="Arial" panose="020B0604020202020204" pitchFamily="34" charset="0"/>
              </a:endParaRPr>
            </a:p>
          </p:txBody>
        </p:sp>
      </p:grpSp>
      <p:sp>
        <p:nvSpPr>
          <p:cNvPr id="82" name="任意多边形 88"/>
          <p:cNvSpPr/>
          <p:nvPr/>
        </p:nvSpPr>
        <p:spPr bwMode="auto">
          <a:xfrm flipH="1">
            <a:off x="5409249" y="3807795"/>
            <a:ext cx="386231" cy="1763052"/>
          </a:xfrm>
          <a:custGeom>
            <a:avLst/>
            <a:gdLst>
              <a:gd name="T0" fmla="*/ 497243 w 994488"/>
              <a:gd name="T1" fmla="*/ 0 h 4547732"/>
              <a:gd name="T2" fmla="*/ 713243 w 994488"/>
              <a:gd name="T3" fmla="*/ 216000 h 4547732"/>
              <a:gd name="T4" fmla="*/ 713243 w 994488"/>
              <a:gd name="T5" fmla="*/ 3604505 h 4547732"/>
              <a:gd name="T6" fmla="*/ 775258 w 994488"/>
              <a:gd name="T7" fmla="*/ 3638166 h 4547732"/>
              <a:gd name="T8" fmla="*/ 994488 w 994488"/>
              <a:gd name="T9" fmla="*/ 4050488 h 4547732"/>
              <a:gd name="T10" fmla="*/ 497244 w 994488"/>
              <a:gd name="T11" fmla="*/ 4547732 h 4547732"/>
              <a:gd name="T12" fmla="*/ 0 w 994488"/>
              <a:gd name="T13" fmla="*/ 4050488 h 4547732"/>
              <a:gd name="T14" fmla="*/ 219230 w 994488"/>
              <a:gd name="T15" fmla="*/ 3638166 h 4547732"/>
              <a:gd name="T16" fmla="*/ 281243 w 994488"/>
              <a:gd name="T17" fmla="*/ 3604506 h 4547732"/>
              <a:gd name="T18" fmla="*/ 281243 w 994488"/>
              <a:gd name="T19" fmla="*/ 216000 h 4547732"/>
              <a:gd name="T20" fmla="*/ 497243 w 994488"/>
              <a:gd name="T21" fmla="*/ 0 h 4547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4488" h="4547732">
                <a:moveTo>
                  <a:pt x="497243" y="0"/>
                </a:moveTo>
                <a:cubicBezTo>
                  <a:pt x="616537" y="0"/>
                  <a:pt x="713243" y="96706"/>
                  <a:pt x="713243" y="216000"/>
                </a:cubicBezTo>
                <a:lnTo>
                  <a:pt x="713243" y="3604505"/>
                </a:lnTo>
                <a:lnTo>
                  <a:pt x="775258" y="3638166"/>
                </a:lnTo>
                <a:cubicBezTo>
                  <a:pt x="907526" y="3727524"/>
                  <a:pt x="994488" y="3878851"/>
                  <a:pt x="994488" y="4050488"/>
                </a:cubicBezTo>
                <a:cubicBezTo>
                  <a:pt x="994488" y="4325108"/>
                  <a:pt x="771864" y="4547732"/>
                  <a:pt x="497244" y="4547732"/>
                </a:cubicBezTo>
                <a:cubicBezTo>
                  <a:pt x="222624" y="4547732"/>
                  <a:pt x="0" y="4325108"/>
                  <a:pt x="0" y="4050488"/>
                </a:cubicBezTo>
                <a:cubicBezTo>
                  <a:pt x="0" y="3878851"/>
                  <a:pt x="86963" y="3727524"/>
                  <a:pt x="219230" y="3638166"/>
                </a:cubicBezTo>
                <a:lnTo>
                  <a:pt x="281243" y="3604506"/>
                </a:lnTo>
                <a:lnTo>
                  <a:pt x="281243" y="216000"/>
                </a:lnTo>
                <a:cubicBezTo>
                  <a:pt x="281243" y="96706"/>
                  <a:pt x="377949" y="0"/>
                  <a:pt x="497243" y="0"/>
                </a:cubicBezTo>
                <a:close/>
              </a:path>
            </a:pathLst>
          </a:custGeom>
          <a:solidFill>
            <a:schemeClr val="bg1">
              <a:alpha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pic>
        <p:nvPicPr>
          <p:cNvPr id="83" name="组合 3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5433876" y="4696934"/>
            <a:ext cx="338445" cy="868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文本框 36"/>
          <p:cNvSpPr txBox="1">
            <a:spLocks noChangeArrowheads="1"/>
          </p:cNvSpPr>
          <p:nvPr/>
        </p:nvSpPr>
        <p:spPr bwMode="auto">
          <a:xfrm flipH="1">
            <a:off x="5510114" y="5023877"/>
            <a:ext cx="22928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ctr" eaLnBrk="1" hangingPunct="1"/>
            <a:r>
              <a:rPr lang="en-US" sz="900" dirty="0">
                <a:solidFill>
                  <a:schemeClr val="bg1"/>
                </a:solidFill>
                <a:latin typeface="Arial" panose="020B0604020202020204" pitchFamily="34" charset="0"/>
                <a:cs typeface="Arial" panose="020B0604020202020204" pitchFamily="34" charset="0"/>
              </a:rPr>
              <a:t>50%</a:t>
            </a:r>
            <a:endParaRPr lang="zh-CN" altLang="en-US" sz="900" dirty="0">
              <a:solidFill>
                <a:schemeClr val="bg1"/>
              </a:solidFill>
              <a:latin typeface="Arial" panose="020B0604020202020204" pitchFamily="34" charset="0"/>
              <a:cs typeface="Arial" panose="020B0604020202020204" pitchFamily="34" charset="0"/>
            </a:endParaRPr>
          </a:p>
        </p:txBody>
      </p:sp>
      <p:sp>
        <p:nvSpPr>
          <p:cNvPr id="85" name="任意多边形 87"/>
          <p:cNvSpPr/>
          <p:nvPr/>
        </p:nvSpPr>
        <p:spPr bwMode="auto">
          <a:xfrm flipH="1">
            <a:off x="6381780" y="3789789"/>
            <a:ext cx="385353" cy="1735134"/>
          </a:xfrm>
          <a:custGeom>
            <a:avLst/>
            <a:gdLst>
              <a:gd name="T0" fmla="*/ 497243 w 994488"/>
              <a:gd name="T1" fmla="*/ 0 h 4547732"/>
              <a:gd name="T2" fmla="*/ 713243 w 994488"/>
              <a:gd name="T3" fmla="*/ 216000 h 4547732"/>
              <a:gd name="T4" fmla="*/ 713243 w 994488"/>
              <a:gd name="T5" fmla="*/ 3604505 h 4547732"/>
              <a:gd name="T6" fmla="*/ 775258 w 994488"/>
              <a:gd name="T7" fmla="*/ 3638166 h 4547732"/>
              <a:gd name="T8" fmla="*/ 994488 w 994488"/>
              <a:gd name="T9" fmla="*/ 4050488 h 4547732"/>
              <a:gd name="T10" fmla="*/ 497244 w 994488"/>
              <a:gd name="T11" fmla="*/ 4547732 h 4547732"/>
              <a:gd name="T12" fmla="*/ 0 w 994488"/>
              <a:gd name="T13" fmla="*/ 4050488 h 4547732"/>
              <a:gd name="T14" fmla="*/ 219230 w 994488"/>
              <a:gd name="T15" fmla="*/ 3638166 h 4547732"/>
              <a:gd name="T16" fmla="*/ 281243 w 994488"/>
              <a:gd name="T17" fmla="*/ 3604506 h 4547732"/>
              <a:gd name="T18" fmla="*/ 281243 w 994488"/>
              <a:gd name="T19" fmla="*/ 216000 h 4547732"/>
              <a:gd name="T20" fmla="*/ 497243 w 994488"/>
              <a:gd name="T21" fmla="*/ 0 h 4547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4488" h="4547732">
                <a:moveTo>
                  <a:pt x="497243" y="0"/>
                </a:moveTo>
                <a:cubicBezTo>
                  <a:pt x="616537" y="0"/>
                  <a:pt x="713243" y="96706"/>
                  <a:pt x="713243" y="216000"/>
                </a:cubicBezTo>
                <a:lnTo>
                  <a:pt x="713243" y="3604505"/>
                </a:lnTo>
                <a:lnTo>
                  <a:pt x="775258" y="3638166"/>
                </a:lnTo>
                <a:cubicBezTo>
                  <a:pt x="907526" y="3727524"/>
                  <a:pt x="994488" y="3878851"/>
                  <a:pt x="994488" y="4050488"/>
                </a:cubicBezTo>
                <a:cubicBezTo>
                  <a:pt x="994488" y="4325108"/>
                  <a:pt x="771864" y="4547732"/>
                  <a:pt x="497244" y="4547732"/>
                </a:cubicBezTo>
                <a:cubicBezTo>
                  <a:pt x="222624" y="4547732"/>
                  <a:pt x="0" y="4325108"/>
                  <a:pt x="0" y="4050488"/>
                </a:cubicBezTo>
                <a:cubicBezTo>
                  <a:pt x="0" y="3878851"/>
                  <a:pt x="86963" y="3727524"/>
                  <a:pt x="219230" y="3638166"/>
                </a:cubicBezTo>
                <a:lnTo>
                  <a:pt x="281243" y="3604506"/>
                </a:lnTo>
                <a:lnTo>
                  <a:pt x="281243" y="216000"/>
                </a:lnTo>
                <a:cubicBezTo>
                  <a:pt x="281243" y="96706"/>
                  <a:pt x="377949" y="0"/>
                  <a:pt x="497243" y="0"/>
                </a:cubicBezTo>
                <a:close/>
              </a:path>
            </a:pathLst>
          </a:custGeom>
          <a:solidFill>
            <a:schemeClr val="bg1">
              <a:alpha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pic>
        <p:nvPicPr>
          <p:cNvPr id="86" name="组合 4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6405453" y="4924266"/>
            <a:ext cx="338006" cy="503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 name="文本框 45"/>
          <p:cNvSpPr txBox="1">
            <a:spLocks noChangeArrowheads="1"/>
          </p:cNvSpPr>
          <p:nvPr/>
        </p:nvSpPr>
        <p:spPr bwMode="auto">
          <a:xfrm flipH="1">
            <a:off x="6505542" y="5006457"/>
            <a:ext cx="177114"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ctr" eaLnBrk="1" hangingPunct="1"/>
            <a:r>
              <a:rPr lang="en-US" sz="900" dirty="0">
                <a:solidFill>
                  <a:srgbClr val="1E6991"/>
                </a:solidFill>
                <a:latin typeface="Arial" panose="020B0604020202020204" pitchFamily="34" charset="0"/>
              </a:rPr>
              <a:t>3</a:t>
            </a:r>
            <a:r>
              <a:rPr lang="en-US" sz="900" dirty="0" smtClean="0">
                <a:solidFill>
                  <a:srgbClr val="1E6991"/>
                </a:solidFill>
                <a:latin typeface="Arial" panose="020B0604020202020204" pitchFamily="34" charset="0"/>
                <a:cs typeface="Arial" panose="020B0604020202020204" pitchFamily="34" charset="0"/>
              </a:rPr>
              <a:t>0</a:t>
            </a:r>
            <a:r>
              <a:rPr lang="en-US" sz="900" dirty="0">
                <a:solidFill>
                  <a:srgbClr val="1E6991"/>
                </a:solidFill>
                <a:latin typeface="Arial" panose="020B0604020202020204" pitchFamily="34" charset="0"/>
                <a:cs typeface="Arial" panose="020B0604020202020204" pitchFamily="34" charset="0"/>
              </a:rPr>
              <a:t>%</a:t>
            </a:r>
            <a:endParaRPr lang="zh-CN" altLang="en-US" sz="900" dirty="0">
              <a:solidFill>
                <a:srgbClr val="1E6991"/>
              </a:solidFill>
              <a:latin typeface="Arial" panose="020B0604020202020204" pitchFamily="34" charset="0"/>
              <a:cs typeface="Arial" panose="020B0604020202020204" pitchFamily="34" charset="0"/>
            </a:endParaRPr>
          </a:p>
        </p:txBody>
      </p:sp>
      <p:sp>
        <p:nvSpPr>
          <p:cNvPr id="88" name="任意多边形 86"/>
          <p:cNvSpPr/>
          <p:nvPr/>
        </p:nvSpPr>
        <p:spPr bwMode="auto">
          <a:xfrm flipH="1">
            <a:off x="7377173" y="3791780"/>
            <a:ext cx="385353" cy="1763052"/>
          </a:xfrm>
          <a:custGeom>
            <a:avLst/>
            <a:gdLst>
              <a:gd name="T0" fmla="*/ 497243 w 994488"/>
              <a:gd name="T1" fmla="*/ 0 h 4547732"/>
              <a:gd name="T2" fmla="*/ 713243 w 994488"/>
              <a:gd name="T3" fmla="*/ 216000 h 4547732"/>
              <a:gd name="T4" fmla="*/ 713243 w 994488"/>
              <a:gd name="T5" fmla="*/ 3604505 h 4547732"/>
              <a:gd name="T6" fmla="*/ 775258 w 994488"/>
              <a:gd name="T7" fmla="*/ 3638166 h 4547732"/>
              <a:gd name="T8" fmla="*/ 994488 w 994488"/>
              <a:gd name="T9" fmla="*/ 4050488 h 4547732"/>
              <a:gd name="T10" fmla="*/ 497244 w 994488"/>
              <a:gd name="T11" fmla="*/ 4547732 h 4547732"/>
              <a:gd name="T12" fmla="*/ 0 w 994488"/>
              <a:gd name="T13" fmla="*/ 4050488 h 4547732"/>
              <a:gd name="T14" fmla="*/ 219231 w 994488"/>
              <a:gd name="T15" fmla="*/ 3638166 h 4547732"/>
              <a:gd name="T16" fmla="*/ 281243 w 994488"/>
              <a:gd name="T17" fmla="*/ 3604506 h 4547732"/>
              <a:gd name="T18" fmla="*/ 281243 w 994488"/>
              <a:gd name="T19" fmla="*/ 216000 h 4547732"/>
              <a:gd name="T20" fmla="*/ 497243 w 994488"/>
              <a:gd name="T21" fmla="*/ 0 h 4547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4488" h="4547732">
                <a:moveTo>
                  <a:pt x="497243" y="0"/>
                </a:moveTo>
                <a:cubicBezTo>
                  <a:pt x="616537" y="0"/>
                  <a:pt x="713243" y="96706"/>
                  <a:pt x="713243" y="216000"/>
                </a:cubicBezTo>
                <a:lnTo>
                  <a:pt x="713243" y="3604505"/>
                </a:lnTo>
                <a:lnTo>
                  <a:pt x="775258" y="3638166"/>
                </a:lnTo>
                <a:cubicBezTo>
                  <a:pt x="907526" y="3727524"/>
                  <a:pt x="994488" y="3878851"/>
                  <a:pt x="994488" y="4050488"/>
                </a:cubicBezTo>
                <a:cubicBezTo>
                  <a:pt x="994488" y="4325108"/>
                  <a:pt x="771864" y="4547732"/>
                  <a:pt x="497244" y="4547732"/>
                </a:cubicBezTo>
                <a:cubicBezTo>
                  <a:pt x="222624" y="4547732"/>
                  <a:pt x="0" y="4325108"/>
                  <a:pt x="0" y="4050488"/>
                </a:cubicBezTo>
                <a:cubicBezTo>
                  <a:pt x="0" y="3878851"/>
                  <a:pt x="86963" y="3727524"/>
                  <a:pt x="219231" y="3638166"/>
                </a:cubicBezTo>
                <a:lnTo>
                  <a:pt x="281243" y="3604506"/>
                </a:lnTo>
                <a:lnTo>
                  <a:pt x="281243" y="216000"/>
                </a:lnTo>
                <a:cubicBezTo>
                  <a:pt x="281243" y="96706"/>
                  <a:pt x="377949" y="0"/>
                  <a:pt x="497243" y="0"/>
                </a:cubicBezTo>
                <a:close/>
              </a:path>
            </a:pathLst>
          </a:custGeom>
          <a:solidFill>
            <a:schemeClr val="bg1">
              <a:alpha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pic>
        <p:nvPicPr>
          <p:cNvPr id="89" name="组合 56"/>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H="1">
            <a:off x="7400846" y="5058904"/>
            <a:ext cx="338006" cy="36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 name="文本框 54"/>
          <p:cNvSpPr txBox="1">
            <a:spLocks noChangeArrowheads="1"/>
          </p:cNvSpPr>
          <p:nvPr/>
        </p:nvSpPr>
        <p:spPr bwMode="auto">
          <a:xfrm flipH="1">
            <a:off x="7465070" y="4978384"/>
            <a:ext cx="22928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ctr" eaLnBrk="1" hangingPunct="1"/>
            <a:r>
              <a:rPr lang="en-US" sz="900" dirty="0">
                <a:solidFill>
                  <a:schemeClr val="bg1"/>
                </a:solidFill>
                <a:latin typeface="Arial" panose="020B0604020202020204" pitchFamily="34" charset="0"/>
                <a:cs typeface="Arial" panose="020B0604020202020204" pitchFamily="34" charset="0"/>
              </a:rPr>
              <a:t>20%</a:t>
            </a:r>
            <a:endParaRPr lang="zh-CN" altLang="en-US" sz="900" dirty="0">
              <a:solidFill>
                <a:schemeClr val="bg1"/>
              </a:solidFill>
              <a:latin typeface="Arial" panose="020B0604020202020204" pitchFamily="34" charset="0"/>
              <a:cs typeface="Arial" panose="020B0604020202020204" pitchFamily="34" charset="0"/>
            </a:endParaRPr>
          </a:p>
        </p:txBody>
      </p:sp>
      <p:sp>
        <p:nvSpPr>
          <p:cNvPr id="91" name="文本框 48"/>
          <p:cNvSpPr txBox="1"/>
          <p:nvPr/>
        </p:nvSpPr>
        <p:spPr>
          <a:xfrm>
            <a:off x="5302312" y="5576040"/>
            <a:ext cx="644886" cy="224501"/>
          </a:xfrm>
          <a:prstGeom prst="rect">
            <a:avLst/>
          </a:prstGeom>
          <a:noFill/>
          <a:ln>
            <a:noFill/>
          </a:ln>
        </p:spPr>
        <p:txBody>
          <a:bodyPr vert="horz" wrap="square" lIns="91440" tIns="45720" rIns="91440" bIns="45720" numCol="1" anchor="t" anchorCtr="0" compatLnSpc="1"/>
          <a:lstStyle/>
          <a:p>
            <a:r>
              <a:rPr lang="en-US" altLang="zh-CN" sz="1400" dirty="0" smtClean="0">
                <a:latin typeface="微软雅黑" panose="020B0503020204020204" pitchFamily="34" charset="-122"/>
                <a:ea typeface="微软雅黑" panose="020B0503020204020204" pitchFamily="34" charset="-122"/>
              </a:rPr>
              <a:t>Linux</a:t>
            </a:r>
          </a:p>
        </p:txBody>
      </p:sp>
      <p:sp>
        <p:nvSpPr>
          <p:cNvPr id="92" name="文本框 49"/>
          <p:cNvSpPr txBox="1"/>
          <p:nvPr/>
        </p:nvSpPr>
        <p:spPr>
          <a:xfrm>
            <a:off x="6221220" y="5580061"/>
            <a:ext cx="762378" cy="177972"/>
          </a:xfrm>
          <a:prstGeom prst="rect">
            <a:avLst/>
          </a:prstGeom>
          <a:noFill/>
          <a:ln>
            <a:noFill/>
          </a:ln>
        </p:spPr>
        <p:txBody>
          <a:bodyPr vert="horz" wrap="square" lIns="91440" tIns="45720" rIns="91440" bIns="45720" numCol="1" anchor="t" anchorCtr="0" compatLnSpc="1"/>
          <a:lstStyle/>
          <a:p>
            <a:r>
              <a:rPr lang="en-US" altLang="zh-CN" sz="1400" dirty="0" smtClean="0">
                <a:latin typeface="微软雅黑" panose="020B0503020204020204" pitchFamily="34" charset="-122"/>
                <a:ea typeface="微软雅黑" panose="020B0503020204020204" pitchFamily="34" charset="-122"/>
              </a:rPr>
              <a:t>CMGR</a:t>
            </a:r>
          </a:p>
        </p:txBody>
      </p:sp>
      <p:sp>
        <p:nvSpPr>
          <p:cNvPr id="93" name="文本框 50"/>
          <p:cNvSpPr txBox="1"/>
          <p:nvPr/>
        </p:nvSpPr>
        <p:spPr>
          <a:xfrm>
            <a:off x="7312712" y="5577051"/>
            <a:ext cx="631296" cy="170218"/>
          </a:xfrm>
          <a:prstGeom prst="rect">
            <a:avLst/>
          </a:prstGeom>
          <a:noFill/>
          <a:ln>
            <a:noFill/>
          </a:ln>
        </p:spPr>
        <p:txBody>
          <a:bodyPr vert="horz" wrap="square" lIns="91440" tIns="45720" rIns="91440" bIns="45720" numCol="1" anchor="t" anchorCtr="0" compatLnSpc="1"/>
          <a:lstStyle/>
          <a:p>
            <a:r>
              <a:rPr lang="zh-CN" altLang="en-US" sz="1400" dirty="0" smtClean="0">
                <a:latin typeface="微软雅黑" panose="020B0503020204020204" pitchFamily="34" charset="-122"/>
                <a:ea typeface="微软雅黑" panose="020B0503020204020204" pitchFamily="34" charset="-122"/>
              </a:rPr>
              <a:t>日语</a:t>
            </a:r>
          </a:p>
        </p:txBody>
      </p:sp>
      <p:sp>
        <p:nvSpPr>
          <p:cNvPr id="2" name="正方形/長方形 1"/>
          <p:cNvSpPr/>
          <p:nvPr/>
        </p:nvSpPr>
        <p:spPr>
          <a:xfrm>
            <a:off x="6157294" y="326400"/>
            <a:ext cx="840295" cy="707886"/>
          </a:xfrm>
          <a:prstGeom prst="rect">
            <a:avLst/>
          </a:prstGeom>
        </p:spPr>
        <p:txBody>
          <a:bodyPr wrap="none">
            <a:spAutoFit/>
          </a:bodyPr>
          <a:lstStyle/>
          <a:p>
            <a:r>
              <a:rPr lang="en-US" altLang="ja-JP" sz="4000" b="1" dirty="0">
                <a:solidFill>
                  <a:schemeClr val="bg1">
                    <a:lumMod val="50000"/>
                  </a:schemeClr>
                </a:solidFill>
              </a:rPr>
              <a:t>N5</a:t>
            </a:r>
            <a:endParaRPr lang="ja-JP" altLang="en-US" sz="4000" b="1" dirty="0">
              <a:solidFill>
                <a:schemeClr val="bg1">
                  <a:lumMod val="50000"/>
                </a:schemeClr>
              </a:solidFill>
            </a:endParaRPr>
          </a:p>
        </p:txBody>
      </p:sp>
      <p:pic>
        <p:nvPicPr>
          <p:cNvPr id="94" name="图片 27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960153" y="153538"/>
            <a:ext cx="1195570" cy="1052011"/>
          </a:xfrm>
          <a:prstGeom prst="rect">
            <a:avLst/>
          </a:prstGeom>
        </p:spPr>
      </p:pic>
    </p:spTree>
    <p:extLst>
      <p:ext uri="{BB962C8B-B14F-4D97-AF65-F5344CB8AC3E}">
        <p14:creationId xmlns:p14="http://schemas.microsoft.com/office/powerpoint/2010/main" val="578851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arn(inVertical)">
                                      <p:cBhvr>
                                        <p:cTn id="16" dur="500"/>
                                        <p:tgtEl>
                                          <p:spTgt spid="19"/>
                                        </p:tgtEl>
                                      </p:cBhvr>
                                    </p:animEffect>
                                  </p:childTnLst>
                                </p:cTn>
                              </p:par>
                            </p:childTnLst>
                          </p:cTn>
                        </p:par>
                        <p:par>
                          <p:cTn id="17" fill="hold">
                            <p:stCondLst>
                              <p:cond delay="1000"/>
                            </p:stCondLst>
                            <p:childTnLst>
                              <p:par>
                                <p:cTn id="18" presetID="2" presetClass="entr" presetSubtype="8" fill="hold" nodeType="afterEffect">
                                  <p:stCondLst>
                                    <p:cond delay="0"/>
                                  </p:stCondLst>
                                  <p:childTnLst>
                                    <p:set>
                                      <p:cBhvr>
                                        <p:cTn id="19" dur="1" fill="hold">
                                          <p:stCondLst>
                                            <p:cond delay="0"/>
                                          </p:stCondLst>
                                        </p:cTn>
                                        <p:tgtEl>
                                          <p:spTgt spid="28"/>
                                        </p:tgtEl>
                                        <p:attrNameLst>
                                          <p:attrName>style.visibility</p:attrName>
                                        </p:attrNameLst>
                                      </p:cBhvr>
                                      <p:to>
                                        <p:strVal val="visible"/>
                                      </p:to>
                                    </p:set>
                                    <p:anim calcmode="lin" valueType="num">
                                      <p:cBhvr additive="base">
                                        <p:cTn id="20" dur="500" fill="hold"/>
                                        <p:tgtEl>
                                          <p:spTgt spid="28"/>
                                        </p:tgtEl>
                                        <p:attrNameLst>
                                          <p:attrName>ppt_x</p:attrName>
                                        </p:attrNameLst>
                                      </p:cBhvr>
                                      <p:tavLst>
                                        <p:tav tm="0">
                                          <p:val>
                                            <p:strVal val="0-#ppt_w/2"/>
                                          </p:val>
                                        </p:tav>
                                        <p:tav tm="100000">
                                          <p:val>
                                            <p:strVal val="#ppt_x"/>
                                          </p:val>
                                        </p:tav>
                                      </p:tavLst>
                                    </p:anim>
                                    <p:anim calcmode="lin" valueType="num">
                                      <p:cBhvr additive="base">
                                        <p:cTn id="21" dur="500" fill="hold"/>
                                        <p:tgtEl>
                                          <p:spTgt spid="28"/>
                                        </p:tgtEl>
                                        <p:attrNameLst>
                                          <p:attrName>ppt_y</p:attrName>
                                        </p:attrNameLst>
                                      </p:cBhvr>
                                      <p:tavLst>
                                        <p:tav tm="0">
                                          <p:val>
                                            <p:strVal val="#ppt_y"/>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5"/>
                                        </p:tgtEl>
                                        <p:attrNameLst>
                                          <p:attrName>style.visibility</p:attrName>
                                        </p:attrNameLst>
                                      </p:cBhvr>
                                      <p:to>
                                        <p:strVal val="visible"/>
                                      </p:to>
                                    </p:set>
                                    <p:animEffect transition="in" filter="fade">
                                      <p:cBhvr>
                                        <p:cTn id="24" dur="1000"/>
                                        <p:tgtEl>
                                          <p:spTgt spid="65"/>
                                        </p:tgtEl>
                                      </p:cBhvr>
                                    </p:animEffect>
                                    <p:anim calcmode="lin" valueType="num">
                                      <p:cBhvr>
                                        <p:cTn id="25" dur="1000" fill="hold"/>
                                        <p:tgtEl>
                                          <p:spTgt spid="65"/>
                                        </p:tgtEl>
                                        <p:attrNameLst>
                                          <p:attrName>ppt_x</p:attrName>
                                        </p:attrNameLst>
                                      </p:cBhvr>
                                      <p:tavLst>
                                        <p:tav tm="0">
                                          <p:val>
                                            <p:strVal val="#ppt_x"/>
                                          </p:val>
                                        </p:tav>
                                        <p:tav tm="100000">
                                          <p:val>
                                            <p:strVal val="#ppt_x"/>
                                          </p:val>
                                        </p:tav>
                                      </p:tavLst>
                                    </p:anim>
                                    <p:anim calcmode="lin" valueType="num">
                                      <p:cBhvr>
                                        <p:cTn id="26" dur="1000" fill="hold"/>
                                        <p:tgtEl>
                                          <p:spTgt spid="65"/>
                                        </p:tgtEl>
                                        <p:attrNameLst>
                                          <p:attrName>ppt_y</p:attrName>
                                        </p:attrNameLst>
                                      </p:cBhvr>
                                      <p:tavLst>
                                        <p:tav tm="0">
                                          <p:val>
                                            <p:strVal val="#ppt_y+.1"/>
                                          </p:val>
                                        </p:tav>
                                        <p:tav tm="100000">
                                          <p:val>
                                            <p:strVal val="#ppt_y"/>
                                          </p:val>
                                        </p:tav>
                                      </p:tavLst>
                                    </p:anim>
                                  </p:childTnLst>
                                </p:cTn>
                              </p:par>
                              <p:par>
                                <p:cTn id="27" presetID="22" presetClass="entr" presetSubtype="4" fill="hold" grpId="0" nodeType="withEffect">
                                  <p:stCondLst>
                                    <p:cond delay="0"/>
                                  </p:stCondLst>
                                  <p:childTnLst>
                                    <p:set>
                                      <p:cBhvr>
                                        <p:cTn id="28" dur="1" fill="hold">
                                          <p:stCondLst>
                                            <p:cond delay="0"/>
                                          </p:stCondLst>
                                        </p:cTn>
                                        <p:tgtEl>
                                          <p:spTgt spid="67"/>
                                        </p:tgtEl>
                                        <p:attrNameLst>
                                          <p:attrName>style.visibility</p:attrName>
                                        </p:attrNameLst>
                                      </p:cBhvr>
                                      <p:to>
                                        <p:strVal val="visible"/>
                                      </p:to>
                                    </p:set>
                                    <p:animEffect transition="in" filter="wipe(down)">
                                      <p:cBhvr>
                                        <p:cTn id="29"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5" grpId="0">
        <p:bldAsOne/>
      </p:bldGraphic>
      <p:bldP spid="67"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81BB7609-8E8F-4B57-9227-14DAD6151A60}" type="slidenum">
              <a:rPr lang="de-DE" altLang="ja-JP" smtClean="0"/>
              <a:pPr/>
              <a:t>12</a:t>
            </a:fld>
            <a:endParaRPr lang="de-DE" altLang="ja-JP"/>
          </a:p>
        </p:txBody>
      </p:sp>
      <p:sp>
        <p:nvSpPr>
          <p:cNvPr id="5" name="页脚占位符 4"/>
          <p:cNvSpPr>
            <a:spLocks noGrp="1"/>
          </p:cNvSpPr>
          <p:nvPr>
            <p:ph type="ftr" sz="quarter" idx="11"/>
          </p:nvPr>
        </p:nvSpPr>
        <p:spPr/>
        <p:txBody>
          <a:bodyPr/>
          <a:lstStyle/>
          <a:p>
            <a:r>
              <a:rPr lang="de-DE" altLang="ja-JP" dirty="0" smtClean="0"/>
              <a:t>Copyright 2018 FUJITSU LIMITED</a:t>
            </a:r>
            <a:endParaRPr lang="de-DE" altLang="ja-JP" dirty="0"/>
          </a:p>
        </p:txBody>
      </p:sp>
      <p:grpSp>
        <p:nvGrpSpPr>
          <p:cNvPr id="6" name="组合 5"/>
          <p:cNvGrpSpPr/>
          <p:nvPr/>
        </p:nvGrpSpPr>
        <p:grpSpPr>
          <a:xfrm>
            <a:off x="123088" y="166423"/>
            <a:ext cx="4319423" cy="852875"/>
            <a:chOff x="3129129" y="1121776"/>
            <a:chExt cx="5933741" cy="1171624"/>
          </a:xfrm>
        </p:grpSpPr>
        <p:sp>
          <p:nvSpPr>
            <p:cNvPr id="7" name="圆角矩形 6"/>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sp>
          <p:nvSpPr>
            <p:cNvPr id="8" name="圆角矩形 7"/>
            <p:cNvSpPr/>
            <p:nvPr/>
          </p:nvSpPr>
          <p:spPr>
            <a:xfrm>
              <a:off x="3289330" y="1253414"/>
              <a:ext cx="5613340" cy="908350"/>
            </a:xfrm>
            <a:prstGeom prst="roundRect">
              <a:avLst>
                <a:gd name="adj" fmla="val 50000"/>
              </a:avLst>
            </a:prstGeom>
            <a:gradFill>
              <a:gsLst>
                <a:gs pos="0">
                  <a:srgbClr val="663A77"/>
                </a:gs>
                <a:gs pos="100000">
                  <a:srgbClr val="A26CB8"/>
                </a:gs>
              </a:gsLst>
              <a:lin ang="0" scaled="0"/>
            </a:gradFill>
            <a:ln w="19050">
              <a:gradFill flip="none" rotWithShape="1">
                <a:gsLst>
                  <a:gs pos="0">
                    <a:srgbClr val="A26CB8"/>
                  </a:gs>
                  <a:gs pos="100000">
                    <a:srgbClr val="663A77"/>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grpSp>
      <p:grpSp>
        <p:nvGrpSpPr>
          <p:cNvPr id="9" name="组合 8"/>
          <p:cNvGrpSpPr/>
          <p:nvPr/>
        </p:nvGrpSpPr>
        <p:grpSpPr>
          <a:xfrm>
            <a:off x="73596" y="81953"/>
            <a:ext cx="1169945" cy="1379589"/>
            <a:chOff x="3150395" y="933507"/>
            <a:chExt cx="1559927" cy="1839452"/>
          </a:xfrm>
        </p:grpSpPr>
        <p:grpSp>
          <p:nvGrpSpPr>
            <p:cNvPr id="10" name="组合 9"/>
            <p:cNvGrpSpPr/>
            <p:nvPr/>
          </p:nvGrpSpPr>
          <p:grpSpPr>
            <a:xfrm>
              <a:off x="3150395" y="933507"/>
              <a:ext cx="1559927" cy="1839452"/>
              <a:chOff x="3222820" y="1148080"/>
              <a:chExt cx="1484216" cy="1750177"/>
            </a:xfrm>
          </p:grpSpPr>
          <p:grpSp>
            <p:nvGrpSpPr>
              <p:cNvPr id="14" name="组合 13"/>
              <p:cNvGrpSpPr/>
              <p:nvPr/>
            </p:nvGrpSpPr>
            <p:grpSpPr>
              <a:xfrm>
                <a:off x="3420363" y="1295115"/>
                <a:ext cx="1286673" cy="1603142"/>
                <a:chOff x="7380501" y="2927402"/>
                <a:chExt cx="2311887" cy="2880512"/>
              </a:xfrm>
            </p:grpSpPr>
            <p:sp>
              <p:nvSpPr>
                <p:cNvPr id="16"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 fmla="*/ 13249 w 1687745"/>
                    <a:gd name="connsiteY0" fmla="*/ 1035368 h 2070736"/>
                    <a:gd name="connsiteX1" fmla="*/ 850497 w 1687745"/>
                    <a:gd name="connsiteY1" fmla="*/ 0 h 2070736"/>
                    <a:gd name="connsiteX2" fmla="*/ 1687745 w 1687745"/>
                    <a:gd name="connsiteY2" fmla="*/ 1035368 h 2070736"/>
                    <a:gd name="connsiteX3" fmla="*/ 850497 w 1687745"/>
                    <a:gd name="connsiteY3" fmla="*/ 2070736 h 2070736"/>
                    <a:gd name="connsiteX4" fmla="*/ 13249 w 1687745"/>
                    <a:gd name="connsiteY4" fmla="*/ 1035368 h 2070736"/>
                    <a:gd name="connsiteX0" fmla="*/ 13249 w 1696474"/>
                    <a:gd name="connsiteY0" fmla="*/ 1035368 h 2070736"/>
                    <a:gd name="connsiteX1" fmla="*/ 850497 w 1696474"/>
                    <a:gd name="connsiteY1" fmla="*/ 0 h 2070736"/>
                    <a:gd name="connsiteX2" fmla="*/ 1687745 w 1696474"/>
                    <a:gd name="connsiteY2" fmla="*/ 1035368 h 2070736"/>
                    <a:gd name="connsiteX3" fmla="*/ 850497 w 1696474"/>
                    <a:gd name="connsiteY3" fmla="*/ 2070736 h 2070736"/>
                    <a:gd name="connsiteX4" fmla="*/ 13249 w 1696474"/>
                    <a:gd name="connsiteY4" fmla="*/ 1035368 h 2070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sp>
              <p:nvSpPr>
                <p:cNvPr id="17" name="椭圆 16"/>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sp>
              <p:nvSpPr>
                <p:cNvPr id="18" name="椭圆 17"/>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grpSp>
          <p:sp>
            <p:nvSpPr>
              <p:cNvPr id="15" name="椭圆 14"/>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grpSp>
        <p:grpSp>
          <p:nvGrpSpPr>
            <p:cNvPr id="11" name="组合 10"/>
            <p:cNvGrpSpPr/>
            <p:nvPr/>
          </p:nvGrpSpPr>
          <p:grpSpPr>
            <a:xfrm>
              <a:off x="3437036" y="1269298"/>
              <a:ext cx="775805" cy="690872"/>
              <a:chOff x="1460111" y="2419508"/>
              <a:chExt cx="1032597" cy="919547"/>
            </a:xfrm>
          </p:grpSpPr>
          <p:sp>
            <p:nvSpPr>
              <p:cNvPr id="12" name="文本框 11"/>
              <p:cNvSpPr txBox="1"/>
              <p:nvPr/>
            </p:nvSpPr>
            <p:spPr>
              <a:xfrm>
                <a:off x="1460111" y="2419508"/>
                <a:ext cx="1030514" cy="819298"/>
              </a:xfrm>
              <a:prstGeom prst="rect">
                <a:avLst/>
              </a:prstGeom>
              <a:noFill/>
            </p:spPr>
            <p:txBody>
              <a:bodyPr wrap="square" rtlCol="0">
                <a:spAutoFit/>
              </a:bodyPr>
              <a:lstStyle/>
              <a:p>
                <a:pPr algn="ctr"/>
                <a:r>
                  <a:rPr lang="en-US" altLang="zh-CN" sz="2400" dirty="0" smtClean="0">
                    <a:solidFill>
                      <a:srgbClr val="663A77"/>
                    </a:solidFill>
                    <a:latin typeface="Impact" panose="020B0806030902050204" pitchFamily="34" charset="0"/>
                  </a:rPr>
                  <a:t>04</a:t>
                </a:r>
                <a:endParaRPr lang="zh-CN" altLang="en-US" sz="2400" dirty="0">
                  <a:solidFill>
                    <a:srgbClr val="663A77"/>
                  </a:solidFill>
                  <a:latin typeface="Impact" panose="020B0806030902050204" pitchFamily="34" charset="0"/>
                </a:endParaRPr>
              </a:p>
            </p:txBody>
          </p:sp>
          <p:sp>
            <p:nvSpPr>
              <p:cNvPr id="13" name="文本框 12"/>
              <p:cNvSpPr txBox="1"/>
              <p:nvPr/>
            </p:nvSpPr>
            <p:spPr>
              <a:xfrm>
                <a:off x="1462194" y="2949888"/>
                <a:ext cx="1030514" cy="389167"/>
              </a:xfrm>
              <a:prstGeom prst="rect">
                <a:avLst/>
              </a:prstGeom>
              <a:noFill/>
            </p:spPr>
            <p:txBody>
              <a:bodyPr wrap="square" rtlCol="0">
                <a:spAutoFit/>
              </a:bodyPr>
              <a:lstStyle/>
              <a:p>
                <a:pPr algn="ctr"/>
                <a:r>
                  <a:rPr lang="en-US" altLang="zh-CN" sz="825" dirty="0">
                    <a:solidFill>
                      <a:srgbClr val="663A77"/>
                    </a:solidFill>
                    <a:latin typeface="LiHei Pro" panose="020B0500000000000000" pitchFamily="34" charset="-122"/>
                    <a:ea typeface="LiHei Pro" panose="020B0500000000000000" pitchFamily="34" charset="-122"/>
                  </a:rPr>
                  <a:t>OPTION</a:t>
                </a:r>
                <a:endParaRPr lang="zh-CN" altLang="en-US" sz="825" dirty="0">
                  <a:solidFill>
                    <a:srgbClr val="663A77"/>
                  </a:solidFill>
                  <a:latin typeface="LiHei Pro" panose="020B0500000000000000" pitchFamily="34" charset="-122"/>
                  <a:ea typeface="LiHei Pro" panose="020B0500000000000000" pitchFamily="34" charset="-122"/>
                </a:endParaRPr>
              </a:p>
            </p:txBody>
          </p:sp>
        </p:grpSp>
      </p:grpSp>
      <p:sp>
        <p:nvSpPr>
          <p:cNvPr id="20" name="文本框 19"/>
          <p:cNvSpPr txBox="1"/>
          <p:nvPr/>
        </p:nvSpPr>
        <p:spPr>
          <a:xfrm>
            <a:off x="1279252" y="357070"/>
            <a:ext cx="2336515" cy="738664"/>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吾日三省，扬长避短</a:t>
            </a:r>
          </a:p>
          <a:p>
            <a:endParaRPr lang="zh-CN" altLang="en-US" sz="24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60" name="太陽 59"/>
          <p:cNvSpPr/>
          <p:nvPr/>
        </p:nvSpPr>
        <p:spPr bwMode="auto">
          <a:xfrm>
            <a:off x="3473683" y="291629"/>
            <a:ext cx="615324" cy="592545"/>
          </a:xfrm>
          <a:prstGeom prst="sun">
            <a:avLst/>
          </a:prstGeom>
          <a:solidFill>
            <a:schemeClr val="accent3"/>
          </a:solidFill>
          <a:ln w="9525" cap="flat" cmpd="sng" algn="ctr">
            <a:solidFill>
              <a:srgbClr val="57564F"/>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61" name="角丸四角形 60"/>
          <p:cNvSpPr/>
          <p:nvPr/>
        </p:nvSpPr>
        <p:spPr bwMode="auto">
          <a:xfrm>
            <a:off x="735660" y="1304378"/>
            <a:ext cx="956020" cy="1260526"/>
          </a:xfrm>
          <a:prstGeom prst="roundRect">
            <a:avLst/>
          </a:prstGeom>
          <a:gradFill rotWithShape="0">
            <a:gsLst>
              <a:gs pos="0">
                <a:srgbClr val="FFFFFF"/>
              </a:gs>
              <a:gs pos="100000">
                <a:srgbClr val="CACAC7"/>
              </a:gs>
            </a:gsLst>
            <a:lin ang="5400000" scaled="1"/>
          </a:gra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pic>
        <p:nvPicPr>
          <p:cNvPr id="62" name="図 61"/>
          <p:cNvPicPr>
            <a:picLocks noChangeAspect="1"/>
          </p:cNvPicPr>
          <p:nvPr/>
        </p:nvPicPr>
        <p:blipFill>
          <a:blip r:embed="rId2"/>
          <a:stretch>
            <a:fillRect/>
          </a:stretch>
        </p:blipFill>
        <p:spPr>
          <a:xfrm>
            <a:off x="884302" y="1505540"/>
            <a:ext cx="694602" cy="923660"/>
          </a:xfrm>
          <a:prstGeom prst="rect">
            <a:avLst/>
          </a:prstGeom>
        </p:spPr>
      </p:pic>
      <p:sp>
        <p:nvSpPr>
          <p:cNvPr id="63" name="角丸四角形 62"/>
          <p:cNvSpPr/>
          <p:nvPr/>
        </p:nvSpPr>
        <p:spPr bwMode="auto">
          <a:xfrm>
            <a:off x="735660" y="2944029"/>
            <a:ext cx="971423" cy="1205050"/>
          </a:xfrm>
          <a:prstGeom prst="roundRect">
            <a:avLst/>
          </a:prstGeom>
          <a:gradFill rotWithShape="0">
            <a:gsLst>
              <a:gs pos="0">
                <a:srgbClr val="FFFFFF"/>
              </a:gs>
              <a:gs pos="100000">
                <a:srgbClr val="CACAC7"/>
              </a:gs>
            </a:gsLst>
            <a:lin ang="5400000" scaled="1"/>
          </a:gra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pic>
        <p:nvPicPr>
          <p:cNvPr id="64" name="図 63"/>
          <p:cNvPicPr>
            <a:picLocks noChangeAspect="1"/>
          </p:cNvPicPr>
          <p:nvPr/>
        </p:nvPicPr>
        <p:blipFill>
          <a:blip r:embed="rId3"/>
          <a:stretch>
            <a:fillRect/>
          </a:stretch>
        </p:blipFill>
        <p:spPr>
          <a:xfrm>
            <a:off x="864556" y="3075460"/>
            <a:ext cx="734094" cy="942189"/>
          </a:xfrm>
          <a:prstGeom prst="rect">
            <a:avLst/>
          </a:prstGeom>
        </p:spPr>
      </p:pic>
      <p:sp>
        <p:nvSpPr>
          <p:cNvPr id="65" name="角丸四角形 64"/>
          <p:cNvSpPr/>
          <p:nvPr/>
        </p:nvSpPr>
        <p:spPr bwMode="auto">
          <a:xfrm>
            <a:off x="751063" y="4556782"/>
            <a:ext cx="956020" cy="1205050"/>
          </a:xfrm>
          <a:prstGeom prst="roundRect">
            <a:avLst/>
          </a:prstGeom>
          <a:gradFill rotWithShape="0">
            <a:gsLst>
              <a:gs pos="0">
                <a:srgbClr val="FFFFFF"/>
              </a:gs>
              <a:gs pos="100000">
                <a:srgbClr val="CACAC7"/>
              </a:gs>
            </a:gsLst>
            <a:lin ang="5400000" scaled="1"/>
          </a:gra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pic>
        <p:nvPicPr>
          <p:cNvPr id="66" name="図 65"/>
          <p:cNvPicPr>
            <a:picLocks noChangeAspect="1"/>
          </p:cNvPicPr>
          <p:nvPr/>
        </p:nvPicPr>
        <p:blipFill>
          <a:blip r:embed="rId4"/>
          <a:stretch>
            <a:fillRect/>
          </a:stretch>
        </p:blipFill>
        <p:spPr>
          <a:xfrm>
            <a:off x="883386" y="4692917"/>
            <a:ext cx="699363" cy="932780"/>
          </a:xfrm>
          <a:prstGeom prst="rect">
            <a:avLst/>
          </a:prstGeom>
        </p:spPr>
      </p:pic>
      <p:sp>
        <p:nvSpPr>
          <p:cNvPr id="2" name="四角形吹き出し 1"/>
          <p:cNvSpPr/>
          <p:nvPr/>
        </p:nvSpPr>
        <p:spPr bwMode="auto">
          <a:xfrm>
            <a:off x="2450804" y="1404959"/>
            <a:ext cx="5073524" cy="1087937"/>
          </a:xfrm>
          <a:prstGeom prst="wedgeRectCallout">
            <a:avLst>
              <a:gd name="adj1" fmla="val -59913"/>
              <a:gd name="adj2" fmla="val -6764"/>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lvl="0" eaLnBrk="0" fontAlgn="base" hangingPunct="0">
              <a:spcBef>
                <a:spcPct val="0"/>
              </a:spcBef>
              <a:spcAft>
                <a:spcPct val="0"/>
              </a:spcAft>
            </a:pPr>
            <a:endParaRPr kumimoji="0" lang="ja-JP" altLang="en-US" sz="1000" dirty="0">
              <a:latin typeface="Arial" panose="020B0604020202020204" pitchFamily="34" charset="0"/>
            </a:endParaRPr>
          </a:p>
        </p:txBody>
      </p:sp>
      <p:sp>
        <p:nvSpPr>
          <p:cNvPr id="68" name="四角形吹き出し 67"/>
          <p:cNvSpPr/>
          <p:nvPr/>
        </p:nvSpPr>
        <p:spPr bwMode="auto">
          <a:xfrm>
            <a:off x="2450804" y="2968339"/>
            <a:ext cx="5073524" cy="1087937"/>
          </a:xfrm>
          <a:prstGeom prst="wedgeRectCallout">
            <a:avLst>
              <a:gd name="adj1" fmla="val -59913"/>
              <a:gd name="adj2" fmla="val -6764"/>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69" name="四角形吹き出し 68"/>
          <p:cNvSpPr/>
          <p:nvPr/>
        </p:nvSpPr>
        <p:spPr bwMode="auto">
          <a:xfrm>
            <a:off x="2450804" y="4537760"/>
            <a:ext cx="5073524" cy="1087937"/>
          </a:xfrm>
          <a:prstGeom prst="wedgeRectCallout">
            <a:avLst>
              <a:gd name="adj1" fmla="val -59913"/>
              <a:gd name="adj2" fmla="val -6764"/>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53" name="正方形/長方形 52"/>
          <p:cNvSpPr/>
          <p:nvPr/>
        </p:nvSpPr>
        <p:spPr>
          <a:xfrm>
            <a:off x="722243" y="2626519"/>
            <a:ext cx="1002197" cy="253916"/>
          </a:xfrm>
          <a:prstGeom prst="rect">
            <a:avLst/>
          </a:prstGeom>
        </p:spPr>
        <p:txBody>
          <a:bodyPr wrap="none">
            <a:spAutoFit/>
          </a:bodyPr>
          <a:lstStyle/>
          <a:p>
            <a:r>
              <a:rPr lang="en-US" altLang="zh-CN" sz="1050" dirty="0">
                <a:solidFill>
                  <a:prstClr val="black">
                    <a:lumMod val="65000"/>
                    <a:lumOff val="35000"/>
                  </a:prstClr>
                </a:solidFill>
                <a:latin typeface="微软雅黑" panose="020B0503020204020204" pitchFamily="34" charset="-122"/>
                <a:ea typeface="微软雅黑" panose="020B0503020204020204" pitchFamily="34" charset="-122"/>
              </a:rPr>
              <a:t>SVPM:</a:t>
            </a:r>
            <a:r>
              <a:rPr lang="ja-JP" altLang="en-US" sz="1050" dirty="0">
                <a:solidFill>
                  <a:prstClr val="black">
                    <a:lumMod val="65000"/>
                    <a:lumOff val="35000"/>
                  </a:prstClr>
                </a:solidFill>
                <a:latin typeface="微软雅黑" panose="020B0503020204020204" pitchFamily="34" charset="-122"/>
                <a:ea typeface="微软雅黑" panose="020B0503020204020204" pitchFamily="34" charset="-122"/>
              </a:rPr>
              <a:t>杨可煜</a:t>
            </a:r>
            <a:endParaRPr lang="zh-CN" altLang="en-US" sz="1050"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54" name="正方形/長方形 53"/>
          <p:cNvSpPr/>
          <p:nvPr/>
        </p:nvSpPr>
        <p:spPr>
          <a:xfrm>
            <a:off x="741567" y="4220872"/>
            <a:ext cx="861133" cy="253916"/>
          </a:xfrm>
          <a:prstGeom prst="rect">
            <a:avLst/>
          </a:prstGeom>
        </p:spPr>
        <p:txBody>
          <a:bodyPr wrap="none">
            <a:spAutoFit/>
          </a:bodyPr>
          <a:lstStyle/>
          <a:p>
            <a:r>
              <a:rPr lang="en-US" altLang="zh-CN" sz="1050" dirty="0">
                <a:solidFill>
                  <a:prstClr val="black">
                    <a:lumMod val="65000"/>
                    <a:lumOff val="35000"/>
                  </a:prstClr>
                </a:solidFill>
                <a:latin typeface="微软雅黑" panose="020B0503020204020204" pitchFamily="34" charset="-122"/>
                <a:ea typeface="微软雅黑" panose="020B0503020204020204" pitchFamily="34" charset="-122"/>
              </a:rPr>
              <a:t>PCL:</a:t>
            </a:r>
            <a:r>
              <a:rPr lang="zh-CN" altLang="en-US" sz="1050" dirty="0">
                <a:solidFill>
                  <a:prstClr val="black">
                    <a:lumMod val="65000"/>
                    <a:lumOff val="35000"/>
                  </a:prstClr>
                </a:solidFill>
                <a:latin typeface="微软雅黑" panose="020B0503020204020204" pitchFamily="34" charset="-122"/>
                <a:ea typeface="微软雅黑" panose="020B0503020204020204" pitchFamily="34" charset="-122"/>
              </a:rPr>
              <a:t>张若寒</a:t>
            </a:r>
          </a:p>
        </p:txBody>
      </p:sp>
      <p:sp>
        <p:nvSpPr>
          <p:cNvPr id="55" name="正方形/長方形 54"/>
          <p:cNvSpPr/>
          <p:nvPr/>
        </p:nvSpPr>
        <p:spPr>
          <a:xfrm>
            <a:off x="780624" y="5843826"/>
            <a:ext cx="713657" cy="253916"/>
          </a:xfrm>
          <a:prstGeom prst="rect">
            <a:avLst/>
          </a:prstGeom>
        </p:spPr>
        <p:txBody>
          <a:bodyPr wrap="none">
            <a:spAutoFit/>
          </a:bodyPr>
          <a:lstStyle/>
          <a:p>
            <a:r>
              <a:rPr lang="en-US" altLang="zh-CN" sz="1050" dirty="0">
                <a:solidFill>
                  <a:prstClr val="black">
                    <a:lumMod val="65000"/>
                    <a:lumOff val="35000"/>
                  </a:prstClr>
                </a:solidFill>
                <a:latin typeface="微软雅黑" panose="020B0503020204020204" pitchFamily="34" charset="-122"/>
                <a:ea typeface="微软雅黑" panose="020B0503020204020204" pitchFamily="34" charset="-122"/>
              </a:rPr>
              <a:t>LTP:</a:t>
            </a:r>
            <a:r>
              <a:rPr lang="zh-CN" altLang="en-US" sz="1050" dirty="0">
                <a:solidFill>
                  <a:prstClr val="black">
                    <a:lumMod val="65000"/>
                    <a:lumOff val="35000"/>
                  </a:prstClr>
                </a:solidFill>
                <a:latin typeface="微软雅黑" panose="020B0503020204020204" pitchFamily="34" charset="-122"/>
                <a:ea typeface="微软雅黑" panose="020B0503020204020204" pitchFamily="34" charset="-122"/>
              </a:rPr>
              <a:t>毕磊</a:t>
            </a:r>
          </a:p>
        </p:txBody>
      </p:sp>
      <p:sp>
        <p:nvSpPr>
          <p:cNvPr id="57" name="Rectangle 2"/>
          <p:cNvSpPr>
            <a:spLocks noChangeArrowheads="1"/>
          </p:cNvSpPr>
          <p:nvPr/>
        </p:nvSpPr>
        <p:spPr bwMode="auto">
          <a:xfrm>
            <a:off x="2450804" y="3127168"/>
            <a:ext cx="518603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ja-JP" altLang="ja-JP" sz="1000" dirty="0">
                <a:latin typeface="SimSun" panose="02010600030101010101" pitchFamily="2" charset="-122"/>
                <a:ea typeface="SimSun" panose="02010600030101010101" pitchFamily="2" charset="-122"/>
              </a:rPr>
              <a:t>长处：掌握</a:t>
            </a:r>
            <a:r>
              <a:rPr kumimoji="0" lang="en-US" altLang="ja-JP" sz="1000" dirty="0" err="1">
                <a:latin typeface="SimSun" panose="02010600030101010101" pitchFamily="2" charset="-122"/>
                <a:ea typeface="SimSun" panose="02010600030101010101" pitchFamily="2" charset="-122"/>
              </a:rPr>
              <a:t>linux</a:t>
            </a:r>
            <a:r>
              <a:rPr kumimoji="0" lang="ja-JP" altLang="en-US" sz="1000" dirty="0">
                <a:latin typeface="SimSun" panose="02010600030101010101" pitchFamily="2" charset="-122"/>
                <a:ea typeface="SimSun" panose="02010600030101010101" pitchFamily="2" charset="-122"/>
              </a:rPr>
              <a:t>和</a:t>
            </a:r>
            <a:r>
              <a:rPr kumimoji="0" lang="en-US" altLang="ja-JP" sz="1000" dirty="0" err="1">
                <a:latin typeface="SimSun" panose="02010600030101010101" pitchFamily="2" charset="-122"/>
                <a:ea typeface="SimSun" panose="02010600030101010101" pitchFamily="2" charset="-122"/>
              </a:rPr>
              <a:t>solaris</a:t>
            </a:r>
            <a:r>
              <a:rPr kumimoji="0" lang="ja-JP" altLang="en-US" sz="1000" dirty="0">
                <a:latin typeface="SimSun" panose="02010600030101010101" pitchFamily="2" charset="-122"/>
                <a:ea typeface="SimSun" panose="02010600030101010101" pitchFamily="2" charset="-122"/>
              </a:rPr>
              <a:t>的基础知识，对于网络，服务，硬件的理解也更为深刻。</a:t>
            </a:r>
            <a:r>
              <a:rPr kumimoji="0" lang="en-US" altLang="ja-JP" sz="1000" dirty="0" smtClean="0">
                <a:latin typeface="Arial" panose="020B0604020202020204" pitchFamily="34" charset="0"/>
              </a:rPr>
              <a:t>PCL</a:t>
            </a:r>
          </a:p>
          <a:p>
            <a:pPr lvl="0" eaLnBrk="0" fontAlgn="base" hangingPunct="0">
              <a:spcBef>
                <a:spcPct val="0"/>
              </a:spcBef>
              <a:spcAft>
                <a:spcPct val="0"/>
              </a:spcAft>
            </a:pPr>
            <a:r>
              <a:rPr kumimoji="0" lang="en-US" altLang="ja-JP" sz="1000" dirty="0">
                <a:latin typeface="Arial" panose="020B0604020202020204" pitchFamily="34" charset="0"/>
                <a:ea typeface="SimSun" panose="02010600030101010101" pitchFamily="2" charset="-122"/>
              </a:rPr>
              <a:t> </a:t>
            </a:r>
            <a:r>
              <a:rPr kumimoji="0" lang="en-US" altLang="ja-JP" sz="1000" dirty="0" smtClean="0">
                <a:latin typeface="Arial" panose="020B0604020202020204" pitchFamily="34" charset="0"/>
                <a:ea typeface="SimSun" panose="02010600030101010101" pitchFamily="2" charset="-122"/>
              </a:rPr>
              <a:t>          </a:t>
            </a:r>
            <a:r>
              <a:rPr kumimoji="0" lang="ja-JP" altLang="en-US" sz="1000" dirty="0" smtClean="0">
                <a:latin typeface="SimSun" panose="02010600030101010101" pitchFamily="2" charset="-122"/>
                <a:ea typeface="SimSun" panose="02010600030101010101" pitchFamily="2" charset="-122"/>
              </a:rPr>
              <a:t>的各阶段作业实施</a:t>
            </a:r>
            <a:r>
              <a:rPr kumimoji="0" lang="ja-JP" altLang="en-US" sz="1000" dirty="0">
                <a:latin typeface="SimSun" panose="02010600030101010101" pitchFamily="2" charset="-122"/>
                <a:ea typeface="SimSun" panose="02010600030101010101" pitchFamily="2" charset="-122"/>
              </a:rPr>
              <a:t>能力大幅提升。钻研能力较强，对于脚本的理解深刻</a:t>
            </a:r>
            <a:r>
              <a:rPr kumimoji="0" lang="zh-CN" altLang="en-US" sz="1000" dirty="0">
                <a:latin typeface="SimSun" panose="02010600030101010101" pitchFamily="2" charset="-122"/>
                <a:ea typeface="SimSun" panose="02010600030101010101" pitchFamily="2" charset="-122"/>
              </a:rPr>
              <a:t>。</a:t>
            </a:r>
            <a:endParaRPr kumimoji="0" lang="ja-JP" altLang="en-US" sz="1000" dirty="0"/>
          </a:p>
          <a:p>
            <a:pPr lvl="0" eaLnBrk="0" fontAlgn="base" hangingPunct="0">
              <a:spcBef>
                <a:spcPct val="0"/>
              </a:spcBef>
              <a:spcAft>
                <a:spcPct val="0"/>
              </a:spcAft>
            </a:pPr>
            <a:r>
              <a:rPr kumimoji="0" lang="ja-JP" altLang="en-US" sz="1000" dirty="0">
                <a:latin typeface="SimSun" panose="02010600030101010101" pitchFamily="2" charset="-122"/>
                <a:ea typeface="SimSun" panose="02010600030101010101" pitchFamily="2" charset="-122"/>
              </a:rPr>
              <a:t>短处：由于专业基础的薄弱，对于问题的调查能力有所欠缺。处理问题时容易钻牛角尖，</a:t>
            </a:r>
            <a:endParaRPr kumimoji="0" lang="en-US" altLang="ja-JP" sz="1000" dirty="0">
              <a:latin typeface="SimSun" panose="02010600030101010101" pitchFamily="2" charset="-122"/>
              <a:ea typeface="SimSun" panose="02010600030101010101" pitchFamily="2" charset="-122"/>
            </a:endParaRPr>
          </a:p>
          <a:p>
            <a:pPr lvl="0" eaLnBrk="0" fontAlgn="base" hangingPunct="0">
              <a:spcBef>
                <a:spcPct val="0"/>
              </a:spcBef>
              <a:spcAft>
                <a:spcPct val="0"/>
              </a:spcAft>
            </a:pPr>
            <a:r>
              <a:rPr kumimoji="0" lang="en-US" altLang="ja-JP" sz="1000" dirty="0" smtClean="0">
                <a:latin typeface="SimSun" panose="02010600030101010101" pitchFamily="2" charset="-122"/>
                <a:ea typeface="SimSun" panose="02010600030101010101" pitchFamily="2" charset="-122"/>
              </a:rPr>
              <a:t>      </a:t>
            </a:r>
            <a:r>
              <a:rPr kumimoji="0" lang="ja-JP" altLang="en-US" sz="1000" dirty="0" smtClean="0">
                <a:latin typeface="SimSun" panose="02010600030101010101" pitchFamily="2" charset="-122"/>
                <a:ea typeface="SimSun" panose="02010600030101010101" pitchFamily="2" charset="-122"/>
              </a:rPr>
              <a:t>更倾向于自己下定论而不向</a:t>
            </a:r>
            <a:r>
              <a:rPr kumimoji="0" lang="en-US" altLang="ja-JP" sz="1000" dirty="0" smtClean="0"/>
              <a:t>leader</a:t>
            </a:r>
            <a:r>
              <a:rPr kumimoji="0" lang="ja-JP" altLang="en-US" sz="1000" dirty="0" smtClean="0">
                <a:latin typeface="SimSun" panose="02010600030101010101" pitchFamily="2" charset="-122"/>
                <a:ea typeface="SimSun" panose="02010600030101010101" pitchFamily="2" charset="-122"/>
              </a:rPr>
              <a:t>请教</a:t>
            </a:r>
            <a:r>
              <a:rPr kumimoji="0" lang="zh-CN" altLang="en-US" sz="1000" dirty="0" smtClean="0">
                <a:latin typeface="SimSun" panose="02010600030101010101" pitchFamily="2" charset="-122"/>
                <a:ea typeface="SimSun" panose="02010600030101010101" pitchFamily="2" charset="-122"/>
              </a:rPr>
              <a:t>。</a:t>
            </a:r>
            <a:endParaRPr kumimoji="0" lang="ja-JP" altLang="en-US" sz="1000" dirty="0">
              <a:latin typeface="Arial" panose="020B0604020202020204" pitchFamily="34" charset="0"/>
            </a:endParaRPr>
          </a:p>
        </p:txBody>
      </p:sp>
      <p:sp>
        <p:nvSpPr>
          <p:cNvPr id="67" name="Rectangle 5"/>
          <p:cNvSpPr>
            <a:spLocks noChangeArrowheads="1"/>
          </p:cNvSpPr>
          <p:nvPr/>
        </p:nvSpPr>
        <p:spPr bwMode="auto">
          <a:xfrm>
            <a:off x="2442022" y="1503754"/>
            <a:ext cx="5082306"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indent="0" eaLnBrk="0" fontAlgn="base" hangingPunct="0">
              <a:lnSpc>
                <a:spcPct val="100000"/>
              </a:lnSpc>
              <a:spcBef>
                <a:spcPct val="0"/>
              </a:spcBef>
              <a:spcAft>
                <a:spcPct val="0"/>
              </a:spcAft>
              <a:buClrTx/>
              <a:buSzTx/>
              <a:buFontTx/>
              <a:buNone/>
              <a:tabLst/>
            </a:pPr>
            <a:r>
              <a:rPr kumimoji="0" lang="zh-CN" altLang="ja-JP" sz="1000" dirty="0">
                <a:latin typeface="SimSun" panose="02010600030101010101" pitchFamily="2" charset="-122"/>
                <a:ea typeface="SimSun" panose="02010600030101010101" pitchFamily="2" charset="-122"/>
              </a:rPr>
              <a:t>长处：熟悉</a:t>
            </a:r>
            <a:r>
              <a:rPr kumimoji="0" lang="en-US" altLang="ja-JP" sz="1000" dirty="0">
                <a:latin typeface="SimSun" panose="02010600030101010101" pitchFamily="2" charset="-122"/>
                <a:ea typeface="SimSun" panose="02010600030101010101" pitchFamily="2" charset="-122"/>
              </a:rPr>
              <a:t>SVPM</a:t>
            </a:r>
            <a:r>
              <a:rPr kumimoji="0" lang="zh-CN" altLang="en-US" sz="1000" dirty="0">
                <a:latin typeface="SimSun" panose="02010600030101010101" pitchFamily="2" charset="-122"/>
                <a:ea typeface="SimSun" panose="02010600030101010101" pitchFamily="2" charset="-122"/>
              </a:rPr>
              <a:t>项目业务知识，掌握</a:t>
            </a:r>
            <a:r>
              <a:rPr kumimoji="0" lang="en-US" altLang="ja-JP" sz="1000" dirty="0" err="1">
                <a:latin typeface="SimSun" panose="02010600030101010101" pitchFamily="2" charset="-122"/>
                <a:ea typeface="SimSun" panose="02010600030101010101" pitchFamily="2" charset="-122"/>
              </a:rPr>
              <a:t>linux</a:t>
            </a:r>
            <a:r>
              <a:rPr kumimoji="0" lang="zh-CN" altLang="en-US" sz="1000" dirty="0">
                <a:latin typeface="SimSun" panose="02010600030101010101" pitchFamily="2" charset="-122"/>
                <a:ea typeface="SimSun" panose="02010600030101010101" pitchFamily="2" charset="-122"/>
              </a:rPr>
              <a:t>和</a:t>
            </a:r>
            <a:r>
              <a:rPr kumimoji="0" lang="en-US" altLang="ja-JP" sz="1000" dirty="0">
                <a:latin typeface="SimSun" panose="02010600030101010101" pitchFamily="2" charset="-122"/>
                <a:ea typeface="SimSun" panose="02010600030101010101" pitchFamily="2" charset="-122"/>
              </a:rPr>
              <a:t>C</a:t>
            </a:r>
            <a:r>
              <a:rPr kumimoji="0" lang="zh-CN" altLang="en-US" sz="1000" dirty="0">
                <a:latin typeface="SimSun" panose="02010600030101010101" pitchFamily="2" charset="-122"/>
                <a:ea typeface="SimSun" panose="02010600030101010101" pitchFamily="2" charset="-122"/>
              </a:rPr>
              <a:t>语言基础知识，</a:t>
            </a:r>
            <a:r>
              <a:rPr kumimoji="0" lang="zh-CN" altLang="en-US" sz="1000" dirty="0" smtClean="0">
                <a:latin typeface="SimSun" panose="02010600030101010101" pitchFamily="2" charset="-122"/>
                <a:ea typeface="SimSun" panose="02010600030101010101" pitchFamily="2" charset="-122"/>
              </a:rPr>
              <a:t>能够独立担当某个模块的  </a:t>
            </a:r>
            <a:endParaRPr kumimoji="0" lang="en-US" altLang="zh-CN" sz="1000" dirty="0" smtClean="0">
              <a:latin typeface="SimSun" panose="02010600030101010101" pitchFamily="2" charset="-122"/>
              <a:ea typeface="SimSun" panose="02010600030101010101" pitchFamily="2" charset="-122"/>
            </a:endParaRPr>
          </a:p>
          <a:p>
            <a:pPr marR="0" indent="0" eaLnBrk="0" fontAlgn="base" hangingPunct="0">
              <a:lnSpc>
                <a:spcPct val="100000"/>
              </a:lnSpc>
              <a:spcBef>
                <a:spcPct val="0"/>
              </a:spcBef>
              <a:spcAft>
                <a:spcPct val="0"/>
              </a:spcAft>
              <a:buClrTx/>
              <a:buSzTx/>
              <a:buFontTx/>
              <a:buNone/>
              <a:tabLst/>
            </a:pPr>
            <a:r>
              <a:rPr kumimoji="0" lang="en-US" altLang="ja-JP" sz="1000" dirty="0" smtClean="0">
                <a:latin typeface="SimSun" panose="02010600030101010101" pitchFamily="2" charset="-122"/>
                <a:ea typeface="SimSun" panose="02010600030101010101" pitchFamily="2" charset="-122"/>
              </a:rPr>
              <a:t>      PG</a:t>
            </a:r>
            <a:r>
              <a:rPr kumimoji="0" lang="zh-CN" altLang="en-US" sz="1000" dirty="0">
                <a:latin typeface="SimSun" panose="02010600030101010101" pitchFamily="2" charset="-122"/>
                <a:ea typeface="SimSun" panose="02010600030101010101" pitchFamily="2" charset="-122"/>
              </a:rPr>
              <a:t>任务。对于调查、测试、</a:t>
            </a:r>
            <a:r>
              <a:rPr kumimoji="0" lang="en-US" altLang="ja-JP" sz="1000" dirty="0">
                <a:latin typeface="SimSun" panose="02010600030101010101" pitchFamily="2" charset="-122"/>
                <a:ea typeface="SimSun" panose="02010600030101010101" pitchFamily="2" charset="-122"/>
              </a:rPr>
              <a:t>review</a:t>
            </a:r>
            <a:r>
              <a:rPr kumimoji="0" lang="zh-CN" altLang="en-US" sz="1000" dirty="0">
                <a:latin typeface="SimSun" panose="02010600030101010101" pitchFamily="2" charset="-122"/>
                <a:ea typeface="SimSun" panose="02010600030101010101" pitchFamily="2" charset="-122"/>
              </a:rPr>
              <a:t>文档的编写也更加得心应手</a:t>
            </a:r>
            <a:r>
              <a:rPr kumimoji="0" lang="zh-CN" altLang="en-US" sz="1000" dirty="0" smtClean="0">
                <a:latin typeface="SimSun" panose="02010600030101010101" pitchFamily="2" charset="-122"/>
                <a:ea typeface="SimSun" panose="02010600030101010101" pitchFamily="2" charset="-122"/>
              </a:rPr>
              <a:t>。遇到问题肯</a:t>
            </a:r>
            <a:r>
              <a:rPr kumimoji="0" lang="zh-CN" altLang="en-US" sz="1000" dirty="0">
                <a:latin typeface="SimSun" panose="02010600030101010101" pitchFamily="2" charset="-122"/>
                <a:ea typeface="SimSun" panose="02010600030101010101" pitchFamily="2" charset="-122"/>
              </a:rPr>
              <a:t>花</a:t>
            </a:r>
            <a:r>
              <a:rPr kumimoji="0" lang="zh-CN" altLang="en-US" sz="1000" dirty="0" smtClean="0">
                <a:latin typeface="SimSun" panose="02010600030101010101" pitchFamily="2" charset="-122"/>
                <a:ea typeface="SimSun" panose="02010600030101010101" pitchFamily="2" charset="-122"/>
              </a:rPr>
              <a:t>功          </a:t>
            </a:r>
            <a:r>
              <a:rPr kumimoji="0" lang="en-US" altLang="zh-CN" sz="1000" dirty="0">
                <a:latin typeface="SimSun" panose="02010600030101010101" pitchFamily="2" charset="-122"/>
                <a:ea typeface="SimSun" panose="02010600030101010101" pitchFamily="2" charset="-122"/>
              </a:rPr>
              <a:t> </a:t>
            </a:r>
            <a:endParaRPr kumimoji="0" lang="en-US" altLang="zh-CN" sz="1000" dirty="0" smtClean="0">
              <a:latin typeface="SimSun" panose="02010600030101010101" pitchFamily="2" charset="-122"/>
              <a:ea typeface="SimSun" panose="02010600030101010101" pitchFamily="2" charset="-122"/>
            </a:endParaRPr>
          </a:p>
          <a:p>
            <a:pPr marR="0" indent="0" eaLnBrk="0" fontAlgn="base" hangingPunct="0">
              <a:lnSpc>
                <a:spcPct val="100000"/>
              </a:lnSpc>
              <a:spcBef>
                <a:spcPct val="0"/>
              </a:spcBef>
              <a:spcAft>
                <a:spcPct val="0"/>
              </a:spcAft>
              <a:buClrTx/>
              <a:buSzTx/>
              <a:buFontTx/>
              <a:buNone/>
              <a:tabLst/>
            </a:pPr>
            <a:r>
              <a:rPr kumimoji="0" lang="en-US" altLang="zh-CN" sz="1000" dirty="0" smtClean="0">
                <a:latin typeface="SimSun" panose="02010600030101010101" pitchFamily="2" charset="-122"/>
                <a:ea typeface="SimSun" panose="02010600030101010101" pitchFamily="2" charset="-122"/>
              </a:rPr>
              <a:t>      </a:t>
            </a:r>
            <a:r>
              <a:rPr kumimoji="0" lang="zh-CN" altLang="en-US" sz="1000" dirty="0" smtClean="0">
                <a:latin typeface="SimSun" panose="02010600030101010101" pitchFamily="2" charset="-122"/>
                <a:ea typeface="SimSun" panose="02010600030101010101" pitchFamily="2" charset="-122"/>
              </a:rPr>
              <a:t>夫</a:t>
            </a:r>
            <a:r>
              <a:rPr kumimoji="0" lang="zh-CN" altLang="en-US" sz="1000" dirty="0">
                <a:latin typeface="SimSun" panose="02010600030101010101" pitchFamily="2" charset="-122"/>
                <a:ea typeface="SimSun" panose="02010600030101010101" pitchFamily="2" charset="-122"/>
              </a:rPr>
              <a:t>，肯钻研。</a:t>
            </a:r>
            <a:endParaRPr kumimoji="0" lang="ja-JP" altLang="en-US" sz="1000" dirty="0">
              <a:latin typeface="SimSun" panose="02010600030101010101" pitchFamily="2" charset="-122"/>
              <a:ea typeface="SimSun" panose="02010600030101010101" pitchFamily="2" charset="-122"/>
            </a:endParaRPr>
          </a:p>
          <a:p>
            <a:pPr marR="0" indent="0" eaLnBrk="0" fontAlgn="base" hangingPunct="0">
              <a:lnSpc>
                <a:spcPct val="100000"/>
              </a:lnSpc>
              <a:spcBef>
                <a:spcPct val="0"/>
              </a:spcBef>
              <a:spcAft>
                <a:spcPct val="0"/>
              </a:spcAft>
              <a:buClrTx/>
              <a:buSzTx/>
              <a:buFontTx/>
              <a:buNone/>
              <a:tabLst/>
            </a:pPr>
            <a:r>
              <a:rPr kumimoji="0" lang="zh-CN" altLang="en-US" sz="1000" dirty="0">
                <a:latin typeface="SimSun" panose="02010600030101010101" pitchFamily="2" charset="-122"/>
                <a:ea typeface="SimSun" panose="02010600030101010101" pitchFamily="2" charset="-122"/>
              </a:rPr>
              <a:t>短处：遇到问题容易钻牛角尖，效率不高，需要前辈提点；容易擅自下定论而</a:t>
            </a:r>
            <a:r>
              <a:rPr kumimoji="0" lang="zh-CN" altLang="en-US" sz="1000" dirty="0" smtClean="0">
                <a:latin typeface="SimSun" panose="02010600030101010101" pitchFamily="2" charset="-122"/>
                <a:ea typeface="SimSun" panose="02010600030101010101" pitchFamily="2" charset="-122"/>
              </a:rPr>
              <a:t>不向前辈  </a:t>
            </a:r>
            <a:endParaRPr kumimoji="0" lang="en-US" altLang="zh-CN" sz="1000" dirty="0" smtClean="0">
              <a:latin typeface="SimSun" panose="02010600030101010101" pitchFamily="2" charset="-122"/>
              <a:ea typeface="SimSun" panose="02010600030101010101" pitchFamily="2" charset="-122"/>
            </a:endParaRPr>
          </a:p>
          <a:p>
            <a:pPr marR="0" indent="0" eaLnBrk="0" fontAlgn="base" hangingPunct="0">
              <a:lnSpc>
                <a:spcPct val="100000"/>
              </a:lnSpc>
              <a:spcBef>
                <a:spcPct val="0"/>
              </a:spcBef>
              <a:spcAft>
                <a:spcPct val="0"/>
              </a:spcAft>
              <a:buClrTx/>
              <a:buSzTx/>
              <a:buFontTx/>
              <a:buNone/>
              <a:tabLst/>
            </a:pPr>
            <a:r>
              <a:rPr kumimoji="0" lang="en-US" altLang="zh-CN" sz="1000" dirty="0" smtClean="0">
                <a:latin typeface="SimSun" panose="02010600030101010101" pitchFamily="2" charset="-122"/>
                <a:ea typeface="SimSun" panose="02010600030101010101" pitchFamily="2" charset="-122"/>
              </a:rPr>
              <a:t>      </a:t>
            </a:r>
            <a:r>
              <a:rPr kumimoji="0" lang="zh-CN" altLang="en-US" sz="1000" dirty="0" smtClean="0">
                <a:latin typeface="SimSun" panose="02010600030101010101" pitchFamily="2" charset="-122"/>
                <a:ea typeface="SimSun" panose="02010600030101010101" pitchFamily="2" charset="-122"/>
              </a:rPr>
              <a:t>指教</a:t>
            </a:r>
            <a:r>
              <a:rPr kumimoji="0" lang="zh-CN" altLang="en-US" sz="1000" dirty="0">
                <a:latin typeface="SimSun" panose="02010600030101010101" pitchFamily="2" charset="-122"/>
                <a:ea typeface="SimSun" panose="02010600030101010101" pitchFamily="2" charset="-122"/>
              </a:rPr>
              <a:t>，引起不必要的麻烦；日语能力有待提升。</a:t>
            </a:r>
          </a:p>
        </p:txBody>
      </p:sp>
      <p:sp>
        <p:nvSpPr>
          <p:cNvPr id="70" name="正方形/長方形 69"/>
          <p:cNvSpPr/>
          <p:nvPr/>
        </p:nvSpPr>
        <p:spPr>
          <a:xfrm>
            <a:off x="2450804" y="4757057"/>
            <a:ext cx="4802782" cy="553998"/>
          </a:xfrm>
          <a:prstGeom prst="rect">
            <a:avLst/>
          </a:prstGeom>
        </p:spPr>
        <p:txBody>
          <a:bodyPr wrap="square">
            <a:spAutoFit/>
          </a:bodyPr>
          <a:lstStyle/>
          <a:p>
            <a:pPr lvl="0" eaLnBrk="0" fontAlgn="base" hangingPunct="0">
              <a:spcBef>
                <a:spcPct val="0"/>
              </a:spcBef>
              <a:spcAft>
                <a:spcPct val="0"/>
              </a:spcAft>
            </a:pPr>
            <a:r>
              <a:rPr kumimoji="0" lang="ja-JP" altLang="ja-JP" sz="1000" dirty="0">
                <a:latin typeface="SimSun" panose="02010600030101010101" pitchFamily="2" charset="-122"/>
                <a:ea typeface="SimSun" panose="02010600030101010101" pitchFamily="2" charset="-122"/>
              </a:rPr>
              <a:t>长处</a:t>
            </a:r>
            <a:r>
              <a:rPr kumimoji="0" lang="ja-JP" altLang="ja-JP" sz="1000" dirty="0" smtClean="0">
                <a:latin typeface="SimSun" panose="02010600030101010101" pitchFamily="2" charset="-122"/>
                <a:ea typeface="SimSun" panose="02010600030101010101" pitchFamily="2" charset="-122"/>
              </a:rPr>
              <a:t>：</a:t>
            </a:r>
            <a:r>
              <a:rPr kumimoji="0" lang="zh-CN" altLang="en-US" sz="1000" dirty="0" smtClean="0">
                <a:latin typeface="SimSun" panose="02010600030101010101" pitchFamily="2" charset="-122"/>
                <a:ea typeface="SimSun" panose="02010600030101010101" pitchFamily="2" charset="-122"/>
              </a:rPr>
              <a:t>掌握</a:t>
            </a:r>
            <a:r>
              <a:rPr kumimoji="0" lang="en-US" altLang="zh-CN" sz="1000" dirty="0" err="1" smtClean="0">
                <a:latin typeface="SimSun" panose="02010600030101010101" pitchFamily="2" charset="-122"/>
                <a:ea typeface="SimSun" panose="02010600030101010101" pitchFamily="2" charset="-122"/>
              </a:rPr>
              <a:t>linux</a:t>
            </a:r>
            <a:r>
              <a:rPr kumimoji="0" lang="zh-CN" altLang="en-US" sz="1000" dirty="0" smtClean="0">
                <a:latin typeface="SimSun" panose="02010600030101010101" pitchFamily="2" charset="-122"/>
                <a:ea typeface="SimSun" panose="02010600030101010101" pitchFamily="2" charset="-122"/>
              </a:rPr>
              <a:t>基础和</a:t>
            </a:r>
            <a:r>
              <a:rPr kumimoji="0" lang="en-US" altLang="zh-CN" sz="1000" dirty="0" smtClean="0">
                <a:latin typeface="SimSun" panose="02010600030101010101" pitchFamily="2" charset="-122"/>
                <a:ea typeface="SimSun" panose="02010600030101010101" pitchFamily="2" charset="-122"/>
              </a:rPr>
              <a:t>shell</a:t>
            </a:r>
            <a:r>
              <a:rPr kumimoji="0" lang="zh-CN" altLang="en-US" sz="1000" dirty="0" smtClean="0">
                <a:latin typeface="SimSun" panose="02010600030101010101" pitchFamily="2" charset="-122"/>
                <a:ea typeface="SimSun" panose="02010600030101010101" pitchFamily="2" charset="-122"/>
              </a:rPr>
              <a:t>基本命令，能够及时根据需求修改测试环境，能够快   </a:t>
            </a:r>
            <a:endParaRPr kumimoji="0" lang="en-US" altLang="zh-CN" sz="1000" dirty="0" smtClean="0">
              <a:latin typeface="SimSun" panose="02010600030101010101" pitchFamily="2" charset="-122"/>
              <a:ea typeface="SimSun" panose="02010600030101010101" pitchFamily="2" charset="-122"/>
            </a:endParaRPr>
          </a:p>
          <a:p>
            <a:pPr lvl="0" eaLnBrk="0" fontAlgn="base" hangingPunct="0">
              <a:spcBef>
                <a:spcPct val="0"/>
              </a:spcBef>
              <a:spcAft>
                <a:spcPct val="0"/>
              </a:spcAft>
            </a:pPr>
            <a:r>
              <a:rPr kumimoji="0" lang="en-US" altLang="zh-CN" sz="1000" dirty="0" smtClean="0">
                <a:latin typeface="SimSun" panose="02010600030101010101" pitchFamily="2" charset="-122"/>
                <a:ea typeface="SimSun" panose="02010600030101010101" pitchFamily="2" charset="-122"/>
              </a:rPr>
              <a:t>      </a:t>
            </a:r>
            <a:r>
              <a:rPr kumimoji="0" lang="zh-CN" altLang="en-US" sz="1000" dirty="0" smtClean="0">
                <a:latin typeface="SimSun" panose="02010600030101010101" pitchFamily="2" charset="-122"/>
                <a:ea typeface="SimSun" panose="02010600030101010101" pitchFamily="2" charset="-122"/>
              </a:rPr>
              <a:t>速对应</a:t>
            </a:r>
            <a:r>
              <a:rPr kumimoji="0" lang="en-US" altLang="zh-CN" sz="1000" dirty="0" smtClean="0">
                <a:latin typeface="SimSun" panose="02010600030101010101" pitchFamily="2" charset="-122"/>
                <a:ea typeface="SimSun" panose="02010600030101010101" pitchFamily="2" charset="-122"/>
              </a:rPr>
              <a:t>bug</a:t>
            </a:r>
            <a:r>
              <a:rPr kumimoji="0" lang="zh-CN" altLang="en-US" sz="1000" dirty="0" smtClean="0">
                <a:latin typeface="SimSun" panose="02010600030101010101" pitchFamily="2" charset="-122"/>
                <a:ea typeface="SimSun" panose="02010600030101010101" pitchFamily="2" charset="-122"/>
              </a:rPr>
              <a:t>，文档作成能力较强，细节上面做的较好，日语有优势。</a:t>
            </a:r>
            <a:endParaRPr kumimoji="0" lang="en-US" altLang="zh-CN" sz="1000" dirty="0" smtClean="0">
              <a:latin typeface="SimSun" panose="02010600030101010101" pitchFamily="2" charset="-122"/>
              <a:ea typeface="SimSun" panose="02010600030101010101" pitchFamily="2" charset="-122"/>
            </a:endParaRPr>
          </a:p>
          <a:p>
            <a:pPr lvl="0" eaLnBrk="0" fontAlgn="base" hangingPunct="0">
              <a:spcBef>
                <a:spcPct val="0"/>
              </a:spcBef>
              <a:spcAft>
                <a:spcPct val="0"/>
              </a:spcAft>
            </a:pPr>
            <a:r>
              <a:rPr kumimoji="0" lang="ja-JP" altLang="en-US" sz="1000" dirty="0" smtClean="0">
                <a:latin typeface="SimSun" panose="02010600030101010101" pitchFamily="2" charset="-122"/>
                <a:ea typeface="SimSun" panose="02010600030101010101" pitchFamily="2" charset="-122"/>
              </a:rPr>
              <a:t>短处：</a:t>
            </a:r>
            <a:r>
              <a:rPr kumimoji="0" lang="zh-CN" altLang="en-US" sz="1000" dirty="0" smtClean="0">
                <a:latin typeface="SimSun" panose="02010600030101010101" pitchFamily="2" charset="-122"/>
                <a:ea typeface="SimSun" panose="02010600030101010101" pitchFamily="2" charset="-122"/>
              </a:rPr>
              <a:t>对</a:t>
            </a:r>
            <a:r>
              <a:rPr kumimoji="0" lang="en-US" altLang="zh-CN" sz="1000" dirty="0" smtClean="0">
                <a:latin typeface="SimSun" panose="02010600030101010101" pitchFamily="2" charset="-122"/>
                <a:ea typeface="SimSun" panose="02010600030101010101" pitchFamily="2" charset="-122"/>
              </a:rPr>
              <a:t>C</a:t>
            </a:r>
            <a:r>
              <a:rPr kumimoji="0" lang="zh-CN" altLang="en-US" sz="1000" dirty="0" smtClean="0">
                <a:latin typeface="SimSun" panose="02010600030101010101" pitchFamily="2" charset="-122"/>
                <a:ea typeface="SimSun" panose="02010600030101010101" pitchFamily="2" charset="-122"/>
              </a:rPr>
              <a:t>代码的理解不够深刻，暂不能独立完成一些</a:t>
            </a:r>
            <a:r>
              <a:rPr kumimoji="0" lang="en-US" altLang="zh-CN" sz="1000" dirty="0" smtClean="0">
                <a:latin typeface="SimSun" panose="02010600030101010101" pitchFamily="2" charset="-122"/>
                <a:ea typeface="SimSun" panose="02010600030101010101" pitchFamily="2" charset="-122"/>
              </a:rPr>
              <a:t>patch</a:t>
            </a:r>
            <a:r>
              <a:rPr kumimoji="0" lang="zh-CN" altLang="en-US" sz="1000" dirty="0" smtClean="0">
                <a:latin typeface="SimSun" panose="02010600030101010101" pitchFamily="2" charset="-122"/>
                <a:ea typeface="SimSun" panose="02010600030101010101" pitchFamily="2" charset="-122"/>
              </a:rPr>
              <a:t>的编写。</a:t>
            </a:r>
            <a:endParaRPr kumimoji="0" lang="ja-JP" altLang="en-US" sz="1000"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869866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81BB7609-8E8F-4B57-9227-14DAD6151A60}" type="slidenum">
              <a:rPr lang="de-DE" altLang="ja-JP" smtClean="0"/>
              <a:pPr/>
              <a:t>13</a:t>
            </a:fld>
            <a:endParaRPr lang="de-DE" altLang="ja-JP"/>
          </a:p>
        </p:txBody>
      </p:sp>
      <p:sp>
        <p:nvSpPr>
          <p:cNvPr id="5" name="页脚占位符 4"/>
          <p:cNvSpPr>
            <a:spLocks noGrp="1"/>
          </p:cNvSpPr>
          <p:nvPr>
            <p:ph type="ftr" sz="quarter" idx="11"/>
          </p:nvPr>
        </p:nvSpPr>
        <p:spPr/>
        <p:txBody>
          <a:bodyPr/>
          <a:lstStyle/>
          <a:p>
            <a:r>
              <a:rPr lang="de-DE" altLang="ja-JP" dirty="0" smtClean="0"/>
              <a:t>Copyright 2018 FUJITSU LIMITED</a:t>
            </a:r>
            <a:endParaRPr lang="de-DE" altLang="ja-JP" dirty="0"/>
          </a:p>
        </p:txBody>
      </p:sp>
      <p:grpSp>
        <p:nvGrpSpPr>
          <p:cNvPr id="6" name="组合 5"/>
          <p:cNvGrpSpPr/>
          <p:nvPr/>
        </p:nvGrpSpPr>
        <p:grpSpPr>
          <a:xfrm>
            <a:off x="123088" y="166423"/>
            <a:ext cx="4319423" cy="852875"/>
            <a:chOff x="3129129" y="1121776"/>
            <a:chExt cx="5933741" cy="1171624"/>
          </a:xfrm>
        </p:grpSpPr>
        <p:sp>
          <p:nvSpPr>
            <p:cNvPr id="7" name="圆角矩形 6"/>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sp>
          <p:nvSpPr>
            <p:cNvPr id="8" name="圆角矩形 7"/>
            <p:cNvSpPr/>
            <p:nvPr/>
          </p:nvSpPr>
          <p:spPr>
            <a:xfrm>
              <a:off x="3289330" y="1253414"/>
              <a:ext cx="5613340" cy="908350"/>
            </a:xfrm>
            <a:prstGeom prst="roundRect">
              <a:avLst>
                <a:gd name="adj" fmla="val 50000"/>
              </a:avLst>
            </a:prstGeom>
            <a:gradFill>
              <a:gsLst>
                <a:gs pos="0">
                  <a:srgbClr val="663A77"/>
                </a:gs>
                <a:gs pos="100000">
                  <a:srgbClr val="A26CB8"/>
                </a:gs>
              </a:gsLst>
              <a:lin ang="0" scaled="0"/>
            </a:gradFill>
            <a:ln w="19050">
              <a:gradFill flip="none" rotWithShape="1">
                <a:gsLst>
                  <a:gs pos="0">
                    <a:srgbClr val="A26CB8"/>
                  </a:gs>
                  <a:gs pos="100000">
                    <a:srgbClr val="663A77"/>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grpSp>
      <p:grpSp>
        <p:nvGrpSpPr>
          <p:cNvPr id="9" name="组合 8"/>
          <p:cNvGrpSpPr/>
          <p:nvPr/>
        </p:nvGrpSpPr>
        <p:grpSpPr>
          <a:xfrm>
            <a:off x="73596" y="81953"/>
            <a:ext cx="1169945" cy="1379589"/>
            <a:chOff x="3150395" y="933507"/>
            <a:chExt cx="1559927" cy="1839452"/>
          </a:xfrm>
        </p:grpSpPr>
        <p:grpSp>
          <p:nvGrpSpPr>
            <p:cNvPr id="10" name="组合 9"/>
            <p:cNvGrpSpPr/>
            <p:nvPr/>
          </p:nvGrpSpPr>
          <p:grpSpPr>
            <a:xfrm>
              <a:off x="3150395" y="933507"/>
              <a:ext cx="1559927" cy="1839452"/>
              <a:chOff x="3222820" y="1148080"/>
              <a:chExt cx="1484216" cy="1750177"/>
            </a:xfrm>
          </p:grpSpPr>
          <p:grpSp>
            <p:nvGrpSpPr>
              <p:cNvPr id="14" name="组合 13"/>
              <p:cNvGrpSpPr/>
              <p:nvPr/>
            </p:nvGrpSpPr>
            <p:grpSpPr>
              <a:xfrm>
                <a:off x="3420363" y="1295115"/>
                <a:ext cx="1286673" cy="1603142"/>
                <a:chOff x="7380501" y="2927402"/>
                <a:chExt cx="2311887" cy="2880512"/>
              </a:xfrm>
            </p:grpSpPr>
            <p:sp>
              <p:nvSpPr>
                <p:cNvPr id="16"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 fmla="*/ 13249 w 1687745"/>
                    <a:gd name="connsiteY0" fmla="*/ 1035368 h 2070736"/>
                    <a:gd name="connsiteX1" fmla="*/ 850497 w 1687745"/>
                    <a:gd name="connsiteY1" fmla="*/ 0 h 2070736"/>
                    <a:gd name="connsiteX2" fmla="*/ 1687745 w 1687745"/>
                    <a:gd name="connsiteY2" fmla="*/ 1035368 h 2070736"/>
                    <a:gd name="connsiteX3" fmla="*/ 850497 w 1687745"/>
                    <a:gd name="connsiteY3" fmla="*/ 2070736 h 2070736"/>
                    <a:gd name="connsiteX4" fmla="*/ 13249 w 1687745"/>
                    <a:gd name="connsiteY4" fmla="*/ 1035368 h 2070736"/>
                    <a:gd name="connsiteX0" fmla="*/ 13249 w 1696474"/>
                    <a:gd name="connsiteY0" fmla="*/ 1035368 h 2070736"/>
                    <a:gd name="connsiteX1" fmla="*/ 850497 w 1696474"/>
                    <a:gd name="connsiteY1" fmla="*/ 0 h 2070736"/>
                    <a:gd name="connsiteX2" fmla="*/ 1687745 w 1696474"/>
                    <a:gd name="connsiteY2" fmla="*/ 1035368 h 2070736"/>
                    <a:gd name="connsiteX3" fmla="*/ 850497 w 1696474"/>
                    <a:gd name="connsiteY3" fmla="*/ 2070736 h 2070736"/>
                    <a:gd name="connsiteX4" fmla="*/ 13249 w 1696474"/>
                    <a:gd name="connsiteY4" fmla="*/ 1035368 h 2070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sp>
              <p:nvSpPr>
                <p:cNvPr id="17" name="椭圆 16"/>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sp>
              <p:nvSpPr>
                <p:cNvPr id="18" name="椭圆 17"/>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grpSp>
          <p:sp>
            <p:nvSpPr>
              <p:cNvPr id="15" name="椭圆 14"/>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grpSp>
        <p:grpSp>
          <p:nvGrpSpPr>
            <p:cNvPr id="11" name="组合 10"/>
            <p:cNvGrpSpPr/>
            <p:nvPr/>
          </p:nvGrpSpPr>
          <p:grpSpPr>
            <a:xfrm>
              <a:off x="3437036" y="1269298"/>
              <a:ext cx="775805" cy="690872"/>
              <a:chOff x="1460111" y="2419508"/>
              <a:chExt cx="1032597" cy="919547"/>
            </a:xfrm>
          </p:grpSpPr>
          <p:sp>
            <p:nvSpPr>
              <p:cNvPr id="12" name="文本框 11"/>
              <p:cNvSpPr txBox="1"/>
              <p:nvPr/>
            </p:nvSpPr>
            <p:spPr>
              <a:xfrm>
                <a:off x="1460111" y="2419508"/>
                <a:ext cx="1030514" cy="819298"/>
              </a:xfrm>
              <a:prstGeom prst="rect">
                <a:avLst/>
              </a:prstGeom>
              <a:noFill/>
            </p:spPr>
            <p:txBody>
              <a:bodyPr wrap="square" rtlCol="0">
                <a:spAutoFit/>
              </a:bodyPr>
              <a:lstStyle/>
              <a:p>
                <a:pPr algn="ctr"/>
                <a:r>
                  <a:rPr lang="en-US" altLang="zh-CN" sz="2400" dirty="0" smtClean="0">
                    <a:solidFill>
                      <a:srgbClr val="663A77"/>
                    </a:solidFill>
                    <a:latin typeface="Impact" panose="020B0806030902050204" pitchFamily="34" charset="0"/>
                  </a:rPr>
                  <a:t>04</a:t>
                </a:r>
                <a:endParaRPr lang="zh-CN" altLang="en-US" sz="2400" dirty="0">
                  <a:solidFill>
                    <a:srgbClr val="663A77"/>
                  </a:solidFill>
                  <a:latin typeface="Impact" panose="020B0806030902050204" pitchFamily="34" charset="0"/>
                </a:endParaRPr>
              </a:p>
            </p:txBody>
          </p:sp>
          <p:sp>
            <p:nvSpPr>
              <p:cNvPr id="13" name="文本框 12"/>
              <p:cNvSpPr txBox="1"/>
              <p:nvPr/>
            </p:nvSpPr>
            <p:spPr>
              <a:xfrm>
                <a:off x="1462194" y="2949888"/>
                <a:ext cx="1030514" cy="389167"/>
              </a:xfrm>
              <a:prstGeom prst="rect">
                <a:avLst/>
              </a:prstGeom>
              <a:noFill/>
            </p:spPr>
            <p:txBody>
              <a:bodyPr wrap="square" rtlCol="0">
                <a:spAutoFit/>
              </a:bodyPr>
              <a:lstStyle/>
              <a:p>
                <a:pPr algn="ctr"/>
                <a:r>
                  <a:rPr lang="en-US" altLang="zh-CN" sz="825" dirty="0">
                    <a:solidFill>
                      <a:srgbClr val="663A77"/>
                    </a:solidFill>
                    <a:latin typeface="LiHei Pro" panose="020B0500000000000000" pitchFamily="34" charset="-122"/>
                    <a:ea typeface="LiHei Pro" panose="020B0500000000000000" pitchFamily="34" charset="-122"/>
                  </a:rPr>
                  <a:t>OPTION</a:t>
                </a:r>
                <a:endParaRPr lang="zh-CN" altLang="en-US" sz="825" dirty="0">
                  <a:solidFill>
                    <a:srgbClr val="663A77"/>
                  </a:solidFill>
                  <a:latin typeface="LiHei Pro" panose="020B0500000000000000" pitchFamily="34" charset="-122"/>
                  <a:ea typeface="LiHei Pro" panose="020B0500000000000000" pitchFamily="34" charset="-122"/>
                </a:endParaRPr>
              </a:p>
            </p:txBody>
          </p:sp>
        </p:grpSp>
      </p:grpSp>
      <p:sp>
        <p:nvSpPr>
          <p:cNvPr id="20" name="文本框 19"/>
          <p:cNvSpPr txBox="1"/>
          <p:nvPr/>
        </p:nvSpPr>
        <p:spPr>
          <a:xfrm>
            <a:off x="1279252" y="357070"/>
            <a:ext cx="2284635" cy="738664"/>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吾日三省，扬长避短</a:t>
            </a:r>
          </a:p>
          <a:p>
            <a:endParaRPr lang="zh-CN" altLang="en-US" sz="24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60" name="太陽 59"/>
          <p:cNvSpPr/>
          <p:nvPr/>
        </p:nvSpPr>
        <p:spPr bwMode="auto">
          <a:xfrm>
            <a:off x="3473683" y="291629"/>
            <a:ext cx="615324" cy="592545"/>
          </a:xfrm>
          <a:prstGeom prst="sun">
            <a:avLst/>
          </a:prstGeom>
          <a:solidFill>
            <a:schemeClr val="accent3"/>
          </a:solidFill>
          <a:ln w="9525" cap="flat" cmpd="sng" algn="ctr">
            <a:solidFill>
              <a:srgbClr val="57564F"/>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68" name="四角形吹き出し 67"/>
          <p:cNvSpPr/>
          <p:nvPr/>
        </p:nvSpPr>
        <p:spPr bwMode="auto">
          <a:xfrm>
            <a:off x="1403648" y="3069428"/>
            <a:ext cx="5073524" cy="1087937"/>
          </a:xfrm>
          <a:prstGeom prst="wedgeRectCallout">
            <a:avLst>
              <a:gd name="adj1" fmla="val 59915"/>
              <a:gd name="adj2" fmla="val -7521"/>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28" name="角丸四角形 27"/>
          <p:cNvSpPr/>
          <p:nvPr/>
        </p:nvSpPr>
        <p:spPr bwMode="auto">
          <a:xfrm>
            <a:off x="7126597" y="1322436"/>
            <a:ext cx="983201" cy="1260526"/>
          </a:xfrm>
          <a:prstGeom prst="roundRect">
            <a:avLst/>
          </a:prstGeom>
          <a:solidFill>
            <a:schemeClr val="accent6">
              <a:lumMod val="20000"/>
              <a:lumOff val="80000"/>
            </a:schemeClr>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lang="ja-JP" altLang="en-US">
              <a:solidFill>
                <a:schemeClr val="tx1">
                  <a:lumMod val="65000"/>
                  <a:lumOff val="35000"/>
                </a:schemeClr>
              </a:solidFill>
            </a:endParaRPr>
          </a:p>
        </p:txBody>
      </p:sp>
      <p:pic>
        <p:nvPicPr>
          <p:cNvPr id="29" name="図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51151" y="1520483"/>
            <a:ext cx="712830" cy="926775"/>
          </a:xfrm>
          <a:prstGeom prst="rect">
            <a:avLst/>
          </a:prstGeom>
        </p:spPr>
      </p:pic>
      <p:sp>
        <p:nvSpPr>
          <p:cNvPr id="30" name="角丸四角形 29"/>
          <p:cNvSpPr/>
          <p:nvPr/>
        </p:nvSpPr>
        <p:spPr bwMode="auto">
          <a:xfrm>
            <a:off x="7126065" y="2938169"/>
            <a:ext cx="983201" cy="1260526"/>
          </a:xfrm>
          <a:prstGeom prst="roundRect">
            <a:avLst/>
          </a:prstGeom>
          <a:gradFill rotWithShape="0">
            <a:gsLst>
              <a:gs pos="0">
                <a:srgbClr val="FFFFFF"/>
              </a:gs>
              <a:gs pos="100000">
                <a:srgbClr val="CACAC7"/>
              </a:gs>
            </a:gsLst>
            <a:lin ang="5400000" scaled="1"/>
          </a:gra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pic>
        <p:nvPicPr>
          <p:cNvPr id="31"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61251" y="3069428"/>
            <a:ext cx="734094" cy="948221"/>
          </a:xfrm>
          <a:prstGeom prst="rect">
            <a:avLst/>
          </a:prstGeom>
        </p:spPr>
      </p:pic>
      <p:sp>
        <p:nvSpPr>
          <p:cNvPr id="32" name="四角形吹き出し 31"/>
          <p:cNvSpPr/>
          <p:nvPr/>
        </p:nvSpPr>
        <p:spPr bwMode="auto">
          <a:xfrm>
            <a:off x="1403648" y="1421843"/>
            <a:ext cx="5073524" cy="1087937"/>
          </a:xfrm>
          <a:prstGeom prst="wedgeRectCallout">
            <a:avLst>
              <a:gd name="adj1" fmla="val 59915"/>
              <a:gd name="adj2" fmla="val -7521"/>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33" name="角丸四角形 32"/>
          <p:cNvSpPr/>
          <p:nvPr/>
        </p:nvSpPr>
        <p:spPr bwMode="auto">
          <a:xfrm>
            <a:off x="7109988" y="4577373"/>
            <a:ext cx="995156" cy="1262232"/>
          </a:xfrm>
          <a:prstGeom prst="roundRect">
            <a:avLst/>
          </a:prstGeom>
          <a:solidFill>
            <a:schemeClr val="accent6">
              <a:lumMod val="20000"/>
              <a:lumOff val="80000"/>
            </a:schemeClr>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lang="ja-JP" altLang="en-US">
              <a:solidFill>
                <a:schemeClr val="tx1">
                  <a:lumMod val="65000"/>
                  <a:lumOff val="35000"/>
                </a:schemeClr>
              </a:solidFill>
            </a:endParaRPr>
          </a:p>
        </p:txBody>
      </p:sp>
      <p:pic>
        <p:nvPicPr>
          <p:cNvPr id="34" name="図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57129" y="4723655"/>
            <a:ext cx="702198" cy="969667"/>
          </a:xfrm>
          <a:prstGeom prst="rect">
            <a:avLst/>
          </a:prstGeom>
        </p:spPr>
      </p:pic>
      <p:sp>
        <p:nvSpPr>
          <p:cNvPr id="35" name="四角形吹き出し 34"/>
          <p:cNvSpPr/>
          <p:nvPr/>
        </p:nvSpPr>
        <p:spPr bwMode="auto">
          <a:xfrm>
            <a:off x="1403648" y="4717013"/>
            <a:ext cx="5073524" cy="1087937"/>
          </a:xfrm>
          <a:prstGeom prst="wedgeRectCallout">
            <a:avLst>
              <a:gd name="adj1" fmla="val 59915"/>
              <a:gd name="adj2" fmla="val -7521"/>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3" name="正方形/長方形 2"/>
          <p:cNvSpPr/>
          <p:nvPr/>
        </p:nvSpPr>
        <p:spPr>
          <a:xfrm>
            <a:off x="7187098" y="2626418"/>
            <a:ext cx="861133" cy="253916"/>
          </a:xfrm>
          <a:prstGeom prst="rect">
            <a:avLst/>
          </a:prstGeom>
        </p:spPr>
        <p:txBody>
          <a:bodyPr wrap="none">
            <a:spAutoFit/>
          </a:bodyPr>
          <a:lstStyle/>
          <a:p>
            <a:r>
              <a:rPr lang="en-US" altLang="zh-CN" sz="1050" dirty="0">
                <a:solidFill>
                  <a:prstClr val="black">
                    <a:lumMod val="65000"/>
                    <a:lumOff val="35000"/>
                  </a:prstClr>
                </a:solidFill>
                <a:latin typeface="微软雅黑" panose="020B0503020204020204" pitchFamily="34" charset="-122"/>
                <a:ea typeface="微软雅黑" panose="020B0503020204020204" pitchFamily="34" charset="-122"/>
              </a:rPr>
              <a:t>PCL:</a:t>
            </a:r>
            <a:r>
              <a:rPr lang="zh-CN" altLang="en-US" sz="1050" dirty="0">
                <a:solidFill>
                  <a:prstClr val="black">
                    <a:lumMod val="65000"/>
                    <a:lumOff val="35000"/>
                  </a:prstClr>
                </a:solidFill>
                <a:latin typeface="微软雅黑" panose="020B0503020204020204" pitchFamily="34" charset="-122"/>
                <a:ea typeface="微软雅黑" panose="020B0503020204020204" pitchFamily="34" charset="-122"/>
              </a:rPr>
              <a:t>王丽婷</a:t>
            </a:r>
          </a:p>
        </p:txBody>
      </p:sp>
      <p:sp>
        <p:nvSpPr>
          <p:cNvPr id="19" name="正方形/長方形 18"/>
          <p:cNvSpPr/>
          <p:nvPr/>
        </p:nvSpPr>
        <p:spPr>
          <a:xfrm>
            <a:off x="7187098" y="4269369"/>
            <a:ext cx="1029449" cy="253916"/>
          </a:xfrm>
          <a:prstGeom prst="rect">
            <a:avLst/>
          </a:prstGeom>
        </p:spPr>
        <p:txBody>
          <a:bodyPr wrap="none">
            <a:spAutoFit/>
          </a:bodyPr>
          <a:lstStyle/>
          <a:p>
            <a:r>
              <a:rPr lang="en-US" altLang="zh-CN" sz="1050" dirty="0">
                <a:solidFill>
                  <a:prstClr val="black">
                    <a:lumMod val="65000"/>
                    <a:lumOff val="35000"/>
                  </a:prstClr>
                </a:solidFill>
                <a:latin typeface="微软雅黑" panose="020B0503020204020204" pitchFamily="34" charset="-122"/>
                <a:ea typeface="微软雅黑" panose="020B0503020204020204" pitchFamily="34" charset="-122"/>
              </a:rPr>
              <a:t>CMGR:</a:t>
            </a:r>
            <a:r>
              <a:rPr lang="zh-CN" altLang="en-US" sz="1050" dirty="0">
                <a:solidFill>
                  <a:prstClr val="black">
                    <a:lumMod val="65000"/>
                    <a:lumOff val="35000"/>
                  </a:prstClr>
                </a:solidFill>
                <a:latin typeface="微软雅黑" panose="020B0503020204020204" pitchFamily="34" charset="-122"/>
                <a:ea typeface="微软雅黑" panose="020B0503020204020204" pitchFamily="34" charset="-122"/>
              </a:rPr>
              <a:t>王爱义</a:t>
            </a:r>
          </a:p>
        </p:txBody>
      </p:sp>
      <p:sp>
        <p:nvSpPr>
          <p:cNvPr id="21" name="正方形/長方形 20"/>
          <p:cNvSpPr/>
          <p:nvPr/>
        </p:nvSpPr>
        <p:spPr>
          <a:xfrm>
            <a:off x="7210347" y="5911967"/>
            <a:ext cx="894797" cy="253916"/>
          </a:xfrm>
          <a:prstGeom prst="rect">
            <a:avLst/>
          </a:prstGeom>
        </p:spPr>
        <p:txBody>
          <a:bodyPr wrap="none">
            <a:spAutoFit/>
          </a:bodyPr>
          <a:lstStyle/>
          <a:p>
            <a:r>
              <a:rPr lang="en-US" altLang="zh-CN" sz="1050" dirty="0">
                <a:solidFill>
                  <a:prstClr val="black">
                    <a:lumMod val="65000"/>
                    <a:lumOff val="35000"/>
                  </a:prstClr>
                </a:solidFill>
                <a:latin typeface="微软雅黑" panose="020B0503020204020204" pitchFamily="34" charset="-122"/>
                <a:ea typeface="微软雅黑" panose="020B0503020204020204" pitchFamily="34" charset="-122"/>
              </a:rPr>
              <a:t>CMGR:</a:t>
            </a:r>
            <a:r>
              <a:rPr lang="zh-CN" altLang="en-US" sz="1050" dirty="0">
                <a:solidFill>
                  <a:prstClr val="black">
                    <a:lumMod val="65000"/>
                    <a:lumOff val="35000"/>
                  </a:prstClr>
                </a:solidFill>
                <a:latin typeface="微软雅黑" panose="020B0503020204020204" pitchFamily="34" charset="-122"/>
                <a:ea typeface="微软雅黑" panose="020B0503020204020204" pitchFamily="34" charset="-122"/>
              </a:rPr>
              <a:t>王婧</a:t>
            </a:r>
          </a:p>
        </p:txBody>
      </p:sp>
      <p:sp>
        <p:nvSpPr>
          <p:cNvPr id="22" name="正方形/長方形 21"/>
          <p:cNvSpPr/>
          <p:nvPr/>
        </p:nvSpPr>
        <p:spPr>
          <a:xfrm>
            <a:off x="1403648" y="4836518"/>
            <a:ext cx="5073524" cy="861774"/>
          </a:xfrm>
          <a:prstGeom prst="rect">
            <a:avLst/>
          </a:prstGeom>
        </p:spPr>
        <p:txBody>
          <a:bodyPr wrap="square">
            <a:spAutoFit/>
          </a:bodyPr>
          <a:lstStyle/>
          <a:p>
            <a:pPr lvl="0" eaLnBrk="0" fontAlgn="base" hangingPunct="0">
              <a:spcBef>
                <a:spcPct val="0"/>
              </a:spcBef>
              <a:spcAft>
                <a:spcPct val="0"/>
              </a:spcAft>
            </a:pPr>
            <a:r>
              <a:rPr kumimoji="0" lang="ja-JP" altLang="ja-JP" sz="1000" dirty="0">
                <a:latin typeface="SimSun" panose="02010600030101010101" pitchFamily="2" charset="-122"/>
                <a:ea typeface="SimSun" panose="02010600030101010101" pitchFamily="2" charset="-122"/>
              </a:rPr>
              <a:t>长处</a:t>
            </a:r>
            <a:r>
              <a:rPr kumimoji="0" lang="ja-JP" altLang="ja-JP" sz="1000" dirty="0" smtClean="0">
                <a:latin typeface="SimSun" panose="02010600030101010101" pitchFamily="2" charset="-122"/>
                <a:ea typeface="SimSun" panose="02010600030101010101" pitchFamily="2" charset="-122"/>
              </a:rPr>
              <a:t>：</a:t>
            </a:r>
            <a:r>
              <a:rPr kumimoji="0" lang="en-US" altLang="ja-JP" sz="1000" dirty="0" smtClean="0">
                <a:latin typeface="SimSun" panose="02010600030101010101" pitchFamily="2" charset="-122"/>
                <a:ea typeface="SimSun" panose="02010600030101010101" pitchFamily="2" charset="-122"/>
              </a:rPr>
              <a:t>CMGR</a:t>
            </a:r>
            <a:r>
              <a:rPr kumimoji="0" lang="zh-CN" altLang="en-US" sz="1000" dirty="0" smtClean="0">
                <a:latin typeface="SimSun" panose="02010600030101010101" pitchFamily="2" charset="-122"/>
                <a:ea typeface="SimSun" panose="02010600030101010101" pitchFamily="2" charset="-122"/>
              </a:rPr>
              <a:t>中间件中</a:t>
            </a:r>
            <a:r>
              <a:rPr kumimoji="0" lang="en-US" altLang="zh-CN" sz="1000" dirty="0" err="1" smtClean="0">
                <a:latin typeface="SimSun" panose="02010600030101010101" pitchFamily="2" charset="-122"/>
                <a:ea typeface="SimSun" panose="02010600030101010101" pitchFamily="2" charset="-122"/>
              </a:rPr>
              <a:t>gui</a:t>
            </a:r>
            <a:r>
              <a:rPr kumimoji="0" lang="zh-CN" altLang="en-US" sz="1000" dirty="0" smtClean="0">
                <a:latin typeface="SimSun" panose="02010600030101010101" pitchFamily="2" charset="-122"/>
                <a:ea typeface="SimSun" panose="02010600030101010101" pitchFamily="2" charset="-122"/>
              </a:rPr>
              <a:t>的各部分的任务担当能力有很大的进步。同时对</a:t>
            </a:r>
            <a:r>
              <a:rPr kumimoji="0" lang="en-US" altLang="zh-CN" sz="1000" dirty="0" smtClean="0">
                <a:latin typeface="SimSun" panose="02010600030101010101" pitchFamily="2" charset="-122"/>
                <a:ea typeface="SimSun" panose="02010600030101010101" pitchFamily="2" charset="-122"/>
              </a:rPr>
              <a:t>FW</a:t>
            </a:r>
            <a:r>
              <a:rPr kumimoji="0" lang="zh-CN" altLang="en-US" sz="1000" dirty="0" smtClean="0">
                <a:latin typeface="SimSun" panose="02010600030101010101" pitchFamily="2" charset="-122"/>
                <a:ea typeface="SimSun" panose="02010600030101010101" pitchFamily="2" charset="-122"/>
              </a:rPr>
              <a:t>组件进一步了          </a:t>
            </a:r>
            <a:endParaRPr kumimoji="0" lang="en-US" altLang="zh-CN" sz="1000" dirty="0" smtClean="0">
              <a:latin typeface="SimSun" panose="02010600030101010101" pitchFamily="2" charset="-122"/>
              <a:ea typeface="SimSun" panose="02010600030101010101" pitchFamily="2" charset="-122"/>
            </a:endParaRPr>
          </a:p>
          <a:p>
            <a:pPr lvl="0" eaLnBrk="0" fontAlgn="base" hangingPunct="0">
              <a:spcBef>
                <a:spcPct val="0"/>
              </a:spcBef>
              <a:spcAft>
                <a:spcPct val="0"/>
              </a:spcAft>
            </a:pPr>
            <a:r>
              <a:rPr kumimoji="0" lang="en-US" altLang="zh-CN" sz="1000" dirty="0" smtClean="0">
                <a:latin typeface="SimSun" panose="02010600030101010101" pitchFamily="2" charset="-122"/>
                <a:ea typeface="SimSun" panose="02010600030101010101" pitchFamily="2" charset="-122"/>
              </a:rPr>
              <a:t>      </a:t>
            </a:r>
            <a:r>
              <a:rPr kumimoji="0" lang="zh-CN" altLang="en-US" sz="1000" dirty="0" smtClean="0">
                <a:latin typeface="SimSun" panose="02010600030101010101" pitchFamily="2" charset="-122"/>
                <a:ea typeface="SimSun" panose="02010600030101010101" pitchFamily="2" charset="-122"/>
              </a:rPr>
              <a:t>解。掌握</a:t>
            </a:r>
            <a:r>
              <a:rPr kumimoji="0" lang="en-US" altLang="zh-CN" sz="1000" dirty="0" err="1" smtClean="0">
                <a:latin typeface="SimSun" panose="02010600030101010101" pitchFamily="2" charset="-122"/>
                <a:ea typeface="SimSun" panose="02010600030101010101" pitchFamily="2" charset="-122"/>
              </a:rPr>
              <a:t>linux</a:t>
            </a:r>
            <a:r>
              <a:rPr kumimoji="0" lang="zh-CN" altLang="en-US" sz="1000" dirty="0" smtClean="0">
                <a:latin typeface="SimSun" panose="02010600030101010101" pitchFamily="2" charset="-122"/>
                <a:ea typeface="SimSun" panose="02010600030101010101" pitchFamily="2" charset="-122"/>
              </a:rPr>
              <a:t>的基础知识。熟练使用工作中的一些辅助工具。责任心强，遇到问               </a:t>
            </a:r>
            <a:endParaRPr kumimoji="0" lang="en-US" altLang="zh-CN" sz="1000" dirty="0" smtClean="0">
              <a:latin typeface="SimSun" panose="02010600030101010101" pitchFamily="2" charset="-122"/>
              <a:ea typeface="SimSun" panose="02010600030101010101" pitchFamily="2" charset="-122"/>
            </a:endParaRPr>
          </a:p>
          <a:p>
            <a:pPr lvl="0" eaLnBrk="0" fontAlgn="base" hangingPunct="0">
              <a:spcBef>
                <a:spcPct val="0"/>
              </a:spcBef>
              <a:spcAft>
                <a:spcPct val="0"/>
              </a:spcAft>
            </a:pPr>
            <a:r>
              <a:rPr kumimoji="0" lang="en-US" altLang="zh-CN" sz="1000" dirty="0" smtClean="0">
                <a:latin typeface="SimSun" panose="02010600030101010101" pitchFamily="2" charset="-122"/>
                <a:ea typeface="SimSun" panose="02010600030101010101" pitchFamily="2" charset="-122"/>
              </a:rPr>
              <a:t>      </a:t>
            </a:r>
            <a:r>
              <a:rPr kumimoji="0" lang="zh-CN" altLang="en-US" sz="1000" dirty="0" smtClean="0">
                <a:latin typeface="SimSun" panose="02010600030101010101" pitchFamily="2" charset="-122"/>
                <a:ea typeface="SimSun" panose="02010600030101010101" pitchFamily="2" charset="-122"/>
              </a:rPr>
              <a:t>题一定要弄清楚。</a:t>
            </a:r>
            <a:endParaRPr kumimoji="0" lang="en-US" altLang="ja-JP" sz="1000" dirty="0">
              <a:latin typeface="SimSun" panose="02010600030101010101" pitchFamily="2" charset="-122"/>
              <a:ea typeface="SimSun" panose="02010600030101010101" pitchFamily="2" charset="-122"/>
            </a:endParaRPr>
          </a:p>
          <a:p>
            <a:pPr lvl="0" eaLnBrk="0" fontAlgn="base" hangingPunct="0">
              <a:spcBef>
                <a:spcPct val="0"/>
              </a:spcBef>
              <a:spcAft>
                <a:spcPct val="0"/>
              </a:spcAft>
            </a:pPr>
            <a:r>
              <a:rPr kumimoji="0" lang="ja-JP" altLang="en-US" sz="1000" dirty="0" smtClean="0">
                <a:latin typeface="SimSun" panose="02010600030101010101" pitchFamily="2" charset="-122"/>
                <a:ea typeface="SimSun" panose="02010600030101010101" pitchFamily="2" charset="-122"/>
              </a:rPr>
              <a:t>短处：</a:t>
            </a:r>
            <a:r>
              <a:rPr kumimoji="0" lang="zh-CN" altLang="en-US" sz="1000" dirty="0" smtClean="0">
                <a:latin typeface="SimSun" panose="02010600030101010101" pitchFamily="2" charset="-122"/>
                <a:ea typeface="SimSun" panose="02010600030101010101" pitchFamily="2" charset="-122"/>
              </a:rPr>
              <a:t>目前对</a:t>
            </a:r>
            <a:r>
              <a:rPr kumimoji="0" lang="en-US" altLang="zh-CN" sz="1000" dirty="0" smtClean="0">
                <a:latin typeface="SimSun" panose="02010600030101010101" pitchFamily="2" charset="-122"/>
                <a:ea typeface="SimSun" panose="02010600030101010101" pitchFamily="2" charset="-122"/>
              </a:rPr>
              <a:t>FW</a:t>
            </a:r>
            <a:r>
              <a:rPr kumimoji="0" lang="zh-CN" altLang="en-US" sz="1000" dirty="0" smtClean="0">
                <a:latin typeface="SimSun" panose="02010600030101010101" pitchFamily="2" charset="-122"/>
                <a:ea typeface="SimSun" panose="02010600030101010101" pitchFamily="2" charset="-122"/>
              </a:rPr>
              <a:t>组件的工作执行能力有所欠缺；问题的处理能力和调查能力有待提高；    </a:t>
            </a:r>
            <a:endParaRPr kumimoji="0" lang="en-US" altLang="zh-CN" sz="1000" dirty="0" smtClean="0">
              <a:latin typeface="SimSun" panose="02010600030101010101" pitchFamily="2" charset="-122"/>
              <a:ea typeface="SimSun" panose="02010600030101010101" pitchFamily="2" charset="-122"/>
            </a:endParaRPr>
          </a:p>
          <a:p>
            <a:pPr lvl="0" eaLnBrk="0" fontAlgn="base" hangingPunct="0">
              <a:spcBef>
                <a:spcPct val="0"/>
              </a:spcBef>
              <a:spcAft>
                <a:spcPct val="0"/>
              </a:spcAft>
            </a:pPr>
            <a:r>
              <a:rPr kumimoji="0" lang="en-US" altLang="zh-CN" sz="1000" dirty="0" smtClean="0">
                <a:latin typeface="SimSun" panose="02010600030101010101" pitchFamily="2" charset="-122"/>
                <a:ea typeface="SimSun" panose="02010600030101010101" pitchFamily="2" charset="-122"/>
              </a:rPr>
              <a:t>      </a:t>
            </a:r>
            <a:r>
              <a:rPr kumimoji="0" lang="zh-CN" altLang="en-US" sz="1000" dirty="0" smtClean="0">
                <a:latin typeface="SimSun" panose="02010600030101010101" pitchFamily="2" charset="-122"/>
                <a:ea typeface="SimSun" panose="02010600030101010101" pitchFamily="2" charset="-122"/>
              </a:rPr>
              <a:t>做事犹豫，不果断。   </a:t>
            </a:r>
            <a:endParaRPr kumimoji="0" lang="ja-JP" altLang="en-US" sz="1000" dirty="0">
              <a:latin typeface="Arial" panose="020B0604020202020204" pitchFamily="34" charset="0"/>
            </a:endParaRPr>
          </a:p>
        </p:txBody>
      </p:sp>
      <p:sp>
        <p:nvSpPr>
          <p:cNvPr id="23" name="Rectangle 1"/>
          <p:cNvSpPr>
            <a:spLocks noChangeArrowheads="1"/>
          </p:cNvSpPr>
          <p:nvPr/>
        </p:nvSpPr>
        <p:spPr bwMode="auto">
          <a:xfrm>
            <a:off x="1441007" y="3309284"/>
            <a:ext cx="517135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indent="0" eaLnBrk="0" fontAlgn="base" hangingPunct="0">
              <a:lnSpc>
                <a:spcPct val="100000"/>
              </a:lnSpc>
              <a:spcBef>
                <a:spcPct val="0"/>
              </a:spcBef>
              <a:spcAft>
                <a:spcPct val="0"/>
              </a:spcAft>
              <a:buClrTx/>
              <a:buSzTx/>
              <a:buFontTx/>
              <a:buNone/>
              <a:tabLst/>
            </a:pPr>
            <a:r>
              <a:rPr kumimoji="0" lang="ja-JP" altLang="ja-JP" sz="1000" dirty="0">
                <a:latin typeface="SimSun" panose="02010600030101010101" pitchFamily="2" charset="-122"/>
                <a:ea typeface="SimSun" panose="02010600030101010101" pitchFamily="2" charset="-122"/>
              </a:rPr>
              <a:t>长处</a:t>
            </a:r>
            <a:r>
              <a:rPr kumimoji="0" lang="ja-JP" altLang="ja-JP" sz="1000" dirty="0" smtClean="0">
                <a:latin typeface="SimSun" panose="02010600030101010101" pitchFamily="2" charset="-122"/>
                <a:ea typeface="SimSun" panose="02010600030101010101" pitchFamily="2" charset="-122"/>
              </a:rPr>
              <a:t>：工作方面已经熟练</a:t>
            </a:r>
            <a:r>
              <a:rPr kumimoji="0" lang="ja-JP" altLang="ja-JP" sz="1000" dirty="0">
                <a:latin typeface="SimSun" panose="02010600030101010101" pitchFamily="2" charset="-122"/>
                <a:ea typeface="SimSun" panose="02010600030101010101" pitchFamily="2" charset="-122"/>
              </a:rPr>
              <a:t>掌握CMGR-GUI模块的各项作业，在工作过程中 更是提高了自身</a:t>
            </a:r>
            <a:r>
              <a:rPr kumimoji="0" lang="en-US" altLang="ja-JP" sz="1000" dirty="0">
                <a:latin typeface="SimSun" panose="02010600030101010101" pitchFamily="2" charset="-122"/>
                <a:ea typeface="SimSun" panose="02010600030101010101" pitchFamily="2" charset="-122"/>
              </a:rPr>
              <a:t>  </a:t>
            </a:r>
          </a:p>
          <a:p>
            <a:pPr marR="0" indent="0" eaLnBrk="0" fontAlgn="base" hangingPunct="0">
              <a:lnSpc>
                <a:spcPct val="100000"/>
              </a:lnSpc>
              <a:spcBef>
                <a:spcPct val="0"/>
              </a:spcBef>
              <a:spcAft>
                <a:spcPct val="0"/>
              </a:spcAft>
              <a:buClrTx/>
              <a:buSzTx/>
              <a:buFontTx/>
              <a:buNone/>
              <a:tabLst/>
            </a:pPr>
            <a:r>
              <a:rPr kumimoji="0" lang="en-US" altLang="ja-JP" sz="1000" dirty="0">
                <a:latin typeface="SimSun" panose="02010600030101010101" pitchFamily="2" charset="-122"/>
                <a:ea typeface="SimSun" panose="02010600030101010101" pitchFamily="2" charset="-122"/>
              </a:rPr>
              <a:t>    </a:t>
            </a:r>
            <a:r>
              <a:rPr kumimoji="0" lang="en-US" altLang="ja-JP" sz="1000" dirty="0" smtClean="0">
                <a:latin typeface="SimSun" panose="02010600030101010101" pitchFamily="2" charset="-122"/>
                <a:ea typeface="SimSun" panose="02010600030101010101" pitchFamily="2" charset="-122"/>
              </a:rPr>
              <a:t>  </a:t>
            </a:r>
            <a:r>
              <a:rPr kumimoji="0" lang="ja-JP" altLang="ja-JP" sz="1000" dirty="0">
                <a:latin typeface="SimSun" panose="02010600030101010101" pitchFamily="2" charset="-122"/>
                <a:ea typeface="SimSun" panose="02010600030101010101" pitchFamily="2" charset="-122"/>
              </a:rPr>
              <a:t>分析和解决问题的</a:t>
            </a:r>
            <a:r>
              <a:rPr kumimoji="0" lang="ja-JP" altLang="ja-JP" sz="1000" dirty="0" smtClean="0">
                <a:latin typeface="SimSun" panose="02010600030101010101" pitchFamily="2" charset="-122"/>
                <a:ea typeface="SimSun" panose="02010600030101010101" pitchFamily="2" charset="-122"/>
              </a:rPr>
              <a:t>能力</a:t>
            </a:r>
            <a:r>
              <a:rPr kumimoji="0" lang="zh-CN" altLang="en-US" sz="1000" dirty="0" smtClean="0">
                <a:latin typeface="SimSun" panose="02010600030101010101" pitchFamily="2" charset="-122"/>
                <a:ea typeface="SimSun" panose="02010600030101010101" pitchFamily="2" charset="-122"/>
              </a:rPr>
              <a:t>。</a:t>
            </a:r>
            <a:endParaRPr kumimoji="0" lang="en-US" altLang="ja-JP" sz="1000" dirty="0">
              <a:latin typeface="SimSun" panose="02010600030101010101" pitchFamily="2" charset="-122"/>
              <a:ea typeface="SimSun" panose="02010600030101010101" pitchFamily="2" charset="-122"/>
            </a:endParaRPr>
          </a:p>
          <a:p>
            <a:pPr marR="0" indent="0" eaLnBrk="0" fontAlgn="base" hangingPunct="0">
              <a:lnSpc>
                <a:spcPct val="100000"/>
              </a:lnSpc>
              <a:spcBef>
                <a:spcPct val="0"/>
              </a:spcBef>
              <a:spcAft>
                <a:spcPct val="0"/>
              </a:spcAft>
              <a:buClrTx/>
              <a:buSzTx/>
              <a:buFontTx/>
              <a:buNone/>
              <a:tabLst/>
            </a:pPr>
            <a:r>
              <a:rPr kumimoji="0" lang="zh-CN" altLang="en-US" sz="1000" dirty="0">
                <a:latin typeface="SimSun" panose="02010600030101010101" pitchFamily="2" charset="-122"/>
                <a:ea typeface="SimSun" panose="02010600030101010101" pitchFamily="2" charset="-122"/>
              </a:rPr>
              <a:t>短处</a:t>
            </a:r>
            <a:r>
              <a:rPr kumimoji="0" lang="ja-JP" altLang="ja-JP" sz="1000" dirty="0" smtClean="0">
                <a:latin typeface="SimSun" panose="02010600030101010101" pitchFamily="2" charset="-122"/>
                <a:ea typeface="SimSun" panose="02010600030101010101" pitchFamily="2" charset="-122"/>
              </a:rPr>
              <a:t>：针对障害缺少专业</a:t>
            </a:r>
            <a:r>
              <a:rPr kumimoji="0" lang="ja-JP" altLang="ja-JP" sz="1000" dirty="0">
                <a:latin typeface="SimSun" panose="02010600030101010101" pitchFamily="2" charset="-122"/>
                <a:ea typeface="SimSun" panose="02010600030101010101" pitchFamily="2" charset="-122"/>
              </a:rPr>
              <a:t>的技能知识，仍不能接管更</a:t>
            </a:r>
            <a:r>
              <a:rPr kumimoji="0" lang="ja-JP" altLang="ja-JP" sz="1000" dirty="0" smtClean="0">
                <a:latin typeface="SimSun" panose="02010600030101010101" pitchFamily="2" charset="-122"/>
                <a:ea typeface="SimSun" panose="02010600030101010101" pitchFamily="2" charset="-122"/>
              </a:rPr>
              <a:t>深入的作业</a:t>
            </a:r>
            <a:r>
              <a:rPr kumimoji="0" lang="zh-CN" altLang="en-US" sz="1000" dirty="0" smtClean="0">
                <a:latin typeface="SimSun" panose="02010600030101010101" pitchFamily="2" charset="-122"/>
                <a:ea typeface="SimSun" panose="02010600030101010101" pitchFamily="2" charset="-122"/>
              </a:rPr>
              <a:t>。</a:t>
            </a:r>
            <a:endParaRPr kumimoji="0" lang="ja-JP" altLang="ja-JP" sz="1000" dirty="0">
              <a:latin typeface="SimSun" panose="02010600030101010101" pitchFamily="2" charset="-122"/>
              <a:ea typeface="SimSun" panose="02010600030101010101" pitchFamily="2" charset="-122"/>
            </a:endParaRPr>
          </a:p>
        </p:txBody>
      </p:sp>
      <p:sp>
        <p:nvSpPr>
          <p:cNvPr id="25" name="Rectangle 3"/>
          <p:cNvSpPr>
            <a:spLocks noChangeArrowheads="1"/>
          </p:cNvSpPr>
          <p:nvPr/>
        </p:nvSpPr>
        <p:spPr bwMode="auto">
          <a:xfrm>
            <a:off x="1403648" y="1563283"/>
            <a:ext cx="516071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ja-JP" altLang="ja-JP" sz="1000" dirty="0">
                <a:latin typeface="SimSun" panose="02010600030101010101" pitchFamily="2" charset="-122"/>
                <a:ea typeface="SimSun" panose="02010600030101010101" pitchFamily="2" charset="-122"/>
              </a:rPr>
              <a:t>长处：安装solaris的ovm和kernel zone环境，对于Linux和Solaris有了更</a:t>
            </a:r>
            <a:r>
              <a:rPr kumimoji="0" lang="ja-JP" altLang="ja-JP" sz="1000" dirty="0" smtClean="0">
                <a:latin typeface="SimSun" panose="02010600030101010101" pitchFamily="2" charset="-122"/>
                <a:ea typeface="SimSun" panose="02010600030101010101" pitchFamily="2" charset="-122"/>
              </a:rPr>
              <a:t>加深入了解</a:t>
            </a:r>
            <a:r>
              <a:rPr kumimoji="0" lang="zh-CN" altLang="en-US" sz="1000" dirty="0" smtClean="0">
                <a:latin typeface="SimSun" panose="02010600030101010101" pitchFamily="2" charset="-122"/>
                <a:ea typeface="SimSun" panose="02010600030101010101" pitchFamily="2" charset="-122"/>
              </a:rPr>
              <a:t>。</a:t>
            </a:r>
            <a:r>
              <a:rPr kumimoji="0" lang="en-US" altLang="ja-JP" sz="1000" dirty="0" smtClean="0">
                <a:latin typeface="SimSun" panose="02010600030101010101" pitchFamily="2" charset="-122"/>
                <a:ea typeface="SimSun" panose="02010600030101010101" pitchFamily="2" charset="-122"/>
              </a:rPr>
              <a:t>   </a:t>
            </a:r>
          </a:p>
          <a:p>
            <a:pPr lvl="0" eaLnBrk="0" fontAlgn="base" hangingPunct="0">
              <a:spcBef>
                <a:spcPct val="0"/>
              </a:spcBef>
              <a:spcAft>
                <a:spcPct val="0"/>
              </a:spcAft>
            </a:pPr>
            <a:r>
              <a:rPr kumimoji="0" lang="en-US" altLang="ja-JP" sz="1000" dirty="0" smtClean="0">
                <a:latin typeface="SimSun" panose="02010600030101010101" pitchFamily="2" charset="-122"/>
                <a:ea typeface="SimSun" panose="02010600030101010101" pitchFamily="2" charset="-122"/>
              </a:rPr>
              <a:t>      </a:t>
            </a:r>
            <a:r>
              <a:rPr kumimoji="0" lang="ja-JP" altLang="ja-JP" sz="1000" dirty="0" smtClean="0">
                <a:latin typeface="SimSun" panose="02010600030101010101" pitchFamily="2" charset="-122"/>
                <a:ea typeface="SimSun" panose="02010600030101010101" pitchFamily="2" charset="-122"/>
              </a:rPr>
              <a:t>更</a:t>
            </a:r>
            <a:r>
              <a:rPr kumimoji="0" lang="zh-CN" altLang="en-US" sz="1000" dirty="0" smtClean="0">
                <a:latin typeface="SimSun" panose="02010600030101010101" pitchFamily="2" charset="-122"/>
                <a:ea typeface="SimSun" panose="02010600030101010101" pitchFamily="2" charset="-122"/>
              </a:rPr>
              <a:t>加</a:t>
            </a:r>
            <a:r>
              <a:rPr kumimoji="0" lang="ja-JP" altLang="ja-JP" sz="1000" dirty="0" smtClean="0">
                <a:latin typeface="SimSun" panose="02010600030101010101" pitchFamily="2" charset="-122"/>
                <a:ea typeface="SimSun" panose="02010600030101010101" pitchFamily="2" charset="-122"/>
              </a:rPr>
              <a:t>了解CF的</a:t>
            </a:r>
            <a:r>
              <a:rPr kumimoji="0" lang="ja-JP" altLang="ja-JP" sz="1000" dirty="0">
                <a:latin typeface="SimSun" panose="02010600030101010101" pitchFamily="2" charset="-122"/>
                <a:ea typeface="SimSun" panose="02010600030101010101" pitchFamily="2" charset="-122"/>
              </a:rPr>
              <a:t>功能和CF阶段的作业。 </a:t>
            </a:r>
            <a:endParaRPr kumimoji="0" lang="en-US" altLang="ja-JP" sz="1000" dirty="0" smtClean="0">
              <a:latin typeface="SimSun" panose="02010600030101010101" pitchFamily="2" charset="-122"/>
              <a:ea typeface="SimSun" panose="02010600030101010101" pitchFamily="2" charset="-122"/>
            </a:endParaRPr>
          </a:p>
          <a:p>
            <a:pPr lvl="0" eaLnBrk="0" fontAlgn="base" hangingPunct="0">
              <a:spcBef>
                <a:spcPct val="0"/>
              </a:spcBef>
              <a:spcAft>
                <a:spcPct val="0"/>
              </a:spcAft>
            </a:pPr>
            <a:r>
              <a:rPr kumimoji="0" lang="ja-JP" altLang="ja-JP" sz="1000" dirty="0" smtClean="0">
                <a:latin typeface="SimSun" panose="02010600030101010101" pitchFamily="2" charset="-122"/>
                <a:ea typeface="SimSun" panose="02010600030101010101" pitchFamily="2" charset="-122"/>
              </a:rPr>
              <a:t>短处</a:t>
            </a:r>
            <a:r>
              <a:rPr kumimoji="0" lang="ja-JP" altLang="ja-JP" sz="1000" dirty="0">
                <a:latin typeface="SimSun" panose="02010600030101010101" pitchFamily="2" charset="-122"/>
                <a:ea typeface="SimSun" panose="02010600030101010101" pitchFamily="2" charset="-122"/>
              </a:rPr>
              <a:t>：在工作中对于一些问题的解决能力还是不够，遇到不确定的不会及时的问</a:t>
            </a:r>
            <a:r>
              <a:rPr kumimoji="0" lang="ja-JP" altLang="ja-JP" sz="1000" dirty="0" smtClean="0">
                <a:latin typeface="SimSun" panose="02010600030101010101" pitchFamily="2" charset="-122"/>
                <a:ea typeface="SimSun" panose="02010600030101010101" pitchFamily="2" charset="-122"/>
              </a:rPr>
              <a:t>，</a:t>
            </a:r>
            <a:r>
              <a:rPr kumimoji="0" lang="en-US" altLang="ja-JP" sz="1000" dirty="0" smtClean="0">
                <a:latin typeface="SimSun" panose="02010600030101010101" pitchFamily="2" charset="-122"/>
                <a:ea typeface="SimSun" panose="02010600030101010101" pitchFamily="2" charset="-122"/>
              </a:rPr>
              <a:t>  </a:t>
            </a:r>
          </a:p>
          <a:p>
            <a:pPr lvl="0" eaLnBrk="0" fontAlgn="base" hangingPunct="0">
              <a:spcBef>
                <a:spcPct val="0"/>
              </a:spcBef>
              <a:spcAft>
                <a:spcPct val="0"/>
              </a:spcAft>
            </a:pPr>
            <a:r>
              <a:rPr kumimoji="0" lang="en-US" altLang="ja-JP" sz="1000" dirty="0" smtClean="0">
                <a:latin typeface="SimSun" panose="02010600030101010101" pitchFamily="2" charset="-122"/>
                <a:ea typeface="SimSun" panose="02010600030101010101" pitchFamily="2" charset="-122"/>
              </a:rPr>
              <a:t>      </a:t>
            </a:r>
            <a:r>
              <a:rPr kumimoji="0" lang="ja-JP" altLang="ja-JP" sz="1000" dirty="0" smtClean="0">
                <a:latin typeface="SimSun" panose="02010600030101010101" pitchFamily="2" charset="-122"/>
                <a:ea typeface="SimSun" panose="02010600030101010101" pitchFamily="2" charset="-122"/>
              </a:rPr>
              <a:t>Makefile</a:t>
            </a:r>
            <a:r>
              <a:rPr kumimoji="0" lang="ja-JP" altLang="ja-JP" sz="1000" dirty="0">
                <a:latin typeface="SimSun" panose="02010600030101010101" pitchFamily="2" charset="-122"/>
                <a:ea typeface="SimSun" panose="02010600030101010101" pitchFamily="2" charset="-122"/>
              </a:rPr>
              <a:t>这部分的知识了解的不是很深入。 </a:t>
            </a:r>
          </a:p>
        </p:txBody>
      </p:sp>
    </p:spTree>
    <p:extLst>
      <p:ext uri="{BB962C8B-B14F-4D97-AF65-F5344CB8AC3E}">
        <p14:creationId xmlns:p14="http://schemas.microsoft.com/office/powerpoint/2010/main" val="4177895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81BB7609-8E8F-4B57-9227-14DAD6151A60}" type="slidenum">
              <a:rPr lang="de-DE" altLang="ja-JP" smtClean="0"/>
              <a:pPr/>
              <a:t>14</a:t>
            </a:fld>
            <a:endParaRPr lang="de-DE" altLang="ja-JP"/>
          </a:p>
        </p:txBody>
      </p:sp>
      <p:sp>
        <p:nvSpPr>
          <p:cNvPr id="5" name="页脚占位符 4"/>
          <p:cNvSpPr>
            <a:spLocks noGrp="1"/>
          </p:cNvSpPr>
          <p:nvPr>
            <p:ph type="ftr" sz="quarter" idx="11"/>
          </p:nvPr>
        </p:nvSpPr>
        <p:spPr/>
        <p:txBody>
          <a:bodyPr/>
          <a:lstStyle/>
          <a:p>
            <a:r>
              <a:rPr lang="de-DE" altLang="ja-JP" dirty="0" smtClean="0"/>
              <a:t>Copyright 2018 FUJITSU LIMITED</a:t>
            </a:r>
            <a:endParaRPr lang="de-DE" altLang="ja-JP" dirty="0"/>
          </a:p>
        </p:txBody>
      </p:sp>
      <p:grpSp>
        <p:nvGrpSpPr>
          <p:cNvPr id="67" name="组合 76"/>
          <p:cNvGrpSpPr/>
          <p:nvPr/>
        </p:nvGrpSpPr>
        <p:grpSpPr>
          <a:xfrm>
            <a:off x="798839" y="2333446"/>
            <a:ext cx="2361076" cy="811064"/>
            <a:chOff x="1064979" y="1968117"/>
            <a:chExt cx="3147691" cy="1081668"/>
          </a:xfrm>
        </p:grpSpPr>
        <p:sp>
          <p:nvSpPr>
            <p:cNvPr id="68" name="任意多边形 77"/>
            <p:cNvSpPr>
              <a:spLocks/>
            </p:cNvSpPr>
            <p:nvPr/>
          </p:nvSpPr>
          <p:spPr bwMode="auto">
            <a:xfrm rot="10800000">
              <a:off x="1064979" y="1968117"/>
              <a:ext cx="3147690" cy="1074074"/>
            </a:xfrm>
            <a:custGeom>
              <a:avLst/>
              <a:gdLst>
                <a:gd name="connsiteX0" fmla="*/ 3494407 w 4138458"/>
                <a:gd name="connsiteY0" fmla="*/ 1121227 h 1412149"/>
                <a:gd name="connsiteX1" fmla="*/ 3567991 w 4138458"/>
                <a:gd name="connsiteY1" fmla="*/ 1078962 h 1412149"/>
                <a:gd name="connsiteX2" fmla="*/ 3758764 w 4138458"/>
                <a:gd name="connsiteY2" fmla="*/ 748339 h 1412149"/>
                <a:gd name="connsiteX3" fmla="*/ 3758764 w 4138458"/>
                <a:gd name="connsiteY3" fmla="*/ 663809 h 1412149"/>
                <a:gd name="connsiteX4" fmla="*/ 3567991 w 4138458"/>
                <a:gd name="connsiteY4" fmla="*/ 333186 h 1412149"/>
                <a:gd name="connsiteX5" fmla="*/ 3494407 w 4138458"/>
                <a:gd name="connsiteY5" fmla="*/ 290921 h 1412149"/>
                <a:gd name="connsiteX6" fmla="*/ 3333442 w 4138458"/>
                <a:gd name="connsiteY6" fmla="*/ 290921 h 1412149"/>
                <a:gd name="connsiteX7" fmla="*/ 3295129 w 4138458"/>
                <a:gd name="connsiteY7" fmla="*/ 290921 h 1412149"/>
                <a:gd name="connsiteX8" fmla="*/ 3289167 w 4138458"/>
                <a:gd name="connsiteY8" fmla="*/ 290921 h 1412149"/>
                <a:gd name="connsiteX9" fmla="*/ 3247435 w 4138458"/>
                <a:gd name="connsiteY9" fmla="*/ 290921 h 1412149"/>
                <a:gd name="connsiteX10" fmla="*/ 3238801 w 4138458"/>
                <a:gd name="connsiteY10" fmla="*/ 290921 h 1412149"/>
                <a:gd name="connsiteX11" fmla="*/ 3134164 w 4138458"/>
                <a:gd name="connsiteY11" fmla="*/ 290921 h 1412149"/>
                <a:gd name="connsiteX12" fmla="*/ 3112861 w 4138458"/>
                <a:gd name="connsiteY12" fmla="*/ 290921 h 1412149"/>
                <a:gd name="connsiteX13" fmla="*/ 3095851 w 4138458"/>
                <a:gd name="connsiteY13" fmla="*/ 290921 h 1412149"/>
                <a:gd name="connsiteX14" fmla="*/ 3089889 w 4138458"/>
                <a:gd name="connsiteY14" fmla="*/ 290921 h 1412149"/>
                <a:gd name="connsiteX15" fmla="*/ 3048157 w 4138458"/>
                <a:gd name="connsiteY15" fmla="*/ 290921 h 1412149"/>
                <a:gd name="connsiteX16" fmla="*/ 3039523 w 4138458"/>
                <a:gd name="connsiteY16" fmla="*/ 290921 h 1412149"/>
                <a:gd name="connsiteX17" fmla="*/ 2934886 w 4138458"/>
                <a:gd name="connsiteY17" fmla="*/ 290921 h 1412149"/>
                <a:gd name="connsiteX18" fmla="*/ 2913583 w 4138458"/>
                <a:gd name="connsiteY18" fmla="*/ 290921 h 1412149"/>
                <a:gd name="connsiteX19" fmla="*/ 2840245 w 4138458"/>
                <a:gd name="connsiteY19" fmla="*/ 290921 h 1412149"/>
                <a:gd name="connsiteX20" fmla="*/ 2714305 w 4138458"/>
                <a:gd name="connsiteY20" fmla="*/ 290921 h 1412149"/>
                <a:gd name="connsiteX21" fmla="*/ 2709913 w 4138458"/>
                <a:gd name="connsiteY21" fmla="*/ 292233 h 1412149"/>
                <a:gd name="connsiteX22" fmla="*/ 2705494 w 4138458"/>
                <a:gd name="connsiteY22" fmla="*/ 290921 h 1412149"/>
                <a:gd name="connsiteX23" fmla="*/ 2323948 w 4138458"/>
                <a:gd name="connsiteY23" fmla="*/ 290921 h 1412149"/>
                <a:gd name="connsiteX24" fmla="*/ 2319556 w 4138458"/>
                <a:gd name="connsiteY24" fmla="*/ 292233 h 1412149"/>
                <a:gd name="connsiteX25" fmla="*/ 2315137 w 4138458"/>
                <a:gd name="connsiteY25" fmla="*/ 290921 h 1412149"/>
                <a:gd name="connsiteX26" fmla="*/ 2059531 w 4138458"/>
                <a:gd name="connsiteY26" fmla="*/ 290921 h 1412149"/>
                <a:gd name="connsiteX27" fmla="*/ 1955409 w 4138458"/>
                <a:gd name="connsiteY27" fmla="*/ 290921 h 1412149"/>
                <a:gd name="connsiteX28" fmla="*/ 1949447 w 4138458"/>
                <a:gd name="connsiteY28" fmla="*/ 290921 h 1412149"/>
                <a:gd name="connsiteX29" fmla="*/ 1933591 w 4138458"/>
                <a:gd name="connsiteY29" fmla="*/ 290921 h 1412149"/>
                <a:gd name="connsiteX30" fmla="*/ 1907716 w 4138458"/>
                <a:gd name="connsiteY30" fmla="*/ 290921 h 1412149"/>
                <a:gd name="connsiteX31" fmla="*/ 1699803 w 4138458"/>
                <a:gd name="connsiteY31" fmla="*/ 290921 h 1412149"/>
                <a:gd name="connsiteX32" fmla="*/ 1666857 w 4138458"/>
                <a:gd name="connsiteY32" fmla="*/ 290921 h 1412149"/>
                <a:gd name="connsiteX33" fmla="*/ 1660895 w 4138458"/>
                <a:gd name="connsiteY33" fmla="*/ 290921 h 1412149"/>
                <a:gd name="connsiteX34" fmla="*/ 1619163 w 4138458"/>
                <a:gd name="connsiteY34" fmla="*/ 290921 h 1412149"/>
                <a:gd name="connsiteX35" fmla="*/ 1573863 w 4138458"/>
                <a:gd name="connsiteY35" fmla="*/ 290921 h 1412149"/>
                <a:gd name="connsiteX36" fmla="*/ 1508939 w 4138458"/>
                <a:gd name="connsiteY36" fmla="*/ 290921 h 1412149"/>
                <a:gd name="connsiteX37" fmla="*/ 1505892 w 4138458"/>
                <a:gd name="connsiteY37" fmla="*/ 290921 h 1412149"/>
                <a:gd name="connsiteX38" fmla="*/ 1502977 w 4138458"/>
                <a:gd name="connsiteY38" fmla="*/ 290921 h 1412149"/>
                <a:gd name="connsiteX39" fmla="*/ 1461246 w 4138458"/>
                <a:gd name="connsiteY39" fmla="*/ 290921 h 1412149"/>
                <a:gd name="connsiteX40" fmla="*/ 1411251 w 4138458"/>
                <a:gd name="connsiteY40" fmla="*/ 290921 h 1412149"/>
                <a:gd name="connsiteX41" fmla="*/ 1347974 w 4138458"/>
                <a:gd name="connsiteY41" fmla="*/ 290921 h 1412149"/>
                <a:gd name="connsiteX42" fmla="*/ 1285311 w 4138458"/>
                <a:gd name="connsiteY42" fmla="*/ 290921 h 1412149"/>
                <a:gd name="connsiteX43" fmla="*/ 1253333 w 4138458"/>
                <a:gd name="connsiteY43" fmla="*/ 290921 h 1412149"/>
                <a:gd name="connsiteX44" fmla="*/ 1173474 w 4138458"/>
                <a:gd name="connsiteY44" fmla="*/ 290921 h 1412149"/>
                <a:gd name="connsiteX45" fmla="*/ 1167512 w 4138458"/>
                <a:gd name="connsiteY45" fmla="*/ 290921 h 1412149"/>
                <a:gd name="connsiteX46" fmla="*/ 1127393 w 4138458"/>
                <a:gd name="connsiteY46" fmla="*/ 290921 h 1412149"/>
                <a:gd name="connsiteX47" fmla="*/ 1125780 w 4138458"/>
                <a:gd name="connsiteY47" fmla="*/ 290921 h 1412149"/>
                <a:gd name="connsiteX48" fmla="*/ 1030708 w 4138458"/>
                <a:gd name="connsiteY48" fmla="*/ 290921 h 1412149"/>
                <a:gd name="connsiteX49" fmla="*/ 1024746 w 4138458"/>
                <a:gd name="connsiteY49" fmla="*/ 290921 h 1412149"/>
                <a:gd name="connsiteX50" fmla="*/ 1012509 w 4138458"/>
                <a:gd name="connsiteY50" fmla="*/ 290921 h 1412149"/>
                <a:gd name="connsiteX51" fmla="*/ 983015 w 4138458"/>
                <a:gd name="connsiteY51" fmla="*/ 290921 h 1412149"/>
                <a:gd name="connsiteX52" fmla="*/ 917868 w 4138458"/>
                <a:gd name="connsiteY52" fmla="*/ 290921 h 1412149"/>
                <a:gd name="connsiteX53" fmla="*/ 869743 w 4138458"/>
                <a:gd name="connsiteY53" fmla="*/ 290921 h 1412149"/>
                <a:gd name="connsiteX54" fmla="*/ 791928 w 4138458"/>
                <a:gd name="connsiteY54" fmla="*/ 290921 h 1412149"/>
                <a:gd name="connsiteX55" fmla="*/ 775102 w 4138458"/>
                <a:gd name="connsiteY55" fmla="*/ 290921 h 1412149"/>
                <a:gd name="connsiteX56" fmla="*/ 649162 w 4138458"/>
                <a:gd name="connsiteY56" fmla="*/ 290921 h 1412149"/>
                <a:gd name="connsiteX57" fmla="*/ 575578 w 4138458"/>
                <a:gd name="connsiteY57" fmla="*/ 333186 h 1412149"/>
                <a:gd name="connsiteX58" fmla="*/ 384805 w 4138458"/>
                <a:gd name="connsiteY58" fmla="*/ 663809 h 1412149"/>
                <a:gd name="connsiteX59" fmla="*/ 384805 w 4138458"/>
                <a:gd name="connsiteY59" fmla="*/ 748339 h 1412149"/>
                <a:gd name="connsiteX60" fmla="*/ 575578 w 4138458"/>
                <a:gd name="connsiteY60" fmla="*/ 1078962 h 1412149"/>
                <a:gd name="connsiteX61" fmla="*/ 649162 w 4138458"/>
                <a:gd name="connsiteY61" fmla="*/ 1121227 h 1412149"/>
                <a:gd name="connsiteX62" fmla="*/ 791928 w 4138458"/>
                <a:gd name="connsiteY62" fmla="*/ 1121227 h 1412149"/>
                <a:gd name="connsiteX63" fmla="*/ 1030708 w 4138458"/>
                <a:gd name="connsiteY63" fmla="*/ 1121227 h 1412149"/>
                <a:gd name="connsiteX64" fmla="*/ 1127393 w 4138458"/>
                <a:gd name="connsiteY64" fmla="*/ 1121227 h 1412149"/>
                <a:gd name="connsiteX65" fmla="*/ 1173474 w 4138458"/>
                <a:gd name="connsiteY65" fmla="*/ 1121227 h 1412149"/>
                <a:gd name="connsiteX66" fmla="*/ 1285311 w 4138458"/>
                <a:gd name="connsiteY66" fmla="*/ 1121227 h 1412149"/>
                <a:gd name="connsiteX67" fmla="*/ 1508939 w 4138458"/>
                <a:gd name="connsiteY67" fmla="*/ 1121227 h 1412149"/>
                <a:gd name="connsiteX68" fmla="*/ 1573863 w 4138458"/>
                <a:gd name="connsiteY68" fmla="*/ 1121227 h 1412149"/>
                <a:gd name="connsiteX69" fmla="*/ 1666857 w 4138458"/>
                <a:gd name="connsiteY69" fmla="*/ 1121227 h 1412149"/>
                <a:gd name="connsiteX70" fmla="*/ 1933591 w 4138458"/>
                <a:gd name="connsiteY70" fmla="*/ 1121227 h 1412149"/>
                <a:gd name="connsiteX71" fmla="*/ 1955409 w 4138458"/>
                <a:gd name="connsiteY71" fmla="*/ 1121227 h 1412149"/>
                <a:gd name="connsiteX72" fmla="*/ 2315137 w 4138458"/>
                <a:gd name="connsiteY72" fmla="*/ 1121227 h 1412149"/>
                <a:gd name="connsiteX73" fmla="*/ 2319556 w 4138458"/>
                <a:gd name="connsiteY73" fmla="*/ 1119915 h 1412149"/>
                <a:gd name="connsiteX74" fmla="*/ 2323948 w 4138458"/>
                <a:gd name="connsiteY74" fmla="*/ 1121227 h 1412149"/>
                <a:gd name="connsiteX75" fmla="*/ 2705494 w 4138458"/>
                <a:gd name="connsiteY75" fmla="*/ 1121227 h 1412149"/>
                <a:gd name="connsiteX76" fmla="*/ 2709913 w 4138458"/>
                <a:gd name="connsiteY76" fmla="*/ 1119915 h 1412149"/>
                <a:gd name="connsiteX77" fmla="*/ 2714305 w 4138458"/>
                <a:gd name="connsiteY77" fmla="*/ 1121227 h 1412149"/>
                <a:gd name="connsiteX78" fmla="*/ 2913583 w 4138458"/>
                <a:gd name="connsiteY78" fmla="*/ 1121227 h 1412149"/>
                <a:gd name="connsiteX79" fmla="*/ 3095851 w 4138458"/>
                <a:gd name="connsiteY79" fmla="*/ 1121227 h 1412149"/>
                <a:gd name="connsiteX80" fmla="*/ 3112861 w 4138458"/>
                <a:gd name="connsiteY80" fmla="*/ 1121227 h 1412149"/>
                <a:gd name="connsiteX81" fmla="*/ 3295129 w 4138458"/>
                <a:gd name="connsiteY81" fmla="*/ 1121227 h 1412149"/>
                <a:gd name="connsiteX82" fmla="*/ 3671470 w 4138458"/>
                <a:gd name="connsiteY82" fmla="*/ 1412149 h 1412149"/>
                <a:gd name="connsiteX83" fmla="*/ 3163470 w 4138458"/>
                <a:gd name="connsiteY83" fmla="*/ 1412149 h 1412149"/>
                <a:gd name="connsiteX84" fmla="*/ 3022552 w 4138458"/>
                <a:gd name="connsiteY84" fmla="*/ 1412149 h 1412149"/>
                <a:gd name="connsiteX85" fmla="*/ 2554799 w 4138458"/>
                <a:gd name="connsiteY85" fmla="*/ 1412149 h 1412149"/>
                <a:gd name="connsiteX86" fmla="*/ 2514552 w 4138458"/>
                <a:gd name="connsiteY86" fmla="*/ 1412149 h 1412149"/>
                <a:gd name="connsiteX87" fmla="*/ 2266137 w 4138458"/>
                <a:gd name="connsiteY87" fmla="*/ 1412149 h 1412149"/>
                <a:gd name="connsiteX88" fmla="*/ 1905881 w 4138458"/>
                <a:gd name="connsiteY88" fmla="*/ 1412149 h 1412149"/>
                <a:gd name="connsiteX89" fmla="*/ 1809866 w 4138458"/>
                <a:gd name="connsiteY89" fmla="*/ 1412149 h 1412149"/>
                <a:gd name="connsiteX90" fmla="*/ 1617219 w 4138458"/>
                <a:gd name="connsiteY90" fmla="*/ 1412149 h 1412149"/>
                <a:gd name="connsiteX91" fmla="*/ 1489857 w 4138458"/>
                <a:gd name="connsiteY91" fmla="*/ 1412149 h 1412149"/>
                <a:gd name="connsiteX92" fmla="*/ 1301866 w 4138458"/>
                <a:gd name="connsiteY92" fmla="*/ 1412149 h 1412149"/>
                <a:gd name="connsiteX93" fmla="*/ 1160948 w 4138458"/>
                <a:gd name="connsiteY93" fmla="*/ 1412149 h 1412149"/>
                <a:gd name="connsiteX94" fmla="*/ 1115038 w 4138458"/>
                <a:gd name="connsiteY94" fmla="*/ 1412149 h 1412149"/>
                <a:gd name="connsiteX95" fmla="*/ 840939 w 4138458"/>
                <a:gd name="connsiteY95" fmla="*/ 1412149 h 1412149"/>
                <a:gd name="connsiteX96" fmla="*/ 652948 w 4138458"/>
                <a:gd name="connsiteY96" fmla="*/ 1412149 h 1412149"/>
                <a:gd name="connsiteX97" fmla="*/ 466120 w 4138458"/>
                <a:gd name="connsiteY97" fmla="*/ 1412149 h 1412149"/>
                <a:gd name="connsiteX98" fmla="*/ 340972 w 4138458"/>
                <a:gd name="connsiteY98" fmla="*/ 1340266 h 1412149"/>
                <a:gd name="connsiteX99" fmla="*/ 16513 w 4138458"/>
                <a:gd name="connsiteY99" fmla="*/ 777957 h 1412149"/>
                <a:gd name="connsiteX100" fmla="*/ 16513 w 4138458"/>
                <a:gd name="connsiteY100" fmla="*/ 634192 h 1412149"/>
                <a:gd name="connsiteX101" fmla="*/ 340972 w 4138458"/>
                <a:gd name="connsiteY101" fmla="*/ 71883 h 1412149"/>
                <a:gd name="connsiteX102" fmla="*/ 466120 w 4138458"/>
                <a:gd name="connsiteY102" fmla="*/ 0 h 1412149"/>
                <a:gd name="connsiteX103" fmla="*/ 652948 w 4138458"/>
                <a:gd name="connsiteY103" fmla="*/ 0 h 1412149"/>
                <a:gd name="connsiteX104" fmla="*/ 680314 w 4138458"/>
                <a:gd name="connsiteY104" fmla="*/ 0 h 1412149"/>
                <a:gd name="connsiteX105" fmla="*/ 840939 w 4138458"/>
                <a:gd name="connsiteY105" fmla="*/ 0 h 1412149"/>
                <a:gd name="connsiteX106" fmla="*/ 841276 w 4138458"/>
                <a:gd name="connsiteY106" fmla="*/ 0 h 1412149"/>
                <a:gd name="connsiteX107" fmla="*/ 867142 w 4138458"/>
                <a:gd name="connsiteY107" fmla="*/ 0 h 1412149"/>
                <a:gd name="connsiteX108" fmla="*/ 956611 w 4138458"/>
                <a:gd name="connsiteY108" fmla="*/ 0 h 1412149"/>
                <a:gd name="connsiteX109" fmla="*/ 1028104 w 4138458"/>
                <a:gd name="connsiteY109" fmla="*/ 0 h 1412149"/>
                <a:gd name="connsiteX110" fmla="*/ 1033923 w 4138458"/>
                <a:gd name="connsiteY110" fmla="*/ 0 h 1412149"/>
                <a:gd name="connsiteX111" fmla="*/ 1055133 w 4138458"/>
                <a:gd name="connsiteY111" fmla="*/ 0 h 1412149"/>
                <a:gd name="connsiteX112" fmla="*/ 1080817 w 4138458"/>
                <a:gd name="connsiteY112" fmla="*/ 0 h 1412149"/>
                <a:gd name="connsiteX113" fmla="*/ 1115038 w 4138458"/>
                <a:gd name="connsiteY113" fmla="*/ 0 h 1412149"/>
                <a:gd name="connsiteX114" fmla="*/ 1143439 w 4138458"/>
                <a:gd name="connsiteY114" fmla="*/ 0 h 1412149"/>
                <a:gd name="connsiteX115" fmla="*/ 1160948 w 4138458"/>
                <a:gd name="connsiteY115" fmla="*/ 0 h 1412149"/>
                <a:gd name="connsiteX116" fmla="*/ 1216095 w 4138458"/>
                <a:gd name="connsiteY116" fmla="*/ 0 h 1412149"/>
                <a:gd name="connsiteX117" fmla="*/ 1220751 w 4138458"/>
                <a:gd name="connsiteY117" fmla="*/ 0 h 1412149"/>
                <a:gd name="connsiteX118" fmla="*/ 1267645 w 4138458"/>
                <a:gd name="connsiteY118" fmla="*/ 0 h 1412149"/>
                <a:gd name="connsiteX119" fmla="*/ 1291726 w 4138458"/>
                <a:gd name="connsiteY119" fmla="*/ 0 h 1412149"/>
                <a:gd name="connsiteX120" fmla="*/ 1301866 w 4138458"/>
                <a:gd name="connsiteY120" fmla="*/ 0 h 1412149"/>
                <a:gd name="connsiteX121" fmla="*/ 1331430 w 4138458"/>
                <a:gd name="connsiteY121" fmla="*/ 0 h 1412149"/>
                <a:gd name="connsiteX122" fmla="*/ 1375142 w 4138458"/>
                <a:gd name="connsiteY122" fmla="*/ 0 h 1412149"/>
                <a:gd name="connsiteX123" fmla="*/ 1408742 w 4138458"/>
                <a:gd name="connsiteY123" fmla="*/ 0 h 1412149"/>
                <a:gd name="connsiteX124" fmla="*/ 1455636 w 4138458"/>
                <a:gd name="connsiteY124" fmla="*/ 0 h 1412149"/>
                <a:gd name="connsiteX125" fmla="*/ 1479717 w 4138458"/>
                <a:gd name="connsiteY125" fmla="*/ 0 h 1412149"/>
                <a:gd name="connsiteX126" fmla="*/ 1489857 w 4138458"/>
                <a:gd name="connsiteY126" fmla="*/ 0 h 1412149"/>
                <a:gd name="connsiteX127" fmla="*/ 1536104 w 4138458"/>
                <a:gd name="connsiteY127" fmla="*/ 0 h 1412149"/>
                <a:gd name="connsiteX128" fmla="*/ 1617219 w 4138458"/>
                <a:gd name="connsiteY128" fmla="*/ 0 h 1412149"/>
                <a:gd name="connsiteX129" fmla="*/ 1651439 w 4138458"/>
                <a:gd name="connsiteY129" fmla="*/ 0 h 1412149"/>
                <a:gd name="connsiteX130" fmla="*/ 1728751 w 4138458"/>
                <a:gd name="connsiteY130" fmla="*/ 0 h 1412149"/>
                <a:gd name="connsiteX131" fmla="*/ 1775645 w 4138458"/>
                <a:gd name="connsiteY131" fmla="*/ 0 h 1412149"/>
                <a:gd name="connsiteX132" fmla="*/ 1799726 w 4138458"/>
                <a:gd name="connsiteY132" fmla="*/ 0 h 1412149"/>
                <a:gd name="connsiteX133" fmla="*/ 1809866 w 4138458"/>
                <a:gd name="connsiteY133" fmla="*/ 0 h 1412149"/>
                <a:gd name="connsiteX134" fmla="*/ 1831413 w 4138458"/>
                <a:gd name="connsiteY134" fmla="*/ 0 h 1412149"/>
                <a:gd name="connsiteX135" fmla="*/ 1905881 w 4138458"/>
                <a:gd name="connsiteY135" fmla="*/ 0 h 1412149"/>
                <a:gd name="connsiteX136" fmla="*/ 1992375 w 4138458"/>
                <a:gd name="connsiteY136" fmla="*/ 0 h 1412149"/>
                <a:gd name="connsiteX137" fmla="*/ 2107709 w 4138458"/>
                <a:gd name="connsiteY137" fmla="*/ 0 h 1412149"/>
                <a:gd name="connsiteX138" fmla="*/ 2120075 w 4138458"/>
                <a:gd name="connsiteY138" fmla="*/ 0 h 1412149"/>
                <a:gd name="connsiteX139" fmla="*/ 2185022 w 4138458"/>
                <a:gd name="connsiteY139" fmla="*/ 0 h 1412149"/>
                <a:gd name="connsiteX140" fmla="*/ 2231916 w 4138458"/>
                <a:gd name="connsiteY140" fmla="*/ 0 h 1412149"/>
                <a:gd name="connsiteX141" fmla="*/ 2255997 w 4138458"/>
                <a:gd name="connsiteY141" fmla="*/ 0 h 1412149"/>
                <a:gd name="connsiteX142" fmla="*/ 2266137 w 4138458"/>
                <a:gd name="connsiteY142" fmla="*/ 0 h 1412149"/>
                <a:gd name="connsiteX143" fmla="*/ 2281036 w 4138458"/>
                <a:gd name="connsiteY143" fmla="*/ 0 h 1412149"/>
                <a:gd name="connsiteX144" fmla="*/ 2473684 w 4138458"/>
                <a:gd name="connsiteY144" fmla="*/ 0 h 1412149"/>
                <a:gd name="connsiteX145" fmla="*/ 2514552 w 4138458"/>
                <a:gd name="connsiteY145" fmla="*/ 0 h 1412149"/>
                <a:gd name="connsiteX146" fmla="*/ 2520578 w 4138458"/>
                <a:gd name="connsiteY146" fmla="*/ 0 h 1412149"/>
                <a:gd name="connsiteX147" fmla="*/ 2544659 w 4138458"/>
                <a:gd name="connsiteY147" fmla="*/ 0 h 1412149"/>
                <a:gd name="connsiteX148" fmla="*/ 2554799 w 4138458"/>
                <a:gd name="connsiteY148" fmla="*/ 0 h 1412149"/>
                <a:gd name="connsiteX149" fmla="*/ 2680485 w 4138458"/>
                <a:gd name="connsiteY149" fmla="*/ 0 h 1412149"/>
                <a:gd name="connsiteX150" fmla="*/ 3005042 w 4138458"/>
                <a:gd name="connsiteY150" fmla="*/ 0 h 1412149"/>
                <a:gd name="connsiteX151" fmla="*/ 3022552 w 4138458"/>
                <a:gd name="connsiteY151" fmla="*/ 0 h 1412149"/>
                <a:gd name="connsiteX152" fmla="*/ 3082355 w 4138458"/>
                <a:gd name="connsiteY152" fmla="*/ 0 h 1412149"/>
                <a:gd name="connsiteX153" fmla="*/ 3129249 w 4138458"/>
                <a:gd name="connsiteY153" fmla="*/ 0 h 1412149"/>
                <a:gd name="connsiteX154" fmla="*/ 3153330 w 4138458"/>
                <a:gd name="connsiteY154" fmla="*/ 0 h 1412149"/>
                <a:gd name="connsiteX155" fmla="*/ 3163470 w 4138458"/>
                <a:gd name="connsiteY155" fmla="*/ 0 h 1412149"/>
                <a:gd name="connsiteX156" fmla="*/ 3236746 w 4138458"/>
                <a:gd name="connsiteY156" fmla="*/ 0 h 1412149"/>
                <a:gd name="connsiteX157" fmla="*/ 3671470 w 4138458"/>
                <a:gd name="connsiteY157" fmla="*/ 0 h 1412149"/>
                <a:gd name="connsiteX158" fmla="*/ 3796617 w 4138458"/>
                <a:gd name="connsiteY158" fmla="*/ 71883 h 1412149"/>
                <a:gd name="connsiteX159" fmla="*/ 4121076 w 4138458"/>
                <a:gd name="connsiteY159" fmla="*/ 634192 h 1412149"/>
                <a:gd name="connsiteX160" fmla="*/ 4121076 w 4138458"/>
                <a:gd name="connsiteY160" fmla="*/ 777957 h 1412149"/>
                <a:gd name="connsiteX161" fmla="*/ 3796617 w 4138458"/>
                <a:gd name="connsiteY161" fmla="*/ 1340266 h 1412149"/>
                <a:gd name="connsiteX162" fmla="*/ 3671470 w 4138458"/>
                <a:gd name="connsiteY162" fmla="*/ 1412149 h 1412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4138458" h="1412149">
                  <a:moveTo>
                    <a:pt x="3494407" y="1121227"/>
                  </a:moveTo>
                  <a:cubicBezTo>
                    <a:pt x="3521660" y="1121227"/>
                    <a:pt x="3554364" y="1102140"/>
                    <a:pt x="3567991" y="1078962"/>
                  </a:cubicBezTo>
                  <a:cubicBezTo>
                    <a:pt x="3567991" y="1078962"/>
                    <a:pt x="3567991" y="1078962"/>
                    <a:pt x="3758764" y="748339"/>
                  </a:cubicBezTo>
                  <a:cubicBezTo>
                    <a:pt x="3772390" y="725162"/>
                    <a:pt x="3772390" y="686987"/>
                    <a:pt x="3758764" y="663809"/>
                  </a:cubicBezTo>
                  <a:cubicBezTo>
                    <a:pt x="3758764" y="663809"/>
                    <a:pt x="3758764" y="663809"/>
                    <a:pt x="3567991" y="333186"/>
                  </a:cubicBezTo>
                  <a:cubicBezTo>
                    <a:pt x="3554364" y="310009"/>
                    <a:pt x="3521660" y="290921"/>
                    <a:pt x="3494407" y="290921"/>
                  </a:cubicBezTo>
                  <a:cubicBezTo>
                    <a:pt x="3494407" y="290921"/>
                    <a:pt x="3494407" y="290921"/>
                    <a:pt x="3333442" y="290921"/>
                  </a:cubicBezTo>
                  <a:lnTo>
                    <a:pt x="3295129" y="290921"/>
                  </a:lnTo>
                  <a:lnTo>
                    <a:pt x="3289167" y="290921"/>
                  </a:lnTo>
                  <a:lnTo>
                    <a:pt x="3247435" y="290921"/>
                  </a:lnTo>
                  <a:lnTo>
                    <a:pt x="3238801" y="290921"/>
                  </a:lnTo>
                  <a:lnTo>
                    <a:pt x="3134164" y="290921"/>
                  </a:lnTo>
                  <a:lnTo>
                    <a:pt x="3112861" y="290921"/>
                  </a:lnTo>
                  <a:lnTo>
                    <a:pt x="3095851" y="290921"/>
                  </a:lnTo>
                  <a:lnTo>
                    <a:pt x="3089889" y="290921"/>
                  </a:lnTo>
                  <a:lnTo>
                    <a:pt x="3048157" y="290921"/>
                  </a:lnTo>
                  <a:lnTo>
                    <a:pt x="3039523" y="290921"/>
                  </a:lnTo>
                  <a:lnTo>
                    <a:pt x="2934886" y="290921"/>
                  </a:lnTo>
                  <a:lnTo>
                    <a:pt x="2913583" y="290921"/>
                  </a:lnTo>
                  <a:lnTo>
                    <a:pt x="2840245" y="290921"/>
                  </a:lnTo>
                  <a:cubicBezTo>
                    <a:pt x="2803730" y="290921"/>
                    <a:pt x="2761998" y="290921"/>
                    <a:pt x="2714305" y="290921"/>
                  </a:cubicBezTo>
                  <a:lnTo>
                    <a:pt x="2709913" y="292233"/>
                  </a:lnTo>
                  <a:lnTo>
                    <a:pt x="2705494" y="290921"/>
                  </a:lnTo>
                  <a:cubicBezTo>
                    <a:pt x="2705494" y="290921"/>
                    <a:pt x="2705494" y="290921"/>
                    <a:pt x="2323948" y="290921"/>
                  </a:cubicBezTo>
                  <a:lnTo>
                    <a:pt x="2319556" y="292233"/>
                  </a:lnTo>
                  <a:lnTo>
                    <a:pt x="2315137" y="290921"/>
                  </a:lnTo>
                  <a:cubicBezTo>
                    <a:pt x="2315137" y="290921"/>
                    <a:pt x="2315137" y="290921"/>
                    <a:pt x="2059531" y="290921"/>
                  </a:cubicBezTo>
                  <a:lnTo>
                    <a:pt x="1955409" y="290921"/>
                  </a:lnTo>
                  <a:lnTo>
                    <a:pt x="1949447" y="290921"/>
                  </a:lnTo>
                  <a:lnTo>
                    <a:pt x="1933591" y="290921"/>
                  </a:lnTo>
                  <a:lnTo>
                    <a:pt x="1907716" y="290921"/>
                  </a:lnTo>
                  <a:cubicBezTo>
                    <a:pt x="1871946" y="290921"/>
                    <a:pt x="1809348" y="290921"/>
                    <a:pt x="1699803" y="290921"/>
                  </a:cubicBezTo>
                  <a:lnTo>
                    <a:pt x="1666857" y="290921"/>
                  </a:lnTo>
                  <a:lnTo>
                    <a:pt x="1660895" y="290921"/>
                  </a:lnTo>
                  <a:lnTo>
                    <a:pt x="1619163" y="290921"/>
                  </a:lnTo>
                  <a:lnTo>
                    <a:pt x="1573863" y="290921"/>
                  </a:lnTo>
                  <a:lnTo>
                    <a:pt x="1508939" y="290921"/>
                  </a:lnTo>
                  <a:lnTo>
                    <a:pt x="1505892" y="290921"/>
                  </a:lnTo>
                  <a:lnTo>
                    <a:pt x="1502977" y="290921"/>
                  </a:lnTo>
                  <a:lnTo>
                    <a:pt x="1461246" y="290921"/>
                  </a:lnTo>
                  <a:lnTo>
                    <a:pt x="1411251" y="290921"/>
                  </a:lnTo>
                  <a:lnTo>
                    <a:pt x="1347974" y="290921"/>
                  </a:lnTo>
                  <a:lnTo>
                    <a:pt x="1285311" y="290921"/>
                  </a:lnTo>
                  <a:lnTo>
                    <a:pt x="1253333" y="290921"/>
                  </a:lnTo>
                  <a:lnTo>
                    <a:pt x="1173474" y="290921"/>
                  </a:lnTo>
                  <a:lnTo>
                    <a:pt x="1167512" y="290921"/>
                  </a:lnTo>
                  <a:lnTo>
                    <a:pt x="1127393" y="290921"/>
                  </a:lnTo>
                  <a:lnTo>
                    <a:pt x="1125780" y="290921"/>
                  </a:lnTo>
                  <a:lnTo>
                    <a:pt x="1030708" y="290921"/>
                  </a:lnTo>
                  <a:cubicBezTo>
                    <a:pt x="1030708" y="290921"/>
                    <a:pt x="1030708" y="290921"/>
                    <a:pt x="1024746" y="290921"/>
                  </a:cubicBezTo>
                  <a:lnTo>
                    <a:pt x="1012509" y="290921"/>
                  </a:lnTo>
                  <a:lnTo>
                    <a:pt x="983015" y="290921"/>
                  </a:lnTo>
                  <a:lnTo>
                    <a:pt x="917868" y="290921"/>
                  </a:lnTo>
                  <a:lnTo>
                    <a:pt x="869743" y="290921"/>
                  </a:lnTo>
                  <a:lnTo>
                    <a:pt x="791928" y="290921"/>
                  </a:lnTo>
                  <a:lnTo>
                    <a:pt x="775102" y="290921"/>
                  </a:lnTo>
                  <a:cubicBezTo>
                    <a:pt x="738587" y="290921"/>
                    <a:pt x="696855" y="290921"/>
                    <a:pt x="649162" y="290921"/>
                  </a:cubicBezTo>
                  <a:cubicBezTo>
                    <a:pt x="622590" y="290921"/>
                    <a:pt x="589204" y="310009"/>
                    <a:pt x="575578" y="333186"/>
                  </a:cubicBezTo>
                  <a:cubicBezTo>
                    <a:pt x="575578" y="333186"/>
                    <a:pt x="575578" y="333186"/>
                    <a:pt x="384805" y="663809"/>
                  </a:cubicBezTo>
                  <a:cubicBezTo>
                    <a:pt x="371859" y="686987"/>
                    <a:pt x="371859" y="725162"/>
                    <a:pt x="384805" y="748339"/>
                  </a:cubicBezTo>
                  <a:cubicBezTo>
                    <a:pt x="384805" y="748339"/>
                    <a:pt x="384805" y="748339"/>
                    <a:pt x="575578" y="1078962"/>
                  </a:cubicBezTo>
                  <a:cubicBezTo>
                    <a:pt x="589204" y="1102140"/>
                    <a:pt x="622590" y="1121227"/>
                    <a:pt x="649162" y="1121227"/>
                  </a:cubicBezTo>
                  <a:lnTo>
                    <a:pt x="791928" y="1121227"/>
                  </a:lnTo>
                  <a:lnTo>
                    <a:pt x="1030708" y="1121227"/>
                  </a:lnTo>
                  <a:lnTo>
                    <a:pt x="1127393" y="1121227"/>
                  </a:lnTo>
                  <a:lnTo>
                    <a:pt x="1173474" y="1121227"/>
                  </a:lnTo>
                  <a:lnTo>
                    <a:pt x="1285311" y="1121227"/>
                  </a:lnTo>
                  <a:lnTo>
                    <a:pt x="1508939" y="1121227"/>
                  </a:lnTo>
                  <a:lnTo>
                    <a:pt x="1573863" y="1121227"/>
                  </a:lnTo>
                  <a:lnTo>
                    <a:pt x="1666857" y="1121227"/>
                  </a:lnTo>
                  <a:lnTo>
                    <a:pt x="1933591" y="1121227"/>
                  </a:lnTo>
                  <a:lnTo>
                    <a:pt x="1955409" y="1121227"/>
                  </a:lnTo>
                  <a:lnTo>
                    <a:pt x="2315137" y="1121227"/>
                  </a:lnTo>
                  <a:lnTo>
                    <a:pt x="2319556" y="1119915"/>
                  </a:lnTo>
                  <a:lnTo>
                    <a:pt x="2323948" y="1121227"/>
                  </a:lnTo>
                  <a:lnTo>
                    <a:pt x="2705494" y="1121227"/>
                  </a:lnTo>
                  <a:lnTo>
                    <a:pt x="2709913" y="1119915"/>
                  </a:lnTo>
                  <a:lnTo>
                    <a:pt x="2714305" y="1121227"/>
                  </a:lnTo>
                  <a:lnTo>
                    <a:pt x="2913583" y="1121227"/>
                  </a:lnTo>
                  <a:lnTo>
                    <a:pt x="3095851" y="1121227"/>
                  </a:lnTo>
                  <a:lnTo>
                    <a:pt x="3112861" y="1121227"/>
                  </a:lnTo>
                  <a:lnTo>
                    <a:pt x="3295129" y="1121227"/>
                  </a:lnTo>
                  <a:close/>
                  <a:moveTo>
                    <a:pt x="3671470" y="1412149"/>
                  </a:moveTo>
                  <a:lnTo>
                    <a:pt x="3163470" y="1412149"/>
                  </a:lnTo>
                  <a:lnTo>
                    <a:pt x="3022552" y="1412149"/>
                  </a:lnTo>
                  <a:lnTo>
                    <a:pt x="2554799" y="1412149"/>
                  </a:lnTo>
                  <a:lnTo>
                    <a:pt x="2514552" y="1412149"/>
                  </a:lnTo>
                  <a:lnTo>
                    <a:pt x="2266137" y="1412149"/>
                  </a:lnTo>
                  <a:lnTo>
                    <a:pt x="1905881" y="1412149"/>
                  </a:lnTo>
                  <a:lnTo>
                    <a:pt x="1809866" y="1412149"/>
                  </a:lnTo>
                  <a:lnTo>
                    <a:pt x="1617219" y="1412149"/>
                  </a:lnTo>
                  <a:lnTo>
                    <a:pt x="1489857" y="1412149"/>
                  </a:lnTo>
                  <a:lnTo>
                    <a:pt x="1301866" y="1412149"/>
                  </a:lnTo>
                  <a:lnTo>
                    <a:pt x="1160948" y="1412149"/>
                  </a:lnTo>
                  <a:lnTo>
                    <a:pt x="1115038" y="1412149"/>
                  </a:lnTo>
                  <a:lnTo>
                    <a:pt x="840939" y="1412149"/>
                  </a:lnTo>
                  <a:lnTo>
                    <a:pt x="652948" y="1412149"/>
                  </a:lnTo>
                  <a:lnTo>
                    <a:pt x="466120" y="1412149"/>
                  </a:lnTo>
                  <a:cubicBezTo>
                    <a:pt x="420928" y="1412149"/>
                    <a:pt x="364147" y="1379686"/>
                    <a:pt x="340972" y="1340266"/>
                  </a:cubicBezTo>
                  <a:cubicBezTo>
                    <a:pt x="16513" y="777957"/>
                    <a:pt x="16513" y="777957"/>
                    <a:pt x="16513" y="777957"/>
                  </a:cubicBezTo>
                  <a:cubicBezTo>
                    <a:pt x="-5504" y="738538"/>
                    <a:pt x="-5504" y="673611"/>
                    <a:pt x="16513" y="634192"/>
                  </a:cubicBezTo>
                  <a:cubicBezTo>
                    <a:pt x="340972" y="71883"/>
                    <a:pt x="340972" y="71883"/>
                    <a:pt x="340972" y="71883"/>
                  </a:cubicBezTo>
                  <a:cubicBezTo>
                    <a:pt x="364147" y="32463"/>
                    <a:pt x="420928" y="0"/>
                    <a:pt x="466120" y="0"/>
                  </a:cubicBezTo>
                  <a:lnTo>
                    <a:pt x="652948" y="0"/>
                  </a:lnTo>
                  <a:lnTo>
                    <a:pt x="680314" y="0"/>
                  </a:lnTo>
                  <a:lnTo>
                    <a:pt x="840939" y="0"/>
                  </a:lnTo>
                  <a:lnTo>
                    <a:pt x="841276" y="0"/>
                  </a:lnTo>
                  <a:lnTo>
                    <a:pt x="867142" y="0"/>
                  </a:lnTo>
                  <a:lnTo>
                    <a:pt x="956611" y="0"/>
                  </a:lnTo>
                  <a:lnTo>
                    <a:pt x="1028104" y="0"/>
                  </a:lnTo>
                  <a:lnTo>
                    <a:pt x="1033923" y="0"/>
                  </a:lnTo>
                  <a:lnTo>
                    <a:pt x="1055133" y="0"/>
                  </a:lnTo>
                  <a:lnTo>
                    <a:pt x="1080817" y="0"/>
                  </a:lnTo>
                  <a:cubicBezTo>
                    <a:pt x="1115038" y="0"/>
                    <a:pt x="1115038" y="0"/>
                    <a:pt x="1115038" y="0"/>
                  </a:cubicBezTo>
                  <a:lnTo>
                    <a:pt x="1143439" y="0"/>
                  </a:lnTo>
                  <a:lnTo>
                    <a:pt x="1160948" y="0"/>
                  </a:lnTo>
                  <a:lnTo>
                    <a:pt x="1216095" y="0"/>
                  </a:lnTo>
                  <a:lnTo>
                    <a:pt x="1220751" y="0"/>
                  </a:lnTo>
                  <a:lnTo>
                    <a:pt x="1267645" y="0"/>
                  </a:lnTo>
                  <a:lnTo>
                    <a:pt x="1291726" y="0"/>
                  </a:lnTo>
                  <a:lnTo>
                    <a:pt x="1301866" y="0"/>
                  </a:lnTo>
                  <a:lnTo>
                    <a:pt x="1331430" y="0"/>
                  </a:lnTo>
                  <a:lnTo>
                    <a:pt x="1375142" y="0"/>
                  </a:lnTo>
                  <a:lnTo>
                    <a:pt x="1408742" y="0"/>
                  </a:lnTo>
                  <a:lnTo>
                    <a:pt x="1455636" y="0"/>
                  </a:lnTo>
                  <a:lnTo>
                    <a:pt x="1479717" y="0"/>
                  </a:lnTo>
                  <a:lnTo>
                    <a:pt x="1489857" y="0"/>
                  </a:lnTo>
                  <a:lnTo>
                    <a:pt x="1536104" y="0"/>
                  </a:lnTo>
                  <a:lnTo>
                    <a:pt x="1617219" y="0"/>
                  </a:lnTo>
                  <a:lnTo>
                    <a:pt x="1651439" y="0"/>
                  </a:lnTo>
                  <a:lnTo>
                    <a:pt x="1728751" y="0"/>
                  </a:lnTo>
                  <a:lnTo>
                    <a:pt x="1775645" y="0"/>
                  </a:lnTo>
                  <a:lnTo>
                    <a:pt x="1799726" y="0"/>
                  </a:lnTo>
                  <a:lnTo>
                    <a:pt x="1809866" y="0"/>
                  </a:lnTo>
                  <a:lnTo>
                    <a:pt x="1831413" y="0"/>
                  </a:lnTo>
                  <a:lnTo>
                    <a:pt x="1905881" y="0"/>
                  </a:lnTo>
                  <a:lnTo>
                    <a:pt x="1992375" y="0"/>
                  </a:lnTo>
                  <a:lnTo>
                    <a:pt x="2107709" y="0"/>
                  </a:lnTo>
                  <a:lnTo>
                    <a:pt x="2120075" y="0"/>
                  </a:lnTo>
                  <a:lnTo>
                    <a:pt x="2185022" y="0"/>
                  </a:lnTo>
                  <a:lnTo>
                    <a:pt x="2231916" y="0"/>
                  </a:lnTo>
                  <a:lnTo>
                    <a:pt x="2255997" y="0"/>
                  </a:lnTo>
                  <a:lnTo>
                    <a:pt x="2266137" y="0"/>
                  </a:lnTo>
                  <a:lnTo>
                    <a:pt x="2281036" y="0"/>
                  </a:lnTo>
                  <a:cubicBezTo>
                    <a:pt x="2372290" y="0"/>
                    <a:pt x="2433126" y="0"/>
                    <a:pt x="2473684" y="0"/>
                  </a:cubicBezTo>
                  <a:lnTo>
                    <a:pt x="2514552" y="0"/>
                  </a:lnTo>
                  <a:lnTo>
                    <a:pt x="2520578" y="0"/>
                  </a:lnTo>
                  <a:lnTo>
                    <a:pt x="2544659" y="0"/>
                  </a:lnTo>
                  <a:lnTo>
                    <a:pt x="2554799" y="0"/>
                  </a:lnTo>
                  <a:lnTo>
                    <a:pt x="2680485" y="0"/>
                  </a:lnTo>
                  <a:cubicBezTo>
                    <a:pt x="2830376" y="0"/>
                    <a:pt x="2933750" y="0"/>
                    <a:pt x="3005042" y="0"/>
                  </a:cubicBezTo>
                  <a:lnTo>
                    <a:pt x="3022552" y="0"/>
                  </a:lnTo>
                  <a:lnTo>
                    <a:pt x="3082355" y="0"/>
                  </a:lnTo>
                  <a:lnTo>
                    <a:pt x="3129249" y="0"/>
                  </a:lnTo>
                  <a:lnTo>
                    <a:pt x="3153330" y="0"/>
                  </a:lnTo>
                  <a:lnTo>
                    <a:pt x="3163470" y="0"/>
                  </a:lnTo>
                  <a:lnTo>
                    <a:pt x="3236746" y="0"/>
                  </a:lnTo>
                  <a:cubicBezTo>
                    <a:pt x="3671470" y="0"/>
                    <a:pt x="3671470" y="0"/>
                    <a:pt x="3671470" y="0"/>
                  </a:cubicBezTo>
                  <a:cubicBezTo>
                    <a:pt x="3717821" y="0"/>
                    <a:pt x="3773442" y="32463"/>
                    <a:pt x="3796617" y="71883"/>
                  </a:cubicBezTo>
                  <a:cubicBezTo>
                    <a:pt x="4121076" y="634192"/>
                    <a:pt x="4121076" y="634192"/>
                    <a:pt x="4121076" y="634192"/>
                  </a:cubicBezTo>
                  <a:cubicBezTo>
                    <a:pt x="4144252" y="673611"/>
                    <a:pt x="4144252" y="738538"/>
                    <a:pt x="4121076" y="777957"/>
                  </a:cubicBezTo>
                  <a:cubicBezTo>
                    <a:pt x="3796617" y="1340266"/>
                    <a:pt x="3796617" y="1340266"/>
                    <a:pt x="3796617" y="1340266"/>
                  </a:cubicBezTo>
                  <a:cubicBezTo>
                    <a:pt x="3773442" y="1379686"/>
                    <a:pt x="3717821" y="1412149"/>
                    <a:pt x="3671470" y="1412149"/>
                  </a:cubicBezTo>
                  <a:close/>
                </a:path>
              </a:pathLst>
            </a:custGeom>
            <a:solidFill>
              <a:srgbClr val="01ACBE"/>
            </a:solidFill>
            <a:ln w="19050">
              <a:noFill/>
            </a:ln>
            <a:effectLst>
              <a:innerShdw blurRad="101600" dist="63500" dir="2700000">
                <a:prstClr val="black">
                  <a:alpha val="50000"/>
                </a:prstClr>
              </a:innerShdw>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sp>
          <p:nvSpPr>
            <p:cNvPr id="69" name="任意多边形 78"/>
            <p:cNvSpPr>
              <a:spLocks/>
            </p:cNvSpPr>
            <p:nvPr/>
          </p:nvSpPr>
          <p:spPr bwMode="auto">
            <a:xfrm rot="10800000">
              <a:off x="1064979" y="1975711"/>
              <a:ext cx="3147691" cy="1074074"/>
            </a:xfrm>
            <a:custGeom>
              <a:avLst/>
              <a:gdLst>
                <a:gd name="connsiteX0" fmla="*/ 3671470 w 4138458"/>
                <a:gd name="connsiteY0" fmla="*/ 1412149 h 1412149"/>
                <a:gd name="connsiteX1" fmla="*/ 3163470 w 4138458"/>
                <a:gd name="connsiteY1" fmla="*/ 1412149 h 1412149"/>
                <a:gd name="connsiteX2" fmla="*/ 3022552 w 4138458"/>
                <a:gd name="connsiteY2" fmla="*/ 1412149 h 1412149"/>
                <a:gd name="connsiteX3" fmla="*/ 2554799 w 4138458"/>
                <a:gd name="connsiteY3" fmla="*/ 1412149 h 1412149"/>
                <a:gd name="connsiteX4" fmla="*/ 2514552 w 4138458"/>
                <a:gd name="connsiteY4" fmla="*/ 1412149 h 1412149"/>
                <a:gd name="connsiteX5" fmla="*/ 2266137 w 4138458"/>
                <a:gd name="connsiteY5" fmla="*/ 1412149 h 1412149"/>
                <a:gd name="connsiteX6" fmla="*/ 1905881 w 4138458"/>
                <a:gd name="connsiteY6" fmla="*/ 1412149 h 1412149"/>
                <a:gd name="connsiteX7" fmla="*/ 1809866 w 4138458"/>
                <a:gd name="connsiteY7" fmla="*/ 1412149 h 1412149"/>
                <a:gd name="connsiteX8" fmla="*/ 1617219 w 4138458"/>
                <a:gd name="connsiteY8" fmla="*/ 1412149 h 1412149"/>
                <a:gd name="connsiteX9" fmla="*/ 1489857 w 4138458"/>
                <a:gd name="connsiteY9" fmla="*/ 1412149 h 1412149"/>
                <a:gd name="connsiteX10" fmla="*/ 1301866 w 4138458"/>
                <a:gd name="connsiteY10" fmla="*/ 1412149 h 1412149"/>
                <a:gd name="connsiteX11" fmla="*/ 1160948 w 4138458"/>
                <a:gd name="connsiteY11" fmla="*/ 1412149 h 1412149"/>
                <a:gd name="connsiteX12" fmla="*/ 1115038 w 4138458"/>
                <a:gd name="connsiteY12" fmla="*/ 1412149 h 1412149"/>
                <a:gd name="connsiteX13" fmla="*/ 840939 w 4138458"/>
                <a:gd name="connsiteY13" fmla="*/ 1412149 h 1412149"/>
                <a:gd name="connsiteX14" fmla="*/ 652948 w 4138458"/>
                <a:gd name="connsiteY14" fmla="*/ 1412149 h 1412149"/>
                <a:gd name="connsiteX15" fmla="*/ 466120 w 4138458"/>
                <a:gd name="connsiteY15" fmla="*/ 1412149 h 1412149"/>
                <a:gd name="connsiteX16" fmla="*/ 340972 w 4138458"/>
                <a:gd name="connsiteY16" fmla="*/ 1340266 h 1412149"/>
                <a:gd name="connsiteX17" fmla="*/ 16513 w 4138458"/>
                <a:gd name="connsiteY17" fmla="*/ 777957 h 1412149"/>
                <a:gd name="connsiteX18" fmla="*/ 16513 w 4138458"/>
                <a:gd name="connsiteY18" fmla="*/ 634192 h 1412149"/>
                <a:gd name="connsiteX19" fmla="*/ 340972 w 4138458"/>
                <a:gd name="connsiteY19" fmla="*/ 71883 h 1412149"/>
                <a:gd name="connsiteX20" fmla="*/ 466120 w 4138458"/>
                <a:gd name="connsiteY20" fmla="*/ 0 h 1412149"/>
                <a:gd name="connsiteX21" fmla="*/ 652948 w 4138458"/>
                <a:gd name="connsiteY21" fmla="*/ 0 h 1412149"/>
                <a:gd name="connsiteX22" fmla="*/ 680314 w 4138458"/>
                <a:gd name="connsiteY22" fmla="*/ 0 h 1412149"/>
                <a:gd name="connsiteX23" fmla="*/ 840939 w 4138458"/>
                <a:gd name="connsiteY23" fmla="*/ 0 h 1412149"/>
                <a:gd name="connsiteX24" fmla="*/ 841276 w 4138458"/>
                <a:gd name="connsiteY24" fmla="*/ 0 h 1412149"/>
                <a:gd name="connsiteX25" fmla="*/ 867142 w 4138458"/>
                <a:gd name="connsiteY25" fmla="*/ 0 h 1412149"/>
                <a:gd name="connsiteX26" fmla="*/ 956611 w 4138458"/>
                <a:gd name="connsiteY26" fmla="*/ 0 h 1412149"/>
                <a:gd name="connsiteX27" fmla="*/ 1028104 w 4138458"/>
                <a:gd name="connsiteY27" fmla="*/ 0 h 1412149"/>
                <a:gd name="connsiteX28" fmla="*/ 1033923 w 4138458"/>
                <a:gd name="connsiteY28" fmla="*/ 0 h 1412149"/>
                <a:gd name="connsiteX29" fmla="*/ 1055133 w 4138458"/>
                <a:gd name="connsiteY29" fmla="*/ 0 h 1412149"/>
                <a:gd name="connsiteX30" fmla="*/ 1080817 w 4138458"/>
                <a:gd name="connsiteY30" fmla="*/ 0 h 1412149"/>
                <a:gd name="connsiteX31" fmla="*/ 1115038 w 4138458"/>
                <a:gd name="connsiteY31" fmla="*/ 0 h 1412149"/>
                <a:gd name="connsiteX32" fmla="*/ 1143439 w 4138458"/>
                <a:gd name="connsiteY32" fmla="*/ 0 h 1412149"/>
                <a:gd name="connsiteX33" fmla="*/ 1160948 w 4138458"/>
                <a:gd name="connsiteY33" fmla="*/ 0 h 1412149"/>
                <a:gd name="connsiteX34" fmla="*/ 1216095 w 4138458"/>
                <a:gd name="connsiteY34" fmla="*/ 0 h 1412149"/>
                <a:gd name="connsiteX35" fmla="*/ 1220751 w 4138458"/>
                <a:gd name="connsiteY35" fmla="*/ 0 h 1412149"/>
                <a:gd name="connsiteX36" fmla="*/ 1267645 w 4138458"/>
                <a:gd name="connsiteY36" fmla="*/ 0 h 1412149"/>
                <a:gd name="connsiteX37" fmla="*/ 1291726 w 4138458"/>
                <a:gd name="connsiteY37" fmla="*/ 0 h 1412149"/>
                <a:gd name="connsiteX38" fmla="*/ 1301866 w 4138458"/>
                <a:gd name="connsiteY38" fmla="*/ 0 h 1412149"/>
                <a:gd name="connsiteX39" fmla="*/ 1331430 w 4138458"/>
                <a:gd name="connsiteY39" fmla="*/ 0 h 1412149"/>
                <a:gd name="connsiteX40" fmla="*/ 1375142 w 4138458"/>
                <a:gd name="connsiteY40" fmla="*/ 0 h 1412149"/>
                <a:gd name="connsiteX41" fmla="*/ 1408742 w 4138458"/>
                <a:gd name="connsiteY41" fmla="*/ 0 h 1412149"/>
                <a:gd name="connsiteX42" fmla="*/ 1455636 w 4138458"/>
                <a:gd name="connsiteY42" fmla="*/ 0 h 1412149"/>
                <a:gd name="connsiteX43" fmla="*/ 1479717 w 4138458"/>
                <a:gd name="connsiteY43" fmla="*/ 0 h 1412149"/>
                <a:gd name="connsiteX44" fmla="*/ 1489857 w 4138458"/>
                <a:gd name="connsiteY44" fmla="*/ 0 h 1412149"/>
                <a:gd name="connsiteX45" fmla="*/ 1536104 w 4138458"/>
                <a:gd name="connsiteY45" fmla="*/ 0 h 1412149"/>
                <a:gd name="connsiteX46" fmla="*/ 1617219 w 4138458"/>
                <a:gd name="connsiteY46" fmla="*/ 0 h 1412149"/>
                <a:gd name="connsiteX47" fmla="*/ 1651439 w 4138458"/>
                <a:gd name="connsiteY47" fmla="*/ 0 h 1412149"/>
                <a:gd name="connsiteX48" fmla="*/ 1728751 w 4138458"/>
                <a:gd name="connsiteY48" fmla="*/ 0 h 1412149"/>
                <a:gd name="connsiteX49" fmla="*/ 1775645 w 4138458"/>
                <a:gd name="connsiteY49" fmla="*/ 0 h 1412149"/>
                <a:gd name="connsiteX50" fmla="*/ 1799726 w 4138458"/>
                <a:gd name="connsiteY50" fmla="*/ 0 h 1412149"/>
                <a:gd name="connsiteX51" fmla="*/ 1809866 w 4138458"/>
                <a:gd name="connsiteY51" fmla="*/ 0 h 1412149"/>
                <a:gd name="connsiteX52" fmla="*/ 1831413 w 4138458"/>
                <a:gd name="connsiteY52" fmla="*/ 0 h 1412149"/>
                <a:gd name="connsiteX53" fmla="*/ 1905881 w 4138458"/>
                <a:gd name="connsiteY53" fmla="*/ 0 h 1412149"/>
                <a:gd name="connsiteX54" fmla="*/ 1992375 w 4138458"/>
                <a:gd name="connsiteY54" fmla="*/ 0 h 1412149"/>
                <a:gd name="connsiteX55" fmla="*/ 2107709 w 4138458"/>
                <a:gd name="connsiteY55" fmla="*/ 0 h 1412149"/>
                <a:gd name="connsiteX56" fmla="*/ 2120075 w 4138458"/>
                <a:gd name="connsiteY56" fmla="*/ 0 h 1412149"/>
                <a:gd name="connsiteX57" fmla="*/ 2185022 w 4138458"/>
                <a:gd name="connsiteY57" fmla="*/ 0 h 1412149"/>
                <a:gd name="connsiteX58" fmla="*/ 2231916 w 4138458"/>
                <a:gd name="connsiteY58" fmla="*/ 0 h 1412149"/>
                <a:gd name="connsiteX59" fmla="*/ 2255997 w 4138458"/>
                <a:gd name="connsiteY59" fmla="*/ 0 h 1412149"/>
                <a:gd name="connsiteX60" fmla="*/ 2266137 w 4138458"/>
                <a:gd name="connsiteY60" fmla="*/ 0 h 1412149"/>
                <a:gd name="connsiteX61" fmla="*/ 2281036 w 4138458"/>
                <a:gd name="connsiteY61" fmla="*/ 0 h 1412149"/>
                <a:gd name="connsiteX62" fmla="*/ 2473684 w 4138458"/>
                <a:gd name="connsiteY62" fmla="*/ 0 h 1412149"/>
                <a:gd name="connsiteX63" fmla="*/ 2514552 w 4138458"/>
                <a:gd name="connsiteY63" fmla="*/ 0 h 1412149"/>
                <a:gd name="connsiteX64" fmla="*/ 2520578 w 4138458"/>
                <a:gd name="connsiteY64" fmla="*/ 0 h 1412149"/>
                <a:gd name="connsiteX65" fmla="*/ 2544659 w 4138458"/>
                <a:gd name="connsiteY65" fmla="*/ 0 h 1412149"/>
                <a:gd name="connsiteX66" fmla="*/ 2554799 w 4138458"/>
                <a:gd name="connsiteY66" fmla="*/ 0 h 1412149"/>
                <a:gd name="connsiteX67" fmla="*/ 2680485 w 4138458"/>
                <a:gd name="connsiteY67" fmla="*/ 0 h 1412149"/>
                <a:gd name="connsiteX68" fmla="*/ 3005042 w 4138458"/>
                <a:gd name="connsiteY68" fmla="*/ 0 h 1412149"/>
                <a:gd name="connsiteX69" fmla="*/ 3022552 w 4138458"/>
                <a:gd name="connsiteY69" fmla="*/ 0 h 1412149"/>
                <a:gd name="connsiteX70" fmla="*/ 3082355 w 4138458"/>
                <a:gd name="connsiteY70" fmla="*/ 0 h 1412149"/>
                <a:gd name="connsiteX71" fmla="*/ 3129249 w 4138458"/>
                <a:gd name="connsiteY71" fmla="*/ 0 h 1412149"/>
                <a:gd name="connsiteX72" fmla="*/ 3153330 w 4138458"/>
                <a:gd name="connsiteY72" fmla="*/ 0 h 1412149"/>
                <a:gd name="connsiteX73" fmla="*/ 3163470 w 4138458"/>
                <a:gd name="connsiteY73" fmla="*/ 0 h 1412149"/>
                <a:gd name="connsiteX74" fmla="*/ 3236746 w 4138458"/>
                <a:gd name="connsiteY74" fmla="*/ 0 h 1412149"/>
                <a:gd name="connsiteX75" fmla="*/ 3671470 w 4138458"/>
                <a:gd name="connsiteY75" fmla="*/ 0 h 1412149"/>
                <a:gd name="connsiteX76" fmla="*/ 3796617 w 4138458"/>
                <a:gd name="connsiteY76" fmla="*/ 71883 h 1412149"/>
                <a:gd name="connsiteX77" fmla="*/ 4121076 w 4138458"/>
                <a:gd name="connsiteY77" fmla="*/ 634192 h 1412149"/>
                <a:gd name="connsiteX78" fmla="*/ 4121076 w 4138458"/>
                <a:gd name="connsiteY78" fmla="*/ 777957 h 1412149"/>
                <a:gd name="connsiteX79" fmla="*/ 3796617 w 4138458"/>
                <a:gd name="connsiteY79" fmla="*/ 1340266 h 1412149"/>
                <a:gd name="connsiteX80" fmla="*/ 3671470 w 4138458"/>
                <a:gd name="connsiteY80" fmla="*/ 1412149 h 1412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4138458" h="1412149">
                  <a:moveTo>
                    <a:pt x="3671470" y="1412149"/>
                  </a:moveTo>
                  <a:lnTo>
                    <a:pt x="3163470" y="1412149"/>
                  </a:lnTo>
                  <a:lnTo>
                    <a:pt x="3022552" y="1412149"/>
                  </a:lnTo>
                  <a:lnTo>
                    <a:pt x="2554799" y="1412149"/>
                  </a:lnTo>
                  <a:lnTo>
                    <a:pt x="2514552" y="1412149"/>
                  </a:lnTo>
                  <a:lnTo>
                    <a:pt x="2266137" y="1412149"/>
                  </a:lnTo>
                  <a:lnTo>
                    <a:pt x="1905881" y="1412149"/>
                  </a:lnTo>
                  <a:lnTo>
                    <a:pt x="1809866" y="1412149"/>
                  </a:lnTo>
                  <a:lnTo>
                    <a:pt x="1617219" y="1412149"/>
                  </a:lnTo>
                  <a:lnTo>
                    <a:pt x="1489857" y="1412149"/>
                  </a:lnTo>
                  <a:lnTo>
                    <a:pt x="1301866" y="1412149"/>
                  </a:lnTo>
                  <a:lnTo>
                    <a:pt x="1160948" y="1412149"/>
                  </a:lnTo>
                  <a:lnTo>
                    <a:pt x="1115038" y="1412149"/>
                  </a:lnTo>
                  <a:lnTo>
                    <a:pt x="840939" y="1412149"/>
                  </a:lnTo>
                  <a:lnTo>
                    <a:pt x="652948" y="1412149"/>
                  </a:lnTo>
                  <a:lnTo>
                    <a:pt x="466120" y="1412149"/>
                  </a:lnTo>
                  <a:cubicBezTo>
                    <a:pt x="420928" y="1412149"/>
                    <a:pt x="364147" y="1379686"/>
                    <a:pt x="340972" y="1340266"/>
                  </a:cubicBezTo>
                  <a:cubicBezTo>
                    <a:pt x="16513" y="777957"/>
                    <a:pt x="16513" y="777957"/>
                    <a:pt x="16513" y="777957"/>
                  </a:cubicBezTo>
                  <a:cubicBezTo>
                    <a:pt x="-5504" y="738538"/>
                    <a:pt x="-5504" y="673611"/>
                    <a:pt x="16513" y="634192"/>
                  </a:cubicBezTo>
                  <a:cubicBezTo>
                    <a:pt x="340972" y="71883"/>
                    <a:pt x="340972" y="71883"/>
                    <a:pt x="340972" y="71883"/>
                  </a:cubicBezTo>
                  <a:cubicBezTo>
                    <a:pt x="364147" y="32463"/>
                    <a:pt x="420928" y="0"/>
                    <a:pt x="466120" y="0"/>
                  </a:cubicBezTo>
                  <a:lnTo>
                    <a:pt x="652948" y="0"/>
                  </a:lnTo>
                  <a:lnTo>
                    <a:pt x="680314" y="0"/>
                  </a:lnTo>
                  <a:lnTo>
                    <a:pt x="840939" y="0"/>
                  </a:lnTo>
                  <a:lnTo>
                    <a:pt x="841276" y="0"/>
                  </a:lnTo>
                  <a:lnTo>
                    <a:pt x="867142" y="0"/>
                  </a:lnTo>
                  <a:lnTo>
                    <a:pt x="956611" y="0"/>
                  </a:lnTo>
                  <a:lnTo>
                    <a:pt x="1028104" y="0"/>
                  </a:lnTo>
                  <a:lnTo>
                    <a:pt x="1033923" y="0"/>
                  </a:lnTo>
                  <a:lnTo>
                    <a:pt x="1055133" y="0"/>
                  </a:lnTo>
                  <a:lnTo>
                    <a:pt x="1080817" y="0"/>
                  </a:lnTo>
                  <a:cubicBezTo>
                    <a:pt x="1115038" y="0"/>
                    <a:pt x="1115038" y="0"/>
                    <a:pt x="1115038" y="0"/>
                  </a:cubicBezTo>
                  <a:lnTo>
                    <a:pt x="1143439" y="0"/>
                  </a:lnTo>
                  <a:lnTo>
                    <a:pt x="1160948" y="0"/>
                  </a:lnTo>
                  <a:lnTo>
                    <a:pt x="1216095" y="0"/>
                  </a:lnTo>
                  <a:lnTo>
                    <a:pt x="1220751" y="0"/>
                  </a:lnTo>
                  <a:lnTo>
                    <a:pt x="1267645" y="0"/>
                  </a:lnTo>
                  <a:lnTo>
                    <a:pt x="1291726" y="0"/>
                  </a:lnTo>
                  <a:lnTo>
                    <a:pt x="1301866" y="0"/>
                  </a:lnTo>
                  <a:lnTo>
                    <a:pt x="1331430" y="0"/>
                  </a:lnTo>
                  <a:lnTo>
                    <a:pt x="1375142" y="0"/>
                  </a:lnTo>
                  <a:lnTo>
                    <a:pt x="1408742" y="0"/>
                  </a:lnTo>
                  <a:lnTo>
                    <a:pt x="1455636" y="0"/>
                  </a:lnTo>
                  <a:lnTo>
                    <a:pt x="1479717" y="0"/>
                  </a:lnTo>
                  <a:lnTo>
                    <a:pt x="1489857" y="0"/>
                  </a:lnTo>
                  <a:lnTo>
                    <a:pt x="1536104" y="0"/>
                  </a:lnTo>
                  <a:lnTo>
                    <a:pt x="1617219" y="0"/>
                  </a:lnTo>
                  <a:lnTo>
                    <a:pt x="1651439" y="0"/>
                  </a:lnTo>
                  <a:lnTo>
                    <a:pt x="1728751" y="0"/>
                  </a:lnTo>
                  <a:lnTo>
                    <a:pt x="1775645" y="0"/>
                  </a:lnTo>
                  <a:lnTo>
                    <a:pt x="1799726" y="0"/>
                  </a:lnTo>
                  <a:lnTo>
                    <a:pt x="1809866" y="0"/>
                  </a:lnTo>
                  <a:lnTo>
                    <a:pt x="1831413" y="0"/>
                  </a:lnTo>
                  <a:lnTo>
                    <a:pt x="1905881" y="0"/>
                  </a:lnTo>
                  <a:lnTo>
                    <a:pt x="1992375" y="0"/>
                  </a:lnTo>
                  <a:lnTo>
                    <a:pt x="2107709" y="0"/>
                  </a:lnTo>
                  <a:lnTo>
                    <a:pt x="2120075" y="0"/>
                  </a:lnTo>
                  <a:lnTo>
                    <a:pt x="2185022" y="0"/>
                  </a:lnTo>
                  <a:lnTo>
                    <a:pt x="2231916" y="0"/>
                  </a:lnTo>
                  <a:lnTo>
                    <a:pt x="2255997" y="0"/>
                  </a:lnTo>
                  <a:lnTo>
                    <a:pt x="2266137" y="0"/>
                  </a:lnTo>
                  <a:lnTo>
                    <a:pt x="2281036" y="0"/>
                  </a:lnTo>
                  <a:cubicBezTo>
                    <a:pt x="2372290" y="0"/>
                    <a:pt x="2433126" y="0"/>
                    <a:pt x="2473684" y="0"/>
                  </a:cubicBezTo>
                  <a:lnTo>
                    <a:pt x="2514552" y="0"/>
                  </a:lnTo>
                  <a:lnTo>
                    <a:pt x="2520578" y="0"/>
                  </a:lnTo>
                  <a:lnTo>
                    <a:pt x="2544659" y="0"/>
                  </a:lnTo>
                  <a:lnTo>
                    <a:pt x="2554799" y="0"/>
                  </a:lnTo>
                  <a:lnTo>
                    <a:pt x="2680485" y="0"/>
                  </a:lnTo>
                  <a:cubicBezTo>
                    <a:pt x="2830376" y="0"/>
                    <a:pt x="2933750" y="0"/>
                    <a:pt x="3005042" y="0"/>
                  </a:cubicBezTo>
                  <a:lnTo>
                    <a:pt x="3022552" y="0"/>
                  </a:lnTo>
                  <a:lnTo>
                    <a:pt x="3082355" y="0"/>
                  </a:lnTo>
                  <a:lnTo>
                    <a:pt x="3129249" y="0"/>
                  </a:lnTo>
                  <a:lnTo>
                    <a:pt x="3153330" y="0"/>
                  </a:lnTo>
                  <a:lnTo>
                    <a:pt x="3163470" y="0"/>
                  </a:lnTo>
                  <a:lnTo>
                    <a:pt x="3236746" y="0"/>
                  </a:lnTo>
                  <a:cubicBezTo>
                    <a:pt x="3671470" y="0"/>
                    <a:pt x="3671470" y="0"/>
                    <a:pt x="3671470" y="0"/>
                  </a:cubicBezTo>
                  <a:cubicBezTo>
                    <a:pt x="3717821" y="0"/>
                    <a:pt x="3773442" y="32463"/>
                    <a:pt x="3796617" y="71883"/>
                  </a:cubicBezTo>
                  <a:cubicBezTo>
                    <a:pt x="4121076" y="634192"/>
                    <a:pt x="4121076" y="634192"/>
                    <a:pt x="4121076" y="634192"/>
                  </a:cubicBezTo>
                  <a:cubicBezTo>
                    <a:pt x="4144252" y="673611"/>
                    <a:pt x="4144252" y="738538"/>
                    <a:pt x="4121076" y="777957"/>
                  </a:cubicBezTo>
                  <a:cubicBezTo>
                    <a:pt x="3796617" y="1340266"/>
                    <a:pt x="3796617" y="1340266"/>
                    <a:pt x="3796617" y="1340266"/>
                  </a:cubicBezTo>
                  <a:cubicBezTo>
                    <a:pt x="3773442" y="1379686"/>
                    <a:pt x="3717821" y="1412149"/>
                    <a:pt x="3671470" y="1412149"/>
                  </a:cubicBezTo>
                  <a:close/>
                </a:path>
              </a:pathLst>
            </a:custGeom>
            <a:solidFill>
              <a:schemeClr val="bg1">
                <a:alpha val="0"/>
              </a:schemeClr>
            </a:solidFill>
            <a:ln w="38100">
              <a:gradFill flip="none" rotWithShape="1">
                <a:gsLst>
                  <a:gs pos="0">
                    <a:srgbClr val="F9F9F9"/>
                  </a:gs>
                  <a:gs pos="100000">
                    <a:schemeClr val="bg1">
                      <a:lumMod val="75000"/>
                    </a:schemeClr>
                  </a:gs>
                </a:gsLst>
                <a:lin ang="2700000" scaled="1"/>
                <a:tileRect/>
              </a:gradFill>
            </a:ln>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sp>
          <p:nvSpPr>
            <p:cNvPr id="70" name="任意多边形 79"/>
            <p:cNvSpPr>
              <a:spLocks/>
            </p:cNvSpPr>
            <p:nvPr/>
          </p:nvSpPr>
          <p:spPr bwMode="auto">
            <a:xfrm rot="10800000">
              <a:off x="1348136" y="2196985"/>
              <a:ext cx="2581375" cy="631527"/>
            </a:xfrm>
            <a:custGeom>
              <a:avLst/>
              <a:gdLst>
                <a:gd name="connsiteX0" fmla="*/ 3119312 w 3393888"/>
                <a:gd name="connsiteY0" fmla="*/ 830306 h 830306"/>
                <a:gd name="connsiteX1" fmla="*/ 2920034 w 3393888"/>
                <a:gd name="connsiteY1" fmla="*/ 830306 h 830306"/>
                <a:gd name="connsiteX2" fmla="*/ 2737766 w 3393888"/>
                <a:gd name="connsiteY2" fmla="*/ 830306 h 830306"/>
                <a:gd name="connsiteX3" fmla="*/ 2720756 w 3393888"/>
                <a:gd name="connsiteY3" fmla="*/ 830306 h 830306"/>
                <a:gd name="connsiteX4" fmla="*/ 2538488 w 3393888"/>
                <a:gd name="connsiteY4" fmla="*/ 830306 h 830306"/>
                <a:gd name="connsiteX5" fmla="*/ 2339210 w 3393888"/>
                <a:gd name="connsiteY5" fmla="*/ 830306 h 830306"/>
                <a:gd name="connsiteX6" fmla="*/ 2334818 w 3393888"/>
                <a:gd name="connsiteY6" fmla="*/ 828994 h 830306"/>
                <a:gd name="connsiteX7" fmla="*/ 2330399 w 3393888"/>
                <a:gd name="connsiteY7" fmla="*/ 830306 h 830306"/>
                <a:gd name="connsiteX8" fmla="*/ 1948853 w 3393888"/>
                <a:gd name="connsiteY8" fmla="*/ 830306 h 830306"/>
                <a:gd name="connsiteX9" fmla="*/ 1944461 w 3393888"/>
                <a:gd name="connsiteY9" fmla="*/ 828994 h 830306"/>
                <a:gd name="connsiteX10" fmla="*/ 1940042 w 3393888"/>
                <a:gd name="connsiteY10" fmla="*/ 830306 h 830306"/>
                <a:gd name="connsiteX11" fmla="*/ 1580314 w 3393888"/>
                <a:gd name="connsiteY11" fmla="*/ 830306 h 830306"/>
                <a:gd name="connsiteX12" fmla="*/ 1558496 w 3393888"/>
                <a:gd name="connsiteY12" fmla="*/ 830306 h 830306"/>
                <a:gd name="connsiteX13" fmla="*/ 1291762 w 3393888"/>
                <a:gd name="connsiteY13" fmla="*/ 830306 h 830306"/>
                <a:gd name="connsiteX14" fmla="*/ 1198768 w 3393888"/>
                <a:gd name="connsiteY14" fmla="*/ 830306 h 830306"/>
                <a:gd name="connsiteX15" fmla="*/ 1133844 w 3393888"/>
                <a:gd name="connsiteY15" fmla="*/ 830306 h 830306"/>
                <a:gd name="connsiteX16" fmla="*/ 910216 w 3393888"/>
                <a:gd name="connsiteY16" fmla="*/ 830306 h 830306"/>
                <a:gd name="connsiteX17" fmla="*/ 798379 w 3393888"/>
                <a:gd name="connsiteY17" fmla="*/ 830306 h 830306"/>
                <a:gd name="connsiteX18" fmla="*/ 752298 w 3393888"/>
                <a:gd name="connsiteY18" fmla="*/ 830306 h 830306"/>
                <a:gd name="connsiteX19" fmla="*/ 655613 w 3393888"/>
                <a:gd name="connsiteY19" fmla="*/ 830306 h 830306"/>
                <a:gd name="connsiteX20" fmla="*/ 416833 w 3393888"/>
                <a:gd name="connsiteY20" fmla="*/ 830306 h 830306"/>
                <a:gd name="connsiteX21" fmla="*/ 274067 w 3393888"/>
                <a:gd name="connsiteY21" fmla="*/ 830306 h 830306"/>
                <a:gd name="connsiteX22" fmla="*/ 200483 w 3393888"/>
                <a:gd name="connsiteY22" fmla="*/ 788041 h 830306"/>
                <a:gd name="connsiteX23" fmla="*/ 9710 w 3393888"/>
                <a:gd name="connsiteY23" fmla="*/ 457418 h 830306"/>
                <a:gd name="connsiteX24" fmla="*/ 9710 w 3393888"/>
                <a:gd name="connsiteY24" fmla="*/ 372888 h 830306"/>
                <a:gd name="connsiteX25" fmla="*/ 200483 w 3393888"/>
                <a:gd name="connsiteY25" fmla="*/ 42265 h 830306"/>
                <a:gd name="connsiteX26" fmla="*/ 274067 w 3393888"/>
                <a:gd name="connsiteY26" fmla="*/ 0 h 830306"/>
                <a:gd name="connsiteX27" fmla="*/ 400007 w 3393888"/>
                <a:gd name="connsiteY27" fmla="*/ 0 h 830306"/>
                <a:gd name="connsiteX28" fmla="*/ 416833 w 3393888"/>
                <a:gd name="connsiteY28" fmla="*/ 0 h 830306"/>
                <a:gd name="connsiteX29" fmla="*/ 494648 w 3393888"/>
                <a:gd name="connsiteY29" fmla="*/ 0 h 830306"/>
                <a:gd name="connsiteX30" fmla="*/ 542773 w 3393888"/>
                <a:gd name="connsiteY30" fmla="*/ 0 h 830306"/>
                <a:gd name="connsiteX31" fmla="*/ 607920 w 3393888"/>
                <a:gd name="connsiteY31" fmla="*/ 0 h 830306"/>
                <a:gd name="connsiteX32" fmla="*/ 637414 w 3393888"/>
                <a:gd name="connsiteY32" fmla="*/ 0 h 830306"/>
                <a:gd name="connsiteX33" fmla="*/ 649651 w 3393888"/>
                <a:gd name="connsiteY33" fmla="*/ 0 h 830306"/>
                <a:gd name="connsiteX34" fmla="*/ 655613 w 3393888"/>
                <a:gd name="connsiteY34" fmla="*/ 0 h 830306"/>
                <a:gd name="connsiteX35" fmla="*/ 750685 w 3393888"/>
                <a:gd name="connsiteY35" fmla="*/ 0 h 830306"/>
                <a:gd name="connsiteX36" fmla="*/ 752298 w 3393888"/>
                <a:gd name="connsiteY36" fmla="*/ 0 h 830306"/>
                <a:gd name="connsiteX37" fmla="*/ 792417 w 3393888"/>
                <a:gd name="connsiteY37" fmla="*/ 0 h 830306"/>
                <a:gd name="connsiteX38" fmla="*/ 798379 w 3393888"/>
                <a:gd name="connsiteY38" fmla="*/ 0 h 830306"/>
                <a:gd name="connsiteX39" fmla="*/ 878238 w 3393888"/>
                <a:gd name="connsiteY39" fmla="*/ 0 h 830306"/>
                <a:gd name="connsiteX40" fmla="*/ 910216 w 3393888"/>
                <a:gd name="connsiteY40" fmla="*/ 0 h 830306"/>
                <a:gd name="connsiteX41" fmla="*/ 972879 w 3393888"/>
                <a:gd name="connsiteY41" fmla="*/ 0 h 830306"/>
                <a:gd name="connsiteX42" fmla="*/ 1036156 w 3393888"/>
                <a:gd name="connsiteY42" fmla="*/ 0 h 830306"/>
                <a:gd name="connsiteX43" fmla="*/ 1086151 w 3393888"/>
                <a:gd name="connsiteY43" fmla="*/ 0 h 830306"/>
                <a:gd name="connsiteX44" fmla="*/ 1127882 w 3393888"/>
                <a:gd name="connsiteY44" fmla="*/ 0 h 830306"/>
                <a:gd name="connsiteX45" fmla="*/ 1130797 w 3393888"/>
                <a:gd name="connsiteY45" fmla="*/ 0 h 830306"/>
                <a:gd name="connsiteX46" fmla="*/ 1133844 w 3393888"/>
                <a:gd name="connsiteY46" fmla="*/ 0 h 830306"/>
                <a:gd name="connsiteX47" fmla="*/ 1198768 w 3393888"/>
                <a:gd name="connsiteY47" fmla="*/ 0 h 830306"/>
                <a:gd name="connsiteX48" fmla="*/ 1244068 w 3393888"/>
                <a:gd name="connsiteY48" fmla="*/ 0 h 830306"/>
                <a:gd name="connsiteX49" fmla="*/ 1285800 w 3393888"/>
                <a:gd name="connsiteY49" fmla="*/ 0 h 830306"/>
                <a:gd name="connsiteX50" fmla="*/ 1291762 w 3393888"/>
                <a:gd name="connsiteY50" fmla="*/ 0 h 830306"/>
                <a:gd name="connsiteX51" fmla="*/ 1324708 w 3393888"/>
                <a:gd name="connsiteY51" fmla="*/ 0 h 830306"/>
                <a:gd name="connsiteX52" fmla="*/ 1532621 w 3393888"/>
                <a:gd name="connsiteY52" fmla="*/ 0 h 830306"/>
                <a:gd name="connsiteX53" fmla="*/ 1558496 w 3393888"/>
                <a:gd name="connsiteY53" fmla="*/ 0 h 830306"/>
                <a:gd name="connsiteX54" fmla="*/ 1574352 w 3393888"/>
                <a:gd name="connsiteY54" fmla="*/ 0 h 830306"/>
                <a:gd name="connsiteX55" fmla="*/ 1580314 w 3393888"/>
                <a:gd name="connsiteY55" fmla="*/ 0 h 830306"/>
                <a:gd name="connsiteX56" fmla="*/ 1684436 w 3393888"/>
                <a:gd name="connsiteY56" fmla="*/ 0 h 830306"/>
                <a:gd name="connsiteX57" fmla="*/ 1940042 w 3393888"/>
                <a:gd name="connsiteY57" fmla="*/ 0 h 830306"/>
                <a:gd name="connsiteX58" fmla="*/ 1944461 w 3393888"/>
                <a:gd name="connsiteY58" fmla="*/ 1312 h 830306"/>
                <a:gd name="connsiteX59" fmla="*/ 1948853 w 3393888"/>
                <a:gd name="connsiteY59" fmla="*/ 0 h 830306"/>
                <a:gd name="connsiteX60" fmla="*/ 2330399 w 3393888"/>
                <a:gd name="connsiteY60" fmla="*/ 0 h 830306"/>
                <a:gd name="connsiteX61" fmla="*/ 2334818 w 3393888"/>
                <a:gd name="connsiteY61" fmla="*/ 1312 h 830306"/>
                <a:gd name="connsiteX62" fmla="*/ 2339210 w 3393888"/>
                <a:gd name="connsiteY62" fmla="*/ 0 h 830306"/>
                <a:gd name="connsiteX63" fmla="*/ 2465150 w 3393888"/>
                <a:gd name="connsiteY63" fmla="*/ 0 h 830306"/>
                <a:gd name="connsiteX64" fmla="*/ 2538488 w 3393888"/>
                <a:gd name="connsiteY64" fmla="*/ 0 h 830306"/>
                <a:gd name="connsiteX65" fmla="*/ 2559791 w 3393888"/>
                <a:gd name="connsiteY65" fmla="*/ 0 h 830306"/>
                <a:gd name="connsiteX66" fmla="*/ 2664428 w 3393888"/>
                <a:gd name="connsiteY66" fmla="*/ 0 h 830306"/>
                <a:gd name="connsiteX67" fmla="*/ 2673062 w 3393888"/>
                <a:gd name="connsiteY67" fmla="*/ 0 h 830306"/>
                <a:gd name="connsiteX68" fmla="*/ 2714794 w 3393888"/>
                <a:gd name="connsiteY68" fmla="*/ 0 h 830306"/>
                <a:gd name="connsiteX69" fmla="*/ 2720756 w 3393888"/>
                <a:gd name="connsiteY69" fmla="*/ 0 h 830306"/>
                <a:gd name="connsiteX70" fmla="*/ 2737766 w 3393888"/>
                <a:gd name="connsiteY70" fmla="*/ 0 h 830306"/>
                <a:gd name="connsiteX71" fmla="*/ 2759069 w 3393888"/>
                <a:gd name="connsiteY71" fmla="*/ 0 h 830306"/>
                <a:gd name="connsiteX72" fmla="*/ 2863706 w 3393888"/>
                <a:gd name="connsiteY72" fmla="*/ 0 h 830306"/>
                <a:gd name="connsiteX73" fmla="*/ 2872340 w 3393888"/>
                <a:gd name="connsiteY73" fmla="*/ 0 h 830306"/>
                <a:gd name="connsiteX74" fmla="*/ 2914072 w 3393888"/>
                <a:gd name="connsiteY74" fmla="*/ 0 h 830306"/>
                <a:gd name="connsiteX75" fmla="*/ 2920034 w 3393888"/>
                <a:gd name="connsiteY75" fmla="*/ 0 h 830306"/>
                <a:gd name="connsiteX76" fmla="*/ 2958347 w 3393888"/>
                <a:gd name="connsiteY76" fmla="*/ 0 h 830306"/>
                <a:gd name="connsiteX77" fmla="*/ 3119312 w 3393888"/>
                <a:gd name="connsiteY77" fmla="*/ 0 h 830306"/>
                <a:gd name="connsiteX78" fmla="*/ 3192896 w 3393888"/>
                <a:gd name="connsiteY78" fmla="*/ 42265 h 830306"/>
                <a:gd name="connsiteX79" fmla="*/ 3383669 w 3393888"/>
                <a:gd name="connsiteY79" fmla="*/ 372888 h 830306"/>
                <a:gd name="connsiteX80" fmla="*/ 3383669 w 3393888"/>
                <a:gd name="connsiteY80" fmla="*/ 457418 h 830306"/>
                <a:gd name="connsiteX81" fmla="*/ 3192896 w 3393888"/>
                <a:gd name="connsiteY81" fmla="*/ 788041 h 830306"/>
                <a:gd name="connsiteX82" fmla="*/ 3119312 w 3393888"/>
                <a:gd name="connsiteY82" fmla="*/ 830306 h 830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393888" h="830306">
                  <a:moveTo>
                    <a:pt x="3119312" y="830306"/>
                  </a:moveTo>
                  <a:lnTo>
                    <a:pt x="2920034" y="830306"/>
                  </a:lnTo>
                  <a:lnTo>
                    <a:pt x="2737766" y="830306"/>
                  </a:lnTo>
                  <a:lnTo>
                    <a:pt x="2720756" y="830306"/>
                  </a:lnTo>
                  <a:lnTo>
                    <a:pt x="2538488" y="830306"/>
                  </a:lnTo>
                  <a:lnTo>
                    <a:pt x="2339210" y="830306"/>
                  </a:lnTo>
                  <a:lnTo>
                    <a:pt x="2334818" y="828994"/>
                  </a:lnTo>
                  <a:lnTo>
                    <a:pt x="2330399" y="830306"/>
                  </a:lnTo>
                  <a:lnTo>
                    <a:pt x="1948853" y="830306"/>
                  </a:lnTo>
                  <a:lnTo>
                    <a:pt x="1944461" y="828994"/>
                  </a:lnTo>
                  <a:lnTo>
                    <a:pt x="1940042" y="830306"/>
                  </a:lnTo>
                  <a:lnTo>
                    <a:pt x="1580314" y="830306"/>
                  </a:lnTo>
                  <a:lnTo>
                    <a:pt x="1558496" y="830306"/>
                  </a:lnTo>
                  <a:lnTo>
                    <a:pt x="1291762" y="830306"/>
                  </a:lnTo>
                  <a:lnTo>
                    <a:pt x="1198768" y="830306"/>
                  </a:lnTo>
                  <a:lnTo>
                    <a:pt x="1133844" y="830306"/>
                  </a:lnTo>
                  <a:lnTo>
                    <a:pt x="910216" y="830306"/>
                  </a:lnTo>
                  <a:lnTo>
                    <a:pt x="798379" y="830306"/>
                  </a:lnTo>
                  <a:lnTo>
                    <a:pt x="752298" y="830306"/>
                  </a:lnTo>
                  <a:lnTo>
                    <a:pt x="655613" y="830306"/>
                  </a:lnTo>
                  <a:lnTo>
                    <a:pt x="416833" y="830306"/>
                  </a:lnTo>
                  <a:lnTo>
                    <a:pt x="274067" y="830306"/>
                  </a:lnTo>
                  <a:cubicBezTo>
                    <a:pt x="247495" y="830306"/>
                    <a:pt x="214109" y="811219"/>
                    <a:pt x="200483" y="788041"/>
                  </a:cubicBezTo>
                  <a:cubicBezTo>
                    <a:pt x="9710" y="457418"/>
                    <a:pt x="9710" y="457418"/>
                    <a:pt x="9710" y="457418"/>
                  </a:cubicBezTo>
                  <a:cubicBezTo>
                    <a:pt x="-3236" y="434241"/>
                    <a:pt x="-3236" y="396066"/>
                    <a:pt x="9710" y="372888"/>
                  </a:cubicBezTo>
                  <a:cubicBezTo>
                    <a:pt x="200483" y="42265"/>
                    <a:pt x="200483" y="42265"/>
                    <a:pt x="200483" y="42265"/>
                  </a:cubicBezTo>
                  <a:cubicBezTo>
                    <a:pt x="214109" y="19088"/>
                    <a:pt x="247495" y="0"/>
                    <a:pt x="274067" y="0"/>
                  </a:cubicBezTo>
                  <a:cubicBezTo>
                    <a:pt x="321760" y="0"/>
                    <a:pt x="363492" y="0"/>
                    <a:pt x="400007" y="0"/>
                  </a:cubicBezTo>
                  <a:lnTo>
                    <a:pt x="416833" y="0"/>
                  </a:lnTo>
                  <a:lnTo>
                    <a:pt x="494648" y="0"/>
                  </a:lnTo>
                  <a:lnTo>
                    <a:pt x="542773" y="0"/>
                  </a:lnTo>
                  <a:lnTo>
                    <a:pt x="607920" y="0"/>
                  </a:lnTo>
                  <a:lnTo>
                    <a:pt x="637414" y="0"/>
                  </a:lnTo>
                  <a:lnTo>
                    <a:pt x="649651" y="0"/>
                  </a:lnTo>
                  <a:cubicBezTo>
                    <a:pt x="655613" y="0"/>
                    <a:pt x="655613" y="0"/>
                    <a:pt x="655613" y="0"/>
                  </a:cubicBezTo>
                  <a:lnTo>
                    <a:pt x="750685" y="0"/>
                  </a:lnTo>
                  <a:lnTo>
                    <a:pt x="752298" y="0"/>
                  </a:lnTo>
                  <a:lnTo>
                    <a:pt x="792417" y="0"/>
                  </a:lnTo>
                  <a:lnTo>
                    <a:pt x="798379" y="0"/>
                  </a:lnTo>
                  <a:lnTo>
                    <a:pt x="878238" y="0"/>
                  </a:lnTo>
                  <a:lnTo>
                    <a:pt x="910216" y="0"/>
                  </a:lnTo>
                  <a:lnTo>
                    <a:pt x="972879" y="0"/>
                  </a:lnTo>
                  <a:lnTo>
                    <a:pt x="1036156" y="0"/>
                  </a:lnTo>
                  <a:lnTo>
                    <a:pt x="1086151" y="0"/>
                  </a:lnTo>
                  <a:lnTo>
                    <a:pt x="1127882" y="0"/>
                  </a:lnTo>
                  <a:lnTo>
                    <a:pt x="1130797" y="0"/>
                  </a:lnTo>
                  <a:lnTo>
                    <a:pt x="1133844" y="0"/>
                  </a:lnTo>
                  <a:lnTo>
                    <a:pt x="1198768" y="0"/>
                  </a:lnTo>
                  <a:lnTo>
                    <a:pt x="1244068" y="0"/>
                  </a:lnTo>
                  <a:lnTo>
                    <a:pt x="1285800" y="0"/>
                  </a:lnTo>
                  <a:lnTo>
                    <a:pt x="1291762" y="0"/>
                  </a:lnTo>
                  <a:lnTo>
                    <a:pt x="1324708" y="0"/>
                  </a:lnTo>
                  <a:cubicBezTo>
                    <a:pt x="1434253" y="0"/>
                    <a:pt x="1496851" y="0"/>
                    <a:pt x="1532621" y="0"/>
                  </a:cubicBezTo>
                  <a:lnTo>
                    <a:pt x="1558496" y="0"/>
                  </a:lnTo>
                  <a:lnTo>
                    <a:pt x="1574352" y="0"/>
                  </a:lnTo>
                  <a:lnTo>
                    <a:pt x="1580314" y="0"/>
                  </a:lnTo>
                  <a:lnTo>
                    <a:pt x="1684436" y="0"/>
                  </a:lnTo>
                  <a:cubicBezTo>
                    <a:pt x="1940042" y="0"/>
                    <a:pt x="1940042" y="0"/>
                    <a:pt x="1940042" y="0"/>
                  </a:cubicBezTo>
                  <a:lnTo>
                    <a:pt x="1944461" y="1312"/>
                  </a:lnTo>
                  <a:lnTo>
                    <a:pt x="1948853" y="0"/>
                  </a:lnTo>
                  <a:cubicBezTo>
                    <a:pt x="2330399" y="0"/>
                    <a:pt x="2330399" y="0"/>
                    <a:pt x="2330399" y="0"/>
                  </a:cubicBezTo>
                  <a:lnTo>
                    <a:pt x="2334818" y="1312"/>
                  </a:lnTo>
                  <a:lnTo>
                    <a:pt x="2339210" y="0"/>
                  </a:lnTo>
                  <a:cubicBezTo>
                    <a:pt x="2386903" y="0"/>
                    <a:pt x="2428635" y="0"/>
                    <a:pt x="2465150" y="0"/>
                  </a:cubicBezTo>
                  <a:lnTo>
                    <a:pt x="2538488" y="0"/>
                  </a:lnTo>
                  <a:lnTo>
                    <a:pt x="2559791" y="0"/>
                  </a:lnTo>
                  <a:lnTo>
                    <a:pt x="2664428" y="0"/>
                  </a:lnTo>
                  <a:lnTo>
                    <a:pt x="2673062" y="0"/>
                  </a:lnTo>
                  <a:lnTo>
                    <a:pt x="2714794" y="0"/>
                  </a:lnTo>
                  <a:lnTo>
                    <a:pt x="2720756" y="0"/>
                  </a:lnTo>
                  <a:lnTo>
                    <a:pt x="2737766" y="0"/>
                  </a:lnTo>
                  <a:lnTo>
                    <a:pt x="2759069" y="0"/>
                  </a:lnTo>
                  <a:lnTo>
                    <a:pt x="2863706" y="0"/>
                  </a:lnTo>
                  <a:lnTo>
                    <a:pt x="2872340" y="0"/>
                  </a:lnTo>
                  <a:lnTo>
                    <a:pt x="2914072" y="0"/>
                  </a:lnTo>
                  <a:lnTo>
                    <a:pt x="2920034" y="0"/>
                  </a:lnTo>
                  <a:lnTo>
                    <a:pt x="2958347" y="0"/>
                  </a:lnTo>
                  <a:cubicBezTo>
                    <a:pt x="3119312" y="0"/>
                    <a:pt x="3119312" y="0"/>
                    <a:pt x="3119312" y="0"/>
                  </a:cubicBezTo>
                  <a:cubicBezTo>
                    <a:pt x="3146565" y="0"/>
                    <a:pt x="3179269" y="19088"/>
                    <a:pt x="3192896" y="42265"/>
                  </a:cubicBezTo>
                  <a:cubicBezTo>
                    <a:pt x="3383669" y="372888"/>
                    <a:pt x="3383669" y="372888"/>
                    <a:pt x="3383669" y="372888"/>
                  </a:cubicBezTo>
                  <a:cubicBezTo>
                    <a:pt x="3397295" y="396066"/>
                    <a:pt x="3397295" y="434241"/>
                    <a:pt x="3383669" y="457418"/>
                  </a:cubicBezTo>
                  <a:cubicBezTo>
                    <a:pt x="3192896" y="788041"/>
                    <a:pt x="3192896" y="788041"/>
                    <a:pt x="3192896" y="788041"/>
                  </a:cubicBezTo>
                  <a:cubicBezTo>
                    <a:pt x="3179269" y="811219"/>
                    <a:pt x="3146565" y="830306"/>
                    <a:pt x="3119312" y="830306"/>
                  </a:cubicBezTo>
                  <a:close/>
                </a:path>
              </a:pathLst>
            </a:custGeom>
            <a:solidFill>
              <a:schemeClr val="bg1">
                <a:alpha val="0"/>
              </a:schemeClr>
            </a:solidFill>
            <a:ln w="38100">
              <a:gradFill flip="none" rotWithShape="1">
                <a:gsLst>
                  <a:gs pos="100000">
                    <a:schemeClr val="bg1"/>
                  </a:gs>
                  <a:gs pos="0">
                    <a:srgbClr val="B6B6B6"/>
                  </a:gs>
                </a:gsLst>
                <a:lin ang="2700000" scaled="1"/>
                <a:tileRect/>
              </a:gradFill>
            </a:ln>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grpSp>
      <p:grpSp>
        <p:nvGrpSpPr>
          <p:cNvPr id="80" name="组合 80"/>
          <p:cNvGrpSpPr/>
          <p:nvPr/>
        </p:nvGrpSpPr>
        <p:grpSpPr>
          <a:xfrm>
            <a:off x="1558207" y="2025619"/>
            <a:ext cx="1603916" cy="1429949"/>
            <a:chOff x="2077338" y="1557586"/>
            <a:chExt cx="2138277" cy="1907040"/>
          </a:xfrm>
        </p:grpSpPr>
        <p:sp>
          <p:nvSpPr>
            <p:cNvPr id="81" name="任意多边形 81"/>
            <p:cNvSpPr>
              <a:spLocks/>
            </p:cNvSpPr>
            <p:nvPr/>
          </p:nvSpPr>
          <p:spPr bwMode="auto">
            <a:xfrm rot="10800000">
              <a:off x="2082168" y="1557586"/>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gradFill>
              <a:gsLst>
                <a:gs pos="100000">
                  <a:schemeClr val="bg1">
                    <a:lumMod val="95000"/>
                  </a:schemeClr>
                </a:gs>
                <a:gs pos="0">
                  <a:schemeClr val="bg1">
                    <a:lumMod val="85000"/>
                  </a:schemeClr>
                </a:gs>
              </a:gsLst>
              <a:lin ang="2700000" scaled="1"/>
            </a:gradFill>
            <a:ln w="19050">
              <a:noFill/>
            </a:ln>
            <a:effectLst>
              <a:outerShdw blurRad="152400" dist="88900" dir="2700000" algn="tl" rotWithShape="0">
                <a:prstClr val="black">
                  <a:alpha val="40000"/>
                </a:prstClr>
              </a:outerShdw>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sp>
          <p:nvSpPr>
            <p:cNvPr id="82" name="Freeform 5"/>
            <p:cNvSpPr>
              <a:spLocks/>
            </p:cNvSpPr>
            <p:nvPr/>
          </p:nvSpPr>
          <p:spPr bwMode="auto">
            <a:xfrm rot="10800000">
              <a:off x="2077338" y="1569492"/>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65000"/>
                    </a:schemeClr>
                  </a:gs>
                </a:gsLst>
                <a:lin ang="2700000" scaled="1"/>
                <a:tileRect/>
              </a:gradFill>
            </a:ln>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83" name="Freeform 5"/>
            <p:cNvSpPr>
              <a:spLocks/>
            </p:cNvSpPr>
            <p:nvPr/>
          </p:nvSpPr>
          <p:spPr bwMode="auto">
            <a:xfrm rot="10800000">
              <a:off x="2395981" y="1852194"/>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rgbClr val="F7F7F7"/>
                  </a:gs>
                  <a:gs pos="100000">
                    <a:schemeClr val="bg1">
                      <a:lumMod val="75000"/>
                    </a:schemeClr>
                  </a:gs>
                </a:gsLst>
                <a:lin ang="2700000" scaled="1"/>
                <a:tileRect/>
              </a:gradFill>
            </a:ln>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nvGrpSpPr>
          <p:cNvPr id="84" name="组合 84"/>
          <p:cNvGrpSpPr/>
          <p:nvPr/>
        </p:nvGrpSpPr>
        <p:grpSpPr>
          <a:xfrm>
            <a:off x="791088" y="4251094"/>
            <a:ext cx="2361076" cy="811064"/>
            <a:chOff x="1054646" y="4525573"/>
            <a:chExt cx="3147691" cy="1081668"/>
          </a:xfrm>
        </p:grpSpPr>
        <p:sp>
          <p:nvSpPr>
            <p:cNvPr id="85" name="任意多边形 85"/>
            <p:cNvSpPr>
              <a:spLocks/>
            </p:cNvSpPr>
            <p:nvPr/>
          </p:nvSpPr>
          <p:spPr bwMode="auto">
            <a:xfrm rot="10800000">
              <a:off x="1054646" y="4525573"/>
              <a:ext cx="3147690" cy="1074074"/>
            </a:xfrm>
            <a:custGeom>
              <a:avLst/>
              <a:gdLst>
                <a:gd name="connsiteX0" fmla="*/ 3494407 w 4138458"/>
                <a:gd name="connsiteY0" fmla="*/ 1121227 h 1412149"/>
                <a:gd name="connsiteX1" fmla="*/ 3567991 w 4138458"/>
                <a:gd name="connsiteY1" fmla="*/ 1078962 h 1412149"/>
                <a:gd name="connsiteX2" fmla="*/ 3758764 w 4138458"/>
                <a:gd name="connsiteY2" fmla="*/ 748339 h 1412149"/>
                <a:gd name="connsiteX3" fmla="*/ 3758764 w 4138458"/>
                <a:gd name="connsiteY3" fmla="*/ 663809 h 1412149"/>
                <a:gd name="connsiteX4" fmla="*/ 3567991 w 4138458"/>
                <a:gd name="connsiteY4" fmla="*/ 333186 h 1412149"/>
                <a:gd name="connsiteX5" fmla="*/ 3494407 w 4138458"/>
                <a:gd name="connsiteY5" fmla="*/ 290921 h 1412149"/>
                <a:gd name="connsiteX6" fmla="*/ 3333442 w 4138458"/>
                <a:gd name="connsiteY6" fmla="*/ 290921 h 1412149"/>
                <a:gd name="connsiteX7" fmla="*/ 3295129 w 4138458"/>
                <a:gd name="connsiteY7" fmla="*/ 290921 h 1412149"/>
                <a:gd name="connsiteX8" fmla="*/ 3289167 w 4138458"/>
                <a:gd name="connsiteY8" fmla="*/ 290921 h 1412149"/>
                <a:gd name="connsiteX9" fmla="*/ 3247435 w 4138458"/>
                <a:gd name="connsiteY9" fmla="*/ 290921 h 1412149"/>
                <a:gd name="connsiteX10" fmla="*/ 3238801 w 4138458"/>
                <a:gd name="connsiteY10" fmla="*/ 290921 h 1412149"/>
                <a:gd name="connsiteX11" fmla="*/ 3134164 w 4138458"/>
                <a:gd name="connsiteY11" fmla="*/ 290921 h 1412149"/>
                <a:gd name="connsiteX12" fmla="*/ 3112861 w 4138458"/>
                <a:gd name="connsiteY12" fmla="*/ 290921 h 1412149"/>
                <a:gd name="connsiteX13" fmla="*/ 3095851 w 4138458"/>
                <a:gd name="connsiteY13" fmla="*/ 290921 h 1412149"/>
                <a:gd name="connsiteX14" fmla="*/ 3089889 w 4138458"/>
                <a:gd name="connsiteY14" fmla="*/ 290921 h 1412149"/>
                <a:gd name="connsiteX15" fmla="*/ 3048157 w 4138458"/>
                <a:gd name="connsiteY15" fmla="*/ 290921 h 1412149"/>
                <a:gd name="connsiteX16" fmla="*/ 3039523 w 4138458"/>
                <a:gd name="connsiteY16" fmla="*/ 290921 h 1412149"/>
                <a:gd name="connsiteX17" fmla="*/ 2934886 w 4138458"/>
                <a:gd name="connsiteY17" fmla="*/ 290921 h 1412149"/>
                <a:gd name="connsiteX18" fmla="*/ 2913583 w 4138458"/>
                <a:gd name="connsiteY18" fmla="*/ 290921 h 1412149"/>
                <a:gd name="connsiteX19" fmla="*/ 2840245 w 4138458"/>
                <a:gd name="connsiteY19" fmla="*/ 290921 h 1412149"/>
                <a:gd name="connsiteX20" fmla="*/ 2714305 w 4138458"/>
                <a:gd name="connsiteY20" fmla="*/ 290921 h 1412149"/>
                <a:gd name="connsiteX21" fmla="*/ 2709913 w 4138458"/>
                <a:gd name="connsiteY21" fmla="*/ 292233 h 1412149"/>
                <a:gd name="connsiteX22" fmla="*/ 2705494 w 4138458"/>
                <a:gd name="connsiteY22" fmla="*/ 290921 h 1412149"/>
                <a:gd name="connsiteX23" fmla="*/ 2323948 w 4138458"/>
                <a:gd name="connsiteY23" fmla="*/ 290921 h 1412149"/>
                <a:gd name="connsiteX24" fmla="*/ 2319556 w 4138458"/>
                <a:gd name="connsiteY24" fmla="*/ 292233 h 1412149"/>
                <a:gd name="connsiteX25" fmla="*/ 2315137 w 4138458"/>
                <a:gd name="connsiteY25" fmla="*/ 290921 h 1412149"/>
                <a:gd name="connsiteX26" fmla="*/ 2059531 w 4138458"/>
                <a:gd name="connsiteY26" fmla="*/ 290921 h 1412149"/>
                <a:gd name="connsiteX27" fmla="*/ 1955409 w 4138458"/>
                <a:gd name="connsiteY27" fmla="*/ 290921 h 1412149"/>
                <a:gd name="connsiteX28" fmla="*/ 1949447 w 4138458"/>
                <a:gd name="connsiteY28" fmla="*/ 290921 h 1412149"/>
                <a:gd name="connsiteX29" fmla="*/ 1933591 w 4138458"/>
                <a:gd name="connsiteY29" fmla="*/ 290921 h 1412149"/>
                <a:gd name="connsiteX30" fmla="*/ 1907716 w 4138458"/>
                <a:gd name="connsiteY30" fmla="*/ 290921 h 1412149"/>
                <a:gd name="connsiteX31" fmla="*/ 1699803 w 4138458"/>
                <a:gd name="connsiteY31" fmla="*/ 290921 h 1412149"/>
                <a:gd name="connsiteX32" fmla="*/ 1666857 w 4138458"/>
                <a:gd name="connsiteY32" fmla="*/ 290921 h 1412149"/>
                <a:gd name="connsiteX33" fmla="*/ 1660895 w 4138458"/>
                <a:gd name="connsiteY33" fmla="*/ 290921 h 1412149"/>
                <a:gd name="connsiteX34" fmla="*/ 1619163 w 4138458"/>
                <a:gd name="connsiteY34" fmla="*/ 290921 h 1412149"/>
                <a:gd name="connsiteX35" fmla="*/ 1573863 w 4138458"/>
                <a:gd name="connsiteY35" fmla="*/ 290921 h 1412149"/>
                <a:gd name="connsiteX36" fmla="*/ 1508939 w 4138458"/>
                <a:gd name="connsiteY36" fmla="*/ 290921 h 1412149"/>
                <a:gd name="connsiteX37" fmla="*/ 1505892 w 4138458"/>
                <a:gd name="connsiteY37" fmla="*/ 290921 h 1412149"/>
                <a:gd name="connsiteX38" fmla="*/ 1502977 w 4138458"/>
                <a:gd name="connsiteY38" fmla="*/ 290921 h 1412149"/>
                <a:gd name="connsiteX39" fmla="*/ 1461246 w 4138458"/>
                <a:gd name="connsiteY39" fmla="*/ 290921 h 1412149"/>
                <a:gd name="connsiteX40" fmla="*/ 1411251 w 4138458"/>
                <a:gd name="connsiteY40" fmla="*/ 290921 h 1412149"/>
                <a:gd name="connsiteX41" fmla="*/ 1347974 w 4138458"/>
                <a:gd name="connsiteY41" fmla="*/ 290921 h 1412149"/>
                <a:gd name="connsiteX42" fmla="*/ 1285311 w 4138458"/>
                <a:gd name="connsiteY42" fmla="*/ 290921 h 1412149"/>
                <a:gd name="connsiteX43" fmla="*/ 1253333 w 4138458"/>
                <a:gd name="connsiteY43" fmla="*/ 290921 h 1412149"/>
                <a:gd name="connsiteX44" fmla="*/ 1173474 w 4138458"/>
                <a:gd name="connsiteY44" fmla="*/ 290921 h 1412149"/>
                <a:gd name="connsiteX45" fmla="*/ 1167512 w 4138458"/>
                <a:gd name="connsiteY45" fmla="*/ 290921 h 1412149"/>
                <a:gd name="connsiteX46" fmla="*/ 1127393 w 4138458"/>
                <a:gd name="connsiteY46" fmla="*/ 290921 h 1412149"/>
                <a:gd name="connsiteX47" fmla="*/ 1125780 w 4138458"/>
                <a:gd name="connsiteY47" fmla="*/ 290921 h 1412149"/>
                <a:gd name="connsiteX48" fmla="*/ 1030708 w 4138458"/>
                <a:gd name="connsiteY48" fmla="*/ 290921 h 1412149"/>
                <a:gd name="connsiteX49" fmla="*/ 1024746 w 4138458"/>
                <a:gd name="connsiteY49" fmla="*/ 290921 h 1412149"/>
                <a:gd name="connsiteX50" fmla="*/ 1012509 w 4138458"/>
                <a:gd name="connsiteY50" fmla="*/ 290921 h 1412149"/>
                <a:gd name="connsiteX51" fmla="*/ 983015 w 4138458"/>
                <a:gd name="connsiteY51" fmla="*/ 290921 h 1412149"/>
                <a:gd name="connsiteX52" fmla="*/ 917868 w 4138458"/>
                <a:gd name="connsiteY52" fmla="*/ 290921 h 1412149"/>
                <a:gd name="connsiteX53" fmla="*/ 869743 w 4138458"/>
                <a:gd name="connsiteY53" fmla="*/ 290921 h 1412149"/>
                <a:gd name="connsiteX54" fmla="*/ 791928 w 4138458"/>
                <a:gd name="connsiteY54" fmla="*/ 290921 h 1412149"/>
                <a:gd name="connsiteX55" fmla="*/ 775102 w 4138458"/>
                <a:gd name="connsiteY55" fmla="*/ 290921 h 1412149"/>
                <a:gd name="connsiteX56" fmla="*/ 649162 w 4138458"/>
                <a:gd name="connsiteY56" fmla="*/ 290921 h 1412149"/>
                <a:gd name="connsiteX57" fmla="*/ 575578 w 4138458"/>
                <a:gd name="connsiteY57" fmla="*/ 333186 h 1412149"/>
                <a:gd name="connsiteX58" fmla="*/ 384805 w 4138458"/>
                <a:gd name="connsiteY58" fmla="*/ 663809 h 1412149"/>
                <a:gd name="connsiteX59" fmla="*/ 384805 w 4138458"/>
                <a:gd name="connsiteY59" fmla="*/ 748339 h 1412149"/>
                <a:gd name="connsiteX60" fmla="*/ 575578 w 4138458"/>
                <a:gd name="connsiteY60" fmla="*/ 1078962 h 1412149"/>
                <a:gd name="connsiteX61" fmla="*/ 649162 w 4138458"/>
                <a:gd name="connsiteY61" fmla="*/ 1121227 h 1412149"/>
                <a:gd name="connsiteX62" fmla="*/ 791928 w 4138458"/>
                <a:gd name="connsiteY62" fmla="*/ 1121227 h 1412149"/>
                <a:gd name="connsiteX63" fmla="*/ 1030708 w 4138458"/>
                <a:gd name="connsiteY63" fmla="*/ 1121227 h 1412149"/>
                <a:gd name="connsiteX64" fmla="*/ 1127393 w 4138458"/>
                <a:gd name="connsiteY64" fmla="*/ 1121227 h 1412149"/>
                <a:gd name="connsiteX65" fmla="*/ 1173474 w 4138458"/>
                <a:gd name="connsiteY65" fmla="*/ 1121227 h 1412149"/>
                <a:gd name="connsiteX66" fmla="*/ 1285311 w 4138458"/>
                <a:gd name="connsiteY66" fmla="*/ 1121227 h 1412149"/>
                <a:gd name="connsiteX67" fmla="*/ 1508939 w 4138458"/>
                <a:gd name="connsiteY67" fmla="*/ 1121227 h 1412149"/>
                <a:gd name="connsiteX68" fmla="*/ 1573863 w 4138458"/>
                <a:gd name="connsiteY68" fmla="*/ 1121227 h 1412149"/>
                <a:gd name="connsiteX69" fmla="*/ 1666857 w 4138458"/>
                <a:gd name="connsiteY69" fmla="*/ 1121227 h 1412149"/>
                <a:gd name="connsiteX70" fmla="*/ 1933591 w 4138458"/>
                <a:gd name="connsiteY70" fmla="*/ 1121227 h 1412149"/>
                <a:gd name="connsiteX71" fmla="*/ 1955409 w 4138458"/>
                <a:gd name="connsiteY71" fmla="*/ 1121227 h 1412149"/>
                <a:gd name="connsiteX72" fmla="*/ 2315137 w 4138458"/>
                <a:gd name="connsiteY72" fmla="*/ 1121227 h 1412149"/>
                <a:gd name="connsiteX73" fmla="*/ 2319556 w 4138458"/>
                <a:gd name="connsiteY73" fmla="*/ 1119915 h 1412149"/>
                <a:gd name="connsiteX74" fmla="*/ 2323948 w 4138458"/>
                <a:gd name="connsiteY74" fmla="*/ 1121227 h 1412149"/>
                <a:gd name="connsiteX75" fmla="*/ 2705494 w 4138458"/>
                <a:gd name="connsiteY75" fmla="*/ 1121227 h 1412149"/>
                <a:gd name="connsiteX76" fmla="*/ 2709913 w 4138458"/>
                <a:gd name="connsiteY76" fmla="*/ 1119915 h 1412149"/>
                <a:gd name="connsiteX77" fmla="*/ 2714305 w 4138458"/>
                <a:gd name="connsiteY77" fmla="*/ 1121227 h 1412149"/>
                <a:gd name="connsiteX78" fmla="*/ 2913583 w 4138458"/>
                <a:gd name="connsiteY78" fmla="*/ 1121227 h 1412149"/>
                <a:gd name="connsiteX79" fmla="*/ 3095851 w 4138458"/>
                <a:gd name="connsiteY79" fmla="*/ 1121227 h 1412149"/>
                <a:gd name="connsiteX80" fmla="*/ 3112861 w 4138458"/>
                <a:gd name="connsiteY80" fmla="*/ 1121227 h 1412149"/>
                <a:gd name="connsiteX81" fmla="*/ 3295129 w 4138458"/>
                <a:gd name="connsiteY81" fmla="*/ 1121227 h 1412149"/>
                <a:gd name="connsiteX82" fmla="*/ 3671470 w 4138458"/>
                <a:gd name="connsiteY82" fmla="*/ 1412149 h 1412149"/>
                <a:gd name="connsiteX83" fmla="*/ 3163470 w 4138458"/>
                <a:gd name="connsiteY83" fmla="*/ 1412149 h 1412149"/>
                <a:gd name="connsiteX84" fmla="*/ 3022552 w 4138458"/>
                <a:gd name="connsiteY84" fmla="*/ 1412149 h 1412149"/>
                <a:gd name="connsiteX85" fmla="*/ 2554799 w 4138458"/>
                <a:gd name="connsiteY85" fmla="*/ 1412149 h 1412149"/>
                <a:gd name="connsiteX86" fmla="*/ 2514552 w 4138458"/>
                <a:gd name="connsiteY86" fmla="*/ 1412149 h 1412149"/>
                <a:gd name="connsiteX87" fmla="*/ 2266137 w 4138458"/>
                <a:gd name="connsiteY87" fmla="*/ 1412149 h 1412149"/>
                <a:gd name="connsiteX88" fmla="*/ 1905881 w 4138458"/>
                <a:gd name="connsiteY88" fmla="*/ 1412149 h 1412149"/>
                <a:gd name="connsiteX89" fmla="*/ 1809866 w 4138458"/>
                <a:gd name="connsiteY89" fmla="*/ 1412149 h 1412149"/>
                <a:gd name="connsiteX90" fmla="*/ 1617219 w 4138458"/>
                <a:gd name="connsiteY90" fmla="*/ 1412149 h 1412149"/>
                <a:gd name="connsiteX91" fmla="*/ 1489857 w 4138458"/>
                <a:gd name="connsiteY91" fmla="*/ 1412149 h 1412149"/>
                <a:gd name="connsiteX92" fmla="*/ 1301866 w 4138458"/>
                <a:gd name="connsiteY92" fmla="*/ 1412149 h 1412149"/>
                <a:gd name="connsiteX93" fmla="*/ 1160948 w 4138458"/>
                <a:gd name="connsiteY93" fmla="*/ 1412149 h 1412149"/>
                <a:gd name="connsiteX94" fmla="*/ 1115038 w 4138458"/>
                <a:gd name="connsiteY94" fmla="*/ 1412149 h 1412149"/>
                <a:gd name="connsiteX95" fmla="*/ 840939 w 4138458"/>
                <a:gd name="connsiteY95" fmla="*/ 1412149 h 1412149"/>
                <a:gd name="connsiteX96" fmla="*/ 652948 w 4138458"/>
                <a:gd name="connsiteY96" fmla="*/ 1412149 h 1412149"/>
                <a:gd name="connsiteX97" fmla="*/ 466120 w 4138458"/>
                <a:gd name="connsiteY97" fmla="*/ 1412149 h 1412149"/>
                <a:gd name="connsiteX98" fmla="*/ 340972 w 4138458"/>
                <a:gd name="connsiteY98" fmla="*/ 1340266 h 1412149"/>
                <a:gd name="connsiteX99" fmla="*/ 16513 w 4138458"/>
                <a:gd name="connsiteY99" fmla="*/ 777957 h 1412149"/>
                <a:gd name="connsiteX100" fmla="*/ 16513 w 4138458"/>
                <a:gd name="connsiteY100" fmla="*/ 634192 h 1412149"/>
                <a:gd name="connsiteX101" fmla="*/ 340972 w 4138458"/>
                <a:gd name="connsiteY101" fmla="*/ 71883 h 1412149"/>
                <a:gd name="connsiteX102" fmla="*/ 466120 w 4138458"/>
                <a:gd name="connsiteY102" fmla="*/ 0 h 1412149"/>
                <a:gd name="connsiteX103" fmla="*/ 652948 w 4138458"/>
                <a:gd name="connsiteY103" fmla="*/ 0 h 1412149"/>
                <a:gd name="connsiteX104" fmla="*/ 680314 w 4138458"/>
                <a:gd name="connsiteY104" fmla="*/ 0 h 1412149"/>
                <a:gd name="connsiteX105" fmla="*/ 840939 w 4138458"/>
                <a:gd name="connsiteY105" fmla="*/ 0 h 1412149"/>
                <a:gd name="connsiteX106" fmla="*/ 841276 w 4138458"/>
                <a:gd name="connsiteY106" fmla="*/ 0 h 1412149"/>
                <a:gd name="connsiteX107" fmla="*/ 867142 w 4138458"/>
                <a:gd name="connsiteY107" fmla="*/ 0 h 1412149"/>
                <a:gd name="connsiteX108" fmla="*/ 956611 w 4138458"/>
                <a:gd name="connsiteY108" fmla="*/ 0 h 1412149"/>
                <a:gd name="connsiteX109" fmla="*/ 1028104 w 4138458"/>
                <a:gd name="connsiteY109" fmla="*/ 0 h 1412149"/>
                <a:gd name="connsiteX110" fmla="*/ 1033923 w 4138458"/>
                <a:gd name="connsiteY110" fmla="*/ 0 h 1412149"/>
                <a:gd name="connsiteX111" fmla="*/ 1055133 w 4138458"/>
                <a:gd name="connsiteY111" fmla="*/ 0 h 1412149"/>
                <a:gd name="connsiteX112" fmla="*/ 1080817 w 4138458"/>
                <a:gd name="connsiteY112" fmla="*/ 0 h 1412149"/>
                <a:gd name="connsiteX113" fmla="*/ 1115038 w 4138458"/>
                <a:gd name="connsiteY113" fmla="*/ 0 h 1412149"/>
                <a:gd name="connsiteX114" fmla="*/ 1143439 w 4138458"/>
                <a:gd name="connsiteY114" fmla="*/ 0 h 1412149"/>
                <a:gd name="connsiteX115" fmla="*/ 1160948 w 4138458"/>
                <a:gd name="connsiteY115" fmla="*/ 0 h 1412149"/>
                <a:gd name="connsiteX116" fmla="*/ 1216095 w 4138458"/>
                <a:gd name="connsiteY116" fmla="*/ 0 h 1412149"/>
                <a:gd name="connsiteX117" fmla="*/ 1220751 w 4138458"/>
                <a:gd name="connsiteY117" fmla="*/ 0 h 1412149"/>
                <a:gd name="connsiteX118" fmla="*/ 1267645 w 4138458"/>
                <a:gd name="connsiteY118" fmla="*/ 0 h 1412149"/>
                <a:gd name="connsiteX119" fmla="*/ 1291726 w 4138458"/>
                <a:gd name="connsiteY119" fmla="*/ 0 h 1412149"/>
                <a:gd name="connsiteX120" fmla="*/ 1301866 w 4138458"/>
                <a:gd name="connsiteY120" fmla="*/ 0 h 1412149"/>
                <a:gd name="connsiteX121" fmla="*/ 1331430 w 4138458"/>
                <a:gd name="connsiteY121" fmla="*/ 0 h 1412149"/>
                <a:gd name="connsiteX122" fmla="*/ 1375142 w 4138458"/>
                <a:gd name="connsiteY122" fmla="*/ 0 h 1412149"/>
                <a:gd name="connsiteX123" fmla="*/ 1408742 w 4138458"/>
                <a:gd name="connsiteY123" fmla="*/ 0 h 1412149"/>
                <a:gd name="connsiteX124" fmla="*/ 1455636 w 4138458"/>
                <a:gd name="connsiteY124" fmla="*/ 0 h 1412149"/>
                <a:gd name="connsiteX125" fmla="*/ 1479717 w 4138458"/>
                <a:gd name="connsiteY125" fmla="*/ 0 h 1412149"/>
                <a:gd name="connsiteX126" fmla="*/ 1489857 w 4138458"/>
                <a:gd name="connsiteY126" fmla="*/ 0 h 1412149"/>
                <a:gd name="connsiteX127" fmla="*/ 1536104 w 4138458"/>
                <a:gd name="connsiteY127" fmla="*/ 0 h 1412149"/>
                <a:gd name="connsiteX128" fmla="*/ 1617219 w 4138458"/>
                <a:gd name="connsiteY128" fmla="*/ 0 h 1412149"/>
                <a:gd name="connsiteX129" fmla="*/ 1651439 w 4138458"/>
                <a:gd name="connsiteY129" fmla="*/ 0 h 1412149"/>
                <a:gd name="connsiteX130" fmla="*/ 1728751 w 4138458"/>
                <a:gd name="connsiteY130" fmla="*/ 0 h 1412149"/>
                <a:gd name="connsiteX131" fmla="*/ 1775645 w 4138458"/>
                <a:gd name="connsiteY131" fmla="*/ 0 h 1412149"/>
                <a:gd name="connsiteX132" fmla="*/ 1799726 w 4138458"/>
                <a:gd name="connsiteY132" fmla="*/ 0 h 1412149"/>
                <a:gd name="connsiteX133" fmla="*/ 1809866 w 4138458"/>
                <a:gd name="connsiteY133" fmla="*/ 0 h 1412149"/>
                <a:gd name="connsiteX134" fmla="*/ 1831413 w 4138458"/>
                <a:gd name="connsiteY134" fmla="*/ 0 h 1412149"/>
                <a:gd name="connsiteX135" fmla="*/ 1905881 w 4138458"/>
                <a:gd name="connsiteY135" fmla="*/ 0 h 1412149"/>
                <a:gd name="connsiteX136" fmla="*/ 1992375 w 4138458"/>
                <a:gd name="connsiteY136" fmla="*/ 0 h 1412149"/>
                <a:gd name="connsiteX137" fmla="*/ 2107709 w 4138458"/>
                <a:gd name="connsiteY137" fmla="*/ 0 h 1412149"/>
                <a:gd name="connsiteX138" fmla="*/ 2120075 w 4138458"/>
                <a:gd name="connsiteY138" fmla="*/ 0 h 1412149"/>
                <a:gd name="connsiteX139" fmla="*/ 2185022 w 4138458"/>
                <a:gd name="connsiteY139" fmla="*/ 0 h 1412149"/>
                <a:gd name="connsiteX140" fmla="*/ 2231916 w 4138458"/>
                <a:gd name="connsiteY140" fmla="*/ 0 h 1412149"/>
                <a:gd name="connsiteX141" fmla="*/ 2255997 w 4138458"/>
                <a:gd name="connsiteY141" fmla="*/ 0 h 1412149"/>
                <a:gd name="connsiteX142" fmla="*/ 2266137 w 4138458"/>
                <a:gd name="connsiteY142" fmla="*/ 0 h 1412149"/>
                <a:gd name="connsiteX143" fmla="*/ 2281036 w 4138458"/>
                <a:gd name="connsiteY143" fmla="*/ 0 h 1412149"/>
                <a:gd name="connsiteX144" fmla="*/ 2473684 w 4138458"/>
                <a:gd name="connsiteY144" fmla="*/ 0 h 1412149"/>
                <a:gd name="connsiteX145" fmla="*/ 2514552 w 4138458"/>
                <a:gd name="connsiteY145" fmla="*/ 0 h 1412149"/>
                <a:gd name="connsiteX146" fmla="*/ 2520578 w 4138458"/>
                <a:gd name="connsiteY146" fmla="*/ 0 h 1412149"/>
                <a:gd name="connsiteX147" fmla="*/ 2544659 w 4138458"/>
                <a:gd name="connsiteY147" fmla="*/ 0 h 1412149"/>
                <a:gd name="connsiteX148" fmla="*/ 2554799 w 4138458"/>
                <a:gd name="connsiteY148" fmla="*/ 0 h 1412149"/>
                <a:gd name="connsiteX149" fmla="*/ 2680485 w 4138458"/>
                <a:gd name="connsiteY149" fmla="*/ 0 h 1412149"/>
                <a:gd name="connsiteX150" fmla="*/ 3005042 w 4138458"/>
                <a:gd name="connsiteY150" fmla="*/ 0 h 1412149"/>
                <a:gd name="connsiteX151" fmla="*/ 3022552 w 4138458"/>
                <a:gd name="connsiteY151" fmla="*/ 0 h 1412149"/>
                <a:gd name="connsiteX152" fmla="*/ 3082355 w 4138458"/>
                <a:gd name="connsiteY152" fmla="*/ 0 h 1412149"/>
                <a:gd name="connsiteX153" fmla="*/ 3129249 w 4138458"/>
                <a:gd name="connsiteY153" fmla="*/ 0 h 1412149"/>
                <a:gd name="connsiteX154" fmla="*/ 3153330 w 4138458"/>
                <a:gd name="connsiteY154" fmla="*/ 0 h 1412149"/>
                <a:gd name="connsiteX155" fmla="*/ 3163470 w 4138458"/>
                <a:gd name="connsiteY155" fmla="*/ 0 h 1412149"/>
                <a:gd name="connsiteX156" fmla="*/ 3236746 w 4138458"/>
                <a:gd name="connsiteY156" fmla="*/ 0 h 1412149"/>
                <a:gd name="connsiteX157" fmla="*/ 3671470 w 4138458"/>
                <a:gd name="connsiteY157" fmla="*/ 0 h 1412149"/>
                <a:gd name="connsiteX158" fmla="*/ 3796617 w 4138458"/>
                <a:gd name="connsiteY158" fmla="*/ 71883 h 1412149"/>
                <a:gd name="connsiteX159" fmla="*/ 4121076 w 4138458"/>
                <a:gd name="connsiteY159" fmla="*/ 634192 h 1412149"/>
                <a:gd name="connsiteX160" fmla="*/ 4121076 w 4138458"/>
                <a:gd name="connsiteY160" fmla="*/ 777957 h 1412149"/>
                <a:gd name="connsiteX161" fmla="*/ 3796617 w 4138458"/>
                <a:gd name="connsiteY161" fmla="*/ 1340266 h 1412149"/>
                <a:gd name="connsiteX162" fmla="*/ 3671470 w 4138458"/>
                <a:gd name="connsiteY162" fmla="*/ 1412149 h 1412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4138458" h="1412149">
                  <a:moveTo>
                    <a:pt x="3494407" y="1121227"/>
                  </a:moveTo>
                  <a:cubicBezTo>
                    <a:pt x="3521660" y="1121227"/>
                    <a:pt x="3554364" y="1102140"/>
                    <a:pt x="3567991" y="1078962"/>
                  </a:cubicBezTo>
                  <a:cubicBezTo>
                    <a:pt x="3567991" y="1078962"/>
                    <a:pt x="3567991" y="1078962"/>
                    <a:pt x="3758764" y="748339"/>
                  </a:cubicBezTo>
                  <a:cubicBezTo>
                    <a:pt x="3772390" y="725162"/>
                    <a:pt x="3772390" y="686987"/>
                    <a:pt x="3758764" y="663809"/>
                  </a:cubicBezTo>
                  <a:cubicBezTo>
                    <a:pt x="3758764" y="663809"/>
                    <a:pt x="3758764" y="663809"/>
                    <a:pt x="3567991" y="333186"/>
                  </a:cubicBezTo>
                  <a:cubicBezTo>
                    <a:pt x="3554364" y="310009"/>
                    <a:pt x="3521660" y="290921"/>
                    <a:pt x="3494407" y="290921"/>
                  </a:cubicBezTo>
                  <a:cubicBezTo>
                    <a:pt x="3494407" y="290921"/>
                    <a:pt x="3494407" y="290921"/>
                    <a:pt x="3333442" y="290921"/>
                  </a:cubicBezTo>
                  <a:lnTo>
                    <a:pt x="3295129" y="290921"/>
                  </a:lnTo>
                  <a:lnTo>
                    <a:pt x="3289167" y="290921"/>
                  </a:lnTo>
                  <a:lnTo>
                    <a:pt x="3247435" y="290921"/>
                  </a:lnTo>
                  <a:lnTo>
                    <a:pt x="3238801" y="290921"/>
                  </a:lnTo>
                  <a:lnTo>
                    <a:pt x="3134164" y="290921"/>
                  </a:lnTo>
                  <a:lnTo>
                    <a:pt x="3112861" y="290921"/>
                  </a:lnTo>
                  <a:lnTo>
                    <a:pt x="3095851" y="290921"/>
                  </a:lnTo>
                  <a:lnTo>
                    <a:pt x="3089889" y="290921"/>
                  </a:lnTo>
                  <a:lnTo>
                    <a:pt x="3048157" y="290921"/>
                  </a:lnTo>
                  <a:lnTo>
                    <a:pt x="3039523" y="290921"/>
                  </a:lnTo>
                  <a:lnTo>
                    <a:pt x="2934886" y="290921"/>
                  </a:lnTo>
                  <a:lnTo>
                    <a:pt x="2913583" y="290921"/>
                  </a:lnTo>
                  <a:lnTo>
                    <a:pt x="2840245" y="290921"/>
                  </a:lnTo>
                  <a:cubicBezTo>
                    <a:pt x="2803730" y="290921"/>
                    <a:pt x="2761998" y="290921"/>
                    <a:pt x="2714305" y="290921"/>
                  </a:cubicBezTo>
                  <a:lnTo>
                    <a:pt x="2709913" y="292233"/>
                  </a:lnTo>
                  <a:lnTo>
                    <a:pt x="2705494" y="290921"/>
                  </a:lnTo>
                  <a:cubicBezTo>
                    <a:pt x="2705494" y="290921"/>
                    <a:pt x="2705494" y="290921"/>
                    <a:pt x="2323948" y="290921"/>
                  </a:cubicBezTo>
                  <a:lnTo>
                    <a:pt x="2319556" y="292233"/>
                  </a:lnTo>
                  <a:lnTo>
                    <a:pt x="2315137" y="290921"/>
                  </a:lnTo>
                  <a:cubicBezTo>
                    <a:pt x="2315137" y="290921"/>
                    <a:pt x="2315137" y="290921"/>
                    <a:pt x="2059531" y="290921"/>
                  </a:cubicBezTo>
                  <a:lnTo>
                    <a:pt x="1955409" y="290921"/>
                  </a:lnTo>
                  <a:lnTo>
                    <a:pt x="1949447" y="290921"/>
                  </a:lnTo>
                  <a:lnTo>
                    <a:pt x="1933591" y="290921"/>
                  </a:lnTo>
                  <a:lnTo>
                    <a:pt x="1907716" y="290921"/>
                  </a:lnTo>
                  <a:cubicBezTo>
                    <a:pt x="1871946" y="290921"/>
                    <a:pt x="1809348" y="290921"/>
                    <a:pt x="1699803" y="290921"/>
                  </a:cubicBezTo>
                  <a:lnTo>
                    <a:pt x="1666857" y="290921"/>
                  </a:lnTo>
                  <a:lnTo>
                    <a:pt x="1660895" y="290921"/>
                  </a:lnTo>
                  <a:lnTo>
                    <a:pt x="1619163" y="290921"/>
                  </a:lnTo>
                  <a:lnTo>
                    <a:pt x="1573863" y="290921"/>
                  </a:lnTo>
                  <a:lnTo>
                    <a:pt x="1508939" y="290921"/>
                  </a:lnTo>
                  <a:lnTo>
                    <a:pt x="1505892" y="290921"/>
                  </a:lnTo>
                  <a:lnTo>
                    <a:pt x="1502977" y="290921"/>
                  </a:lnTo>
                  <a:lnTo>
                    <a:pt x="1461246" y="290921"/>
                  </a:lnTo>
                  <a:lnTo>
                    <a:pt x="1411251" y="290921"/>
                  </a:lnTo>
                  <a:lnTo>
                    <a:pt x="1347974" y="290921"/>
                  </a:lnTo>
                  <a:lnTo>
                    <a:pt x="1285311" y="290921"/>
                  </a:lnTo>
                  <a:lnTo>
                    <a:pt x="1253333" y="290921"/>
                  </a:lnTo>
                  <a:lnTo>
                    <a:pt x="1173474" y="290921"/>
                  </a:lnTo>
                  <a:lnTo>
                    <a:pt x="1167512" y="290921"/>
                  </a:lnTo>
                  <a:lnTo>
                    <a:pt x="1127393" y="290921"/>
                  </a:lnTo>
                  <a:lnTo>
                    <a:pt x="1125780" y="290921"/>
                  </a:lnTo>
                  <a:lnTo>
                    <a:pt x="1030708" y="290921"/>
                  </a:lnTo>
                  <a:cubicBezTo>
                    <a:pt x="1030708" y="290921"/>
                    <a:pt x="1030708" y="290921"/>
                    <a:pt x="1024746" y="290921"/>
                  </a:cubicBezTo>
                  <a:lnTo>
                    <a:pt x="1012509" y="290921"/>
                  </a:lnTo>
                  <a:lnTo>
                    <a:pt x="983015" y="290921"/>
                  </a:lnTo>
                  <a:lnTo>
                    <a:pt x="917868" y="290921"/>
                  </a:lnTo>
                  <a:lnTo>
                    <a:pt x="869743" y="290921"/>
                  </a:lnTo>
                  <a:lnTo>
                    <a:pt x="791928" y="290921"/>
                  </a:lnTo>
                  <a:lnTo>
                    <a:pt x="775102" y="290921"/>
                  </a:lnTo>
                  <a:cubicBezTo>
                    <a:pt x="738587" y="290921"/>
                    <a:pt x="696855" y="290921"/>
                    <a:pt x="649162" y="290921"/>
                  </a:cubicBezTo>
                  <a:cubicBezTo>
                    <a:pt x="622590" y="290921"/>
                    <a:pt x="589204" y="310009"/>
                    <a:pt x="575578" y="333186"/>
                  </a:cubicBezTo>
                  <a:cubicBezTo>
                    <a:pt x="575578" y="333186"/>
                    <a:pt x="575578" y="333186"/>
                    <a:pt x="384805" y="663809"/>
                  </a:cubicBezTo>
                  <a:cubicBezTo>
                    <a:pt x="371859" y="686987"/>
                    <a:pt x="371859" y="725162"/>
                    <a:pt x="384805" y="748339"/>
                  </a:cubicBezTo>
                  <a:cubicBezTo>
                    <a:pt x="384805" y="748339"/>
                    <a:pt x="384805" y="748339"/>
                    <a:pt x="575578" y="1078962"/>
                  </a:cubicBezTo>
                  <a:cubicBezTo>
                    <a:pt x="589204" y="1102140"/>
                    <a:pt x="622590" y="1121227"/>
                    <a:pt x="649162" y="1121227"/>
                  </a:cubicBezTo>
                  <a:lnTo>
                    <a:pt x="791928" y="1121227"/>
                  </a:lnTo>
                  <a:lnTo>
                    <a:pt x="1030708" y="1121227"/>
                  </a:lnTo>
                  <a:lnTo>
                    <a:pt x="1127393" y="1121227"/>
                  </a:lnTo>
                  <a:lnTo>
                    <a:pt x="1173474" y="1121227"/>
                  </a:lnTo>
                  <a:lnTo>
                    <a:pt x="1285311" y="1121227"/>
                  </a:lnTo>
                  <a:lnTo>
                    <a:pt x="1508939" y="1121227"/>
                  </a:lnTo>
                  <a:lnTo>
                    <a:pt x="1573863" y="1121227"/>
                  </a:lnTo>
                  <a:lnTo>
                    <a:pt x="1666857" y="1121227"/>
                  </a:lnTo>
                  <a:lnTo>
                    <a:pt x="1933591" y="1121227"/>
                  </a:lnTo>
                  <a:lnTo>
                    <a:pt x="1955409" y="1121227"/>
                  </a:lnTo>
                  <a:lnTo>
                    <a:pt x="2315137" y="1121227"/>
                  </a:lnTo>
                  <a:lnTo>
                    <a:pt x="2319556" y="1119915"/>
                  </a:lnTo>
                  <a:lnTo>
                    <a:pt x="2323948" y="1121227"/>
                  </a:lnTo>
                  <a:lnTo>
                    <a:pt x="2705494" y="1121227"/>
                  </a:lnTo>
                  <a:lnTo>
                    <a:pt x="2709913" y="1119915"/>
                  </a:lnTo>
                  <a:lnTo>
                    <a:pt x="2714305" y="1121227"/>
                  </a:lnTo>
                  <a:lnTo>
                    <a:pt x="2913583" y="1121227"/>
                  </a:lnTo>
                  <a:lnTo>
                    <a:pt x="3095851" y="1121227"/>
                  </a:lnTo>
                  <a:lnTo>
                    <a:pt x="3112861" y="1121227"/>
                  </a:lnTo>
                  <a:lnTo>
                    <a:pt x="3295129" y="1121227"/>
                  </a:lnTo>
                  <a:close/>
                  <a:moveTo>
                    <a:pt x="3671470" y="1412149"/>
                  </a:moveTo>
                  <a:lnTo>
                    <a:pt x="3163470" y="1412149"/>
                  </a:lnTo>
                  <a:lnTo>
                    <a:pt x="3022552" y="1412149"/>
                  </a:lnTo>
                  <a:lnTo>
                    <a:pt x="2554799" y="1412149"/>
                  </a:lnTo>
                  <a:lnTo>
                    <a:pt x="2514552" y="1412149"/>
                  </a:lnTo>
                  <a:lnTo>
                    <a:pt x="2266137" y="1412149"/>
                  </a:lnTo>
                  <a:lnTo>
                    <a:pt x="1905881" y="1412149"/>
                  </a:lnTo>
                  <a:lnTo>
                    <a:pt x="1809866" y="1412149"/>
                  </a:lnTo>
                  <a:lnTo>
                    <a:pt x="1617219" y="1412149"/>
                  </a:lnTo>
                  <a:lnTo>
                    <a:pt x="1489857" y="1412149"/>
                  </a:lnTo>
                  <a:lnTo>
                    <a:pt x="1301866" y="1412149"/>
                  </a:lnTo>
                  <a:lnTo>
                    <a:pt x="1160948" y="1412149"/>
                  </a:lnTo>
                  <a:lnTo>
                    <a:pt x="1115038" y="1412149"/>
                  </a:lnTo>
                  <a:lnTo>
                    <a:pt x="840939" y="1412149"/>
                  </a:lnTo>
                  <a:lnTo>
                    <a:pt x="652948" y="1412149"/>
                  </a:lnTo>
                  <a:lnTo>
                    <a:pt x="466120" y="1412149"/>
                  </a:lnTo>
                  <a:cubicBezTo>
                    <a:pt x="420928" y="1412149"/>
                    <a:pt x="364147" y="1379686"/>
                    <a:pt x="340972" y="1340266"/>
                  </a:cubicBezTo>
                  <a:cubicBezTo>
                    <a:pt x="16513" y="777957"/>
                    <a:pt x="16513" y="777957"/>
                    <a:pt x="16513" y="777957"/>
                  </a:cubicBezTo>
                  <a:cubicBezTo>
                    <a:pt x="-5504" y="738538"/>
                    <a:pt x="-5504" y="673611"/>
                    <a:pt x="16513" y="634192"/>
                  </a:cubicBezTo>
                  <a:cubicBezTo>
                    <a:pt x="340972" y="71883"/>
                    <a:pt x="340972" y="71883"/>
                    <a:pt x="340972" y="71883"/>
                  </a:cubicBezTo>
                  <a:cubicBezTo>
                    <a:pt x="364147" y="32463"/>
                    <a:pt x="420928" y="0"/>
                    <a:pt x="466120" y="0"/>
                  </a:cubicBezTo>
                  <a:lnTo>
                    <a:pt x="652948" y="0"/>
                  </a:lnTo>
                  <a:lnTo>
                    <a:pt x="680314" y="0"/>
                  </a:lnTo>
                  <a:lnTo>
                    <a:pt x="840939" y="0"/>
                  </a:lnTo>
                  <a:lnTo>
                    <a:pt x="841276" y="0"/>
                  </a:lnTo>
                  <a:lnTo>
                    <a:pt x="867142" y="0"/>
                  </a:lnTo>
                  <a:lnTo>
                    <a:pt x="956611" y="0"/>
                  </a:lnTo>
                  <a:lnTo>
                    <a:pt x="1028104" y="0"/>
                  </a:lnTo>
                  <a:lnTo>
                    <a:pt x="1033923" y="0"/>
                  </a:lnTo>
                  <a:lnTo>
                    <a:pt x="1055133" y="0"/>
                  </a:lnTo>
                  <a:lnTo>
                    <a:pt x="1080817" y="0"/>
                  </a:lnTo>
                  <a:cubicBezTo>
                    <a:pt x="1115038" y="0"/>
                    <a:pt x="1115038" y="0"/>
                    <a:pt x="1115038" y="0"/>
                  </a:cubicBezTo>
                  <a:lnTo>
                    <a:pt x="1143439" y="0"/>
                  </a:lnTo>
                  <a:lnTo>
                    <a:pt x="1160948" y="0"/>
                  </a:lnTo>
                  <a:lnTo>
                    <a:pt x="1216095" y="0"/>
                  </a:lnTo>
                  <a:lnTo>
                    <a:pt x="1220751" y="0"/>
                  </a:lnTo>
                  <a:lnTo>
                    <a:pt x="1267645" y="0"/>
                  </a:lnTo>
                  <a:lnTo>
                    <a:pt x="1291726" y="0"/>
                  </a:lnTo>
                  <a:lnTo>
                    <a:pt x="1301866" y="0"/>
                  </a:lnTo>
                  <a:lnTo>
                    <a:pt x="1331430" y="0"/>
                  </a:lnTo>
                  <a:lnTo>
                    <a:pt x="1375142" y="0"/>
                  </a:lnTo>
                  <a:lnTo>
                    <a:pt x="1408742" y="0"/>
                  </a:lnTo>
                  <a:lnTo>
                    <a:pt x="1455636" y="0"/>
                  </a:lnTo>
                  <a:lnTo>
                    <a:pt x="1479717" y="0"/>
                  </a:lnTo>
                  <a:lnTo>
                    <a:pt x="1489857" y="0"/>
                  </a:lnTo>
                  <a:lnTo>
                    <a:pt x="1536104" y="0"/>
                  </a:lnTo>
                  <a:lnTo>
                    <a:pt x="1617219" y="0"/>
                  </a:lnTo>
                  <a:lnTo>
                    <a:pt x="1651439" y="0"/>
                  </a:lnTo>
                  <a:lnTo>
                    <a:pt x="1728751" y="0"/>
                  </a:lnTo>
                  <a:lnTo>
                    <a:pt x="1775645" y="0"/>
                  </a:lnTo>
                  <a:lnTo>
                    <a:pt x="1799726" y="0"/>
                  </a:lnTo>
                  <a:lnTo>
                    <a:pt x="1809866" y="0"/>
                  </a:lnTo>
                  <a:lnTo>
                    <a:pt x="1831413" y="0"/>
                  </a:lnTo>
                  <a:lnTo>
                    <a:pt x="1905881" y="0"/>
                  </a:lnTo>
                  <a:lnTo>
                    <a:pt x="1992375" y="0"/>
                  </a:lnTo>
                  <a:lnTo>
                    <a:pt x="2107709" y="0"/>
                  </a:lnTo>
                  <a:lnTo>
                    <a:pt x="2120075" y="0"/>
                  </a:lnTo>
                  <a:lnTo>
                    <a:pt x="2185022" y="0"/>
                  </a:lnTo>
                  <a:lnTo>
                    <a:pt x="2231916" y="0"/>
                  </a:lnTo>
                  <a:lnTo>
                    <a:pt x="2255997" y="0"/>
                  </a:lnTo>
                  <a:lnTo>
                    <a:pt x="2266137" y="0"/>
                  </a:lnTo>
                  <a:lnTo>
                    <a:pt x="2281036" y="0"/>
                  </a:lnTo>
                  <a:cubicBezTo>
                    <a:pt x="2372290" y="0"/>
                    <a:pt x="2433126" y="0"/>
                    <a:pt x="2473684" y="0"/>
                  </a:cubicBezTo>
                  <a:lnTo>
                    <a:pt x="2514552" y="0"/>
                  </a:lnTo>
                  <a:lnTo>
                    <a:pt x="2520578" y="0"/>
                  </a:lnTo>
                  <a:lnTo>
                    <a:pt x="2544659" y="0"/>
                  </a:lnTo>
                  <a:lnTo>
                    <a:pt x="2554799" y="0"/>
                  </a:lnTo>
                  <a:lnTo>
                    <a:pt x="2680485" y="0"/>
                  </a:lnTo>
                  <a:cubicBezTo>
                    <a:pt x="2830376" y="0"/>
                    <a:pt x="2933750" y="0"/>
                    <a:pt x="3005042" y="0"/>
                  </a:cubicBezTo>
                  <a:lnTo>
                    <a:pt x="3022552" y="0"/>
                  </a:lnTo>
                  <a:lnTo>
                    <a:pt x="3082355" y="0"/>
                  </a:lnTo>
                  <a:lnTo>
                    <a:pt x="3129249" y="0"/>
                  </a:lnTo>
                  <a:lnTo>
                    <a:pt x="3153330" y="0"/>
                  </a:lnTo>
                  <a:lnTo>
                    <a:pt x="3163470" y="0"/>
                  </a:lnTo>
                  <a:lnTo>
                    <a:pt x="3236746" y="0"/>
                  </a:lnTo>
                  <a:cubicBezTo>
                    <a:pt x="3671470" y="0"/>
                    <a:pt x="3671470" y="0"/>
                    <a:pt x="3671470" y="0"/>
                  </a:cubicBezTo>
                  <a:cubicBezTo>
                    <a:pt x="3717821" y="0"/>
                    <a:pt x="3773442" y="32463"/>
                    <a:pt x="3796617" y="71883"/>
                  </a:cubicBezTo>
                  <a:cubicBezTo>
                    <a:pt x="4121076" y="634192"/>
                    <a:pt x="4121076" y="634192"/>
                    <a:pt x="4121076" y="634192"/>
                  </a:cubicBezTo>
                  <a:cubicBezTo>
                    <a:pt x="4144252" y="673611"/>
                    <a:pt x="4144252" y="738538"/>
                    <a:pt x="4121076" y="777957"/>
                  </a:cubicBezTo>
                  <a:cubicBezTo>
                    <a:pt x="3796617" y="1340266"/>
                    <a:pt x="3796617" y="1340266"/>
                    <a:pt x="3796617" y="1340266"/>
                  </a:cubicBezTo>
                  <a:cubicBezTo>
                    <a:pt x="3773442" y="1379686"/>
                    <a:pt x="3717821" y="1412149"/>
                    <a:pt x="3671470" y="1412149"/>
                  </a:cubicBezTo>
                  <a:close/>
                </a:path>
              </a:pathLst>
            </a:custGeom>
            <a:solidFill>
              <a:srgbClr val="E87071"/>
            </a:solidFill>
            <a:ln w="19050">
              <a:noFill/>
            </a:ln>
            <a:effectLst>
              <a:innerShdw blurRad="101600" dist="63500" dir="2700000">
                <a:prstClr val="black">
                  <a:alpha val="50000"/>
                </a:prstClr>
              </a:innerShdw>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sp>
          <p:nvSpPr>
            <p:cNvPr id="86" name="任意多边形 86"/>
            <p:cNvSpPr>
              <a:spLocks/>
            </p:cNvSpPr>
            <p:nvPr/>
          </p:nvSpPr>
          <p:spPr bwMode="auto">
            <a:xfrm rot="10800000">
              <a:off x="1054646" y="4533167"/>
              <a:ext cx="3147691" cy="1074074"/>
            </a:xfrm>
            <a:custGeom>
              <a:avLst/>
              <a:gdLst>
                <a:gd name="connsiteX0" fmla="*/ 3671470 w 4138458"/>
                <a:gd name="connsiteY0" fmla="*/ 1412149 h 1412149"/>
                <a:gd name="connsiteX1" fmla="*/ 3163470 w 4138458"/>
                <a:gd name="connsiteY1" fmla="*/ 1412149 h 1412149"/>
                <a:gd name="connsiteX2" fmla="*/ 3022552 w 4138458"/>
                <a:gd name="connsiteY2" fmla="*/ 1412149 h 1412149"/>
                <a:gd name="connsiteX3" fmla="*/ 2554799 w 4138458"/>
                <a:gd name="connsiteY3" fmla="*/ 1412149 h 1412149"/>
                <a:gd name="connsiteX4" fmla="*/ 2514552 w 4138458"/>
                <a:gd name="connsiteY4" fmla="*/ 1412149 h 1412149"/>
                <a:gd name="connsiteX5" fmla="*/ 2266137 w 4138458"/>
                <a:gd name="connsiteY5" fmla="*/ 1412149 h 1412149"/>
                <a:gd name="connsiteX6" fmla="*/ 1905881 w 4138458"/>
                <a:gd name="connsiteY6" fmla="*/ 1412149 h 1412149"/>
                <a:gd name="connsiteX7" fmla="*/ 1809866 w 4138458"/>
                <a:gd name="connsiteY7" fmla="*/ 1412149 h 1412149"/>
                <a:gd name="connsiteX8" fmla="*/ 1617219 w 4138458"/>
                <a:gd name="connsiteY8" fmla="*/ 1412149 h 1412149"/>
                <a:gd name="connsiteX9" fmla="*/ 1489857 w 4138458"/>
                <a:gd name="connsiteY9" fmla="*/ 1412149 h 1412149"/>
                <a:gd name="connsiteX10" fmla="*/ 1301866 w 4138458"/>
                <a:gd name="connsiteY10" fmla="*/ 1412149 h 1412149"/>
                <a:gd name="connsiteX11" fmla="*/ 1160948 w 4138458"/>
                <a:gd name="connsiteY11" fmla="*/ 1412149 h 1412149"/>
                <a:gd name="connsiteX12" fmla="*/ 1115038 w 4138458"/>
                <a:gd name="connsiteY12" fmla="*/ 1412149 h 1412149"/>
                <a:gd name="connsiteX13" fmla="*/ 840939 w 4138458"/>
                <a:gd name="connsiteY13" fmla="*/ 1412149 h 1412149"/>
                <a:gd name="connsiteX14" fmla="*/ 652948 w 4138458"/>
                <a:gd name="connsiteY14" fmla="*/ 1412149 h 1412149"/>
                <a:gd name="connsiteX15" fmla="*/ 466120 w 4138458"/>
                <a:gd name="connsiteY15" fmla="*/ 1412149 h 1412149"/>
                <a:gd name="connsiteX16" fmla="*/ 340972 w 4138458"/>
                <a:gd name="connsiteY16" fmla="*/ 1340266 h 1412149"/>
                <a:gd name="connsiteX17" fmla="*/ 16513 w 4138458"/>
                <a:gd name="connsiteY17" fmla="*/ 777957 h 1412149"/>
                <a:gd name="connsiteX18" fmla="*/ 16513 w 4138458"/>
                <a:gd name="connsiteY18" fmla="*/ 634192 h 1412149"/>
                <a:gd name="connsiteX19" fmla="*/ 340972 w 4138458"/>
                <a:gd name="connsiteY19" fmla="*/ 71883 h 1412149"/>
                <a:gd name="connsiteX20" fmla="*/ 466120 w 4138458"/>
                <a:gd name="connsiteY20" fmla="*/ 0 h 1412149"/>
                <a:gd name="connsiteX21" fmla="*/ 652948 w 4138458"/>
                <a:gd name="connsiteY21" fmla="*/ 0 h 1412149"/>
                <a:gd name="connsiteX22" fmla="*/ 680314 w 4138458"/>
                <a:gd name="connsiteY22" fmla="*/ 0 h 1412149"/>
                <a:gd name="connsiteX23" fmla="*/ 840939 w 4138458"/>
                <a:gd name="connsiteY23" fmla="*/ 0 h 1412149"/>
                <a:gd name="connsiteX24" fmla="*/ 841276 w 4138458"/>
                <a:gd name="connsiteY24" fmla="*/ 0 h 1412149"/>
                <a:gd name="connsiteX25" fmla="*/ 867142 w 4138458"/>
                <a:gd name="connsiteY25" fmla="*/ 0 h 1412149"/>
                <a:gd name="connsiteX26" fmla="*/ 956611 w 4138458"/>
                <a:gd name="connsiteY26" fmla="*/ 0 h 1412149"/>
                <a:gd name="connsiteX27" fmla="*/ 1028104 w 4138458"/>
                <a:gd name="connsiteY27" fmla="*/ 0 h 1412149"/>
                <a:gd name="connsiteX28" fmla="*/ 1033923 w 4138458"/>
                <a:gd name="connsiteY28" fmla="*/ 0 h 1412149"/>
                <a:gd name="connsiteX29" fmla="*/ 1055133 w 4138458"/>
                <a:gd name="connsiteY29" fmla="*/ 0 h 1412149"/>
                <a:gd name="connsiteX30" fmla="*/ 1080817 w 4138458"/>
                <a:gd name="connsiteY30" fmla="*/ 0 h 1412149"/>
                <a:gd name="connsiteX31" fmla="*/ 1115038 w 4138458"/>
                <a:gd name="connsiteY31" fmla="*/ 0 h 1412149"/>
                <a:gd name="connsiteX32" fmla="*/ 1143439 w 4138458"/>
                <a:gd name="connsiteY32" fmla="*/ 0 h 1412149"/>
                <a:gd name="connsiteX33" fmla="*/ 1160948 w 4138458"/>
                <a:gd name="connsiteY33" fmla="*/ 0 h 1412149"/>
                <a:gd name="connsiteX34" fmla="*/ 1216095 w 4138458"/>
                <a:gd name="connsiteY34" fmla="*/ 0 h 1412149"/>
                <a:gd name="connsiteX35" fmla="*/ 1220751 w 4138458"/>
                <a:gd name="connsiteY35" fmla="*/ 0 h 1412149"/>
                <a:gd name="connsiteX36" fmla="*/ 1267645 w 4138458"/>
                <a:gd name="connsiteY36" fmla="*/ 0 h 1412149"/>
                <a:gd name="connsiteX37" fmla="*/ 1291726 w 4138458"/>
                <a:gd name="connsiteY37" fmla="*/ 0 h 1412149"/>
                <a:gd name="connsiteX38" fmla="*/ 1301866 w 4138458"/>
                <a:gd name="connsiteY38" fmla="*/ 0 h 1412149"/>
                <a:gd name="connsiteX39" fmla="*/ 1331430 w 4138458"/>
                <a:gd name="connsiteY39" fmla="*/ 0 h 1412149"/>
                <a:gd name="connsiteX40" fmla="*/ 1375142 w 4138458"/>
                <a:gd name="connsiteY40" fmla="*/ 0 h 1412149"/>
                <a:gd name="connsiteX41" fmla="*/ 1408742 w 4138458"/>
                <a:gd name="connsiteY41" fmla="*/ 0 h 1412149"/>
                <a:gd name="connsiteX42" fmla="*/ 1455636 w 4138458"/>
                <a:gd name="connsiteY42" fmla="*/ 0 h 1412149"/>
                <a:gd name="connsiteX43" fmla="*/ 1479717 w 4138458"/>
                <a:gd name="connsiteY43" fmla="*/ 0 h 1412149"/>
                <a:gd name="connsiteX44" fmla="*/ 1489857 w 4138458"/>
                <a:gd name="connsiteY44" fmla="*/ 0 h 1412149"/>
                <a:gd name="connsiteX45" fmla="*/ 1536104 w 4138458"/>
                <a:gd name="connsiteY45" fmla="*/ 0 h 1412149"/>
                <a:gd name="connsiteX46" fmla="*/ 1617219 w 4138458"/>
                <a:gd name="connsiteY46" fmla="*/ 0 h 1412149"/>
                <a:gd name="connsiteX47" fmla="*/ 1651439 w 4138458"/>
                <a:gd name="connsiteY47" fmla="*/ 0 h 1412149"/>
                <a:gd name="connsiteX48" fmla="*/ 1728751 w 4138458"/>
                <a:gd name="connsiteY48" fmla="*/ 0 h 1412149"/>
                <a:gd name="connsiteX49" fmla="*/ 1775645 w 4138458"/>
                <a:gd name="connsiteY49" fmla="*/ 0 h 1412149"/>
                <a:gd name="connsiteX50" fmla="*/ 1799726 w 4138458"/>
                <a:gd name="connsiteY50" fmla="*/ 0 h 1412149"/>
                <a:gd name="connsiteX51" fmla="*/ 1809866 w 4138458"/>
                <a:gd name="connsiteY51" fmla="*/ 0 h 1412149"/>
                <a:gd name="connsiteX52" fmla="*/ 1831413 w 4138458"/>
                <a:gd name="connsiteY52" fmla="*/ 0 h 1412149"/>
                <a:gd name="connsiteX53" fmla="*/ 1905881 w 4138458"/>
                <a:gd name="connsiteY53" fmla="*/ 0 h 1412149"/>
                <a:gd name="connsiteX54" fmla="*/ 1992375 w 4138458"/>
                <a:gd name="connsiteY54" fmla="*/ 0 h 1412149"/>
                <a:gd name="connsiteX55" fmla="*/ 2107709 w 4138458"/>
                <a:gd name="connsiteY55" fmla="*/ 0 h 1412149"/>
                <a:gd name="connsiteX56" fmla="*/ 2120075 w 4138458"/>
                <a:gd name="connsiteY56" fmla="*/ 0 h 1412149"/>
                <a:gd name="connsiteX57" fmla="*/ 2185022 w 4138458"/>
                <a:gd name="connsiteY57" fmla="*/ 0 h 1412149"/>
                <a:gd name="connsiteX58" fmla="*/ 2231916 w 4138458"/>
                <a:gd name="connsiteY58" fmla="*/ 0 h 1412149"/>
                <a:gd name="connsiteX59" fmla="*/ 2255997 w 4138458"/>
                <a:gd name="connsiteY59" fmla="*/ 0 h 1412149"/>
                <a:gd name="connsiteX60" fmla="*/ 2266137 w 4138458"/>
                <a:gd name="connsiteY60" fmla="*/ 0 h 1412149"/>
                <a:gd name="connsiteX61" fmla="*/ 2281036 w 4138458"/>
                <a:gd name="connsiteY61" fmla="*/ 0 h 1412149"/>
                <a:gd name="connsiteX62" fmla="*/ 2473684 w 4138458"/>
                <a:gd name="connsiteY62" fmla="*/ 0 h 1412149"/>
                <a:gd name="connsiteX63" fmla="*/ 2514552 w 4138458"/>
                <a:gd name="connsiteY63" fmla="*/ 0 h 1412149"/>
                <a:gd name="connsiteX64" fmla="*/ 2520578 w 4138458"/>
                <a:gd name="connsiteY64" fmla="*/ 0 h 1412149"/>
                <a:gd name="connsiteX65" fmla="*/ 2544659 w 4138458"/>
                <a:gd name="connsiteY65" fmla="*/ 0 h 1412149"/>
                <a:gd name="connsiteX66" fmla="*/ 2554799 w 4138458"/>
                <a:gd name="connsiteY66" fmla="*/ 0 h 1412149"/>
                <a:gd name="connsiteX67" fmla="*/ 2680485 w 4138458"/>
                <a:gd name="connsiteY67" fmla="*/ 0 h 1412149"/>
                <a:gd name="connsiteX68" fmla="*/ 3005042 w 4138458"/>
                <a:gd name="connsiteY68" fmla="*/ 0 h 1412149"/>
                <a:gd name="connsiteX69" fmla="*/ 3022552 w 4138458"/>
                <a:gd name="connsiteY69" fmla="*/ 0 h 1412149"/>
                <a:gd name="connsiteX70" fmla="*/ 3082355 w 4138458"/>
                <a:gd name="connsiteY70" fmla="*/ 0 h 1412149"/>
                <a:gd name="connsiteX71" fmla="*/ 3129249 w 4138458"/>
                <a:gd name="connsiteY71" fmla="*/ 0 h 1412149"/>
                <a:gd name="connsiteX72" fmla="*/ 3153330 w 4138458"/>
                <a:gd name="connsiteY72" fmla="*/ 0 h 1412149"/>
                <a:gd name="connsiteX73" fmla="*/ 3163470 w 4138458"/>
                <a:gd name="connsiteY73" fmla="*/ 0 h 1412149"/>
                <a:gd name="connsiteX74" fmla="*/ 3236746 w 4138458"/>
                <a:gd name="connsiteY74" fmla="*/ 0 h 1412149"/>
                <a:gd name="connsiteX75" fmla="*/ 3671470 w 4138458"/>
                <a:gd name="connsiteY75" fmla="*/ 0 h 1412149"/>
                <a:gd name="connsiteX76" fmla="*/ 3796617 w 4138458"/>
                <a:gd name="connsiteY76" fmla="*/ 71883 h 1412149"/>
                <a:gd name="connsiteX77" fmla="*/ 4121076 w 4138458"/>
                <a:gd name="connsiteY77" fmla="*/ 634192 h 1412149"/>
                <a:gd name="connsiteX78" fmla="*/ 4121076 w 4138458"/>
                <a:gd name="connsiteY78" fmla="*/ 777957 h 1412149"/>
                <a:gd name="connsiteX79" fmla="*/ 3796617 w 4138458"/>
                <a:gd name="connsiteY79" fmla="*/ 1340266 h 1412149"/>
                <a:gd name="connsiteX80" fmla="*/ 3671470 w 4138458"/>
                <a:gd name="connsiteY80" fmla="*/ 1412149 h 1412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4138458" h="1412149">
                  <a:moveTo>
                    <a:pt x="3671470" y="1412149"/>
                  </a:moveTo>
                  <a:lnTo>
                    <a:pt x="3163470" y="1412149"/>
                  </a:lnTo>
                  <a:lnTo>
                    <a:pt x="3022552" y="1412149"/>
                  </a:lnTo>
                  <a:lnTo>
                    <a:pt x="2554799" y="1412149"/>
                  </a:lnTo>
                  <a:lnTo>
                    <a:pt x="2514552" y="1412149"/>
                  </a:lnTo>
                  <a:lnTo>
                    <a:pt x="2266137" y="1412149"/>
                  </a:lnTo>
                  <a:lnTo>
                    <a:pt x="1905881" y="1412149"/>
                  </a:lnTo>
                  <a:lnTo>
                    <a:pt x="1809866" y="1412149"/>
                  </a:lnTo>
                  <a:lnTo>
                    <a:pt x="1617219" y="1412149"/>
                  </a:lnTo>
                  <a:lnTo>
                    <a:pt x="1489857" y="1412149"/>
                  </a:lnTo>
                  <a:lnTo>
                    <a:pt x="1301866" y="1412149"/>
                  </a:lnTo>
                  <a:lnTo>
                    <a:pt x="1160948" y="1412149"/>
                  </a:lnTo>
                  <a:lnTo>
                    <a:pt x="1115038" y="1412149"/>
                  </a:lnTo>
                  <a:lnTo>
                    <a:pt x="840939" y="1412149"/>
                  </a:lnTo>
                  <a:lnTo>
                    <a:pt x="652948" y="1412149"/>
                  </a:lnTo>
                  <a:lnTo>
                    <a:pt x="466120" y="1412149"/>
                  </a:lnTo>
                  <a:cubicBezTo>
                    <a:pt x="420928" y="1412149"/>
                    <a:pt x="364147" y="1379686"/>
                    <a:pt x="340972" y="1340266"/>
                  </a:cubicBezTo>
                  <a:cubicBezTo>
                    <a:pt x="16513" y="777957"/>
                    <a:pt x="16513" y="777957"/>
                    <a:pt x="16513" y="777957"/>
                  </a:cubicBezTo>
                  <a:cubicBezTo>
                    <a:pt x="-5504" y="738538"/>
                    <a:pt x="-5504" y="673611"/>
                    <a:pt x="16513" y="634192"/>
                  </a:cubicBezTo>
                  <a:cubicBezTo>
                    <a:pt x="340972" y="71883"/>
                    <a:pt x="340972" y="71883"/>
                    <a:pt x="340972" y="71883"/>
                  </a:cubicBezTo>
                  <a:cubicBezTo>
                    <a:pt x="364147" y="32463"/>
                    <a:pt x="420928" y="0"/>
                    <a:pt x="466120" y="0"/>
                  </a:cubicBezTo>
                  <a:lnTo>
                    <a:pt x="652948" y="0"/>
                  </a:lnTo>
                  <a:lnTo>
                    <a:pt x="680314" y="0"/>
                  </a:lnTo>
                  <a:lnTo>
                    <a:pt x="840939" y="0"/>
                  </a:lnTo>
                  <a:lnTo>
                    <a:pt x="841276" y="0"/>
                  </a:lnTo>
                  <a:lnTo>
                    <a:pt x="867142" y="0"/>
                  </a:lnTo>
                  <a:lnTo>
                    <a:pt x="956611" y="0"/>
                  </a:lnTo>
                  <a:lnTo>
                    <a:pt x="1028104" y="0"/>
                  </a:lnTo>
                  <a:lnTo>
                    <a:pt x="1033923" y="0"/>
                  </a:lnTo>
                  <a:lnTo>
                    <a:pt x="1055133" y="0"/>
                  </a:lnTo>
                  <a:lnTo>
                    <a:pt x="1080817" y="0"/>
                  </a:lnTo>
                  <a:cubicBezTo>
                    <a:pt x="1115038" y="0"/>
                    <a:pt x="1115038" y="0"/>
                    <a:pt x="1115038" y="0"/>
                  </a:cubicBezTo>
                  <a:lnTo>
                    <a:pt x="1143439" y="0"/>
                  </a:lnTo>
                  <a:lnTo>
                    <a:pt x="1160948" y="0"/>
                  </a:lnTo>
                  <a:lnTo>
                    <a:pt x="1216095" y="0"/>
                  </a:lnTo>
                  <a:lnTo>
                    <a:pt x="1220751" y="0"/>
                  </a:lnTo>
                  <a:lnTo>
                    <a:pt x="1267645" y="0"/>
                  </a:lnTo>
                  <a:lnTo>
                    <a:pt x="1291726" y="0"/>
                  </a:lnTo>
                  <a:lnTo>
                    <a:pt x="1301866" y="0"/>
                  </a:lnTo>
                  <a:lnTo>
                    <a:pt x="1331430" y="0"/>
                  </a:lnTo>
                  <a:lnTo>
                    <a:pt x="1375142" y="0"/>
                  </a:lnTo>
                  <a:lnTo>
                    <a:pt x="1408742" y="0"/>
                  </a:lnTo>
                  <a:lnTo>
                    <a:pt x="1455636" y="0"/>
                  </a:lnTo>
                  <a:lnTo>
                    <a:pt x="1479717" y="0"/>
                  </a:lnTo>
                  <a:lnTo>
                    <a:pt x="1489857" y="0"/>
                  </a:lnTo>
                  <a:lnTo>
                    <a:pt x="1536104" y="0"/>
                  </a:lnTo>
                  <a:lnTo>
                    <a:pt x="1617219" y="0"/>
                  </a:lnTo>
                  <a:lnTo>
                    <a:pt x="1651439" y="0"/>
                  </a:lnTo>
                  <a:lnTo>
                    <a:pt x="1728751" y="0"/>
                  </a:lnTo>
                  <a:lnTo>
                    <a:pt x="1775645" y="0"/>
                  </a:lnTo>
                  <a:lnTo>
                    <a:pt x="1799726" y="0"/>
                  </a:lnTo>
                  <a:lnTo>
                    <a:pt x="1809866" y="0"/>
                  </a:lnTo>
                  <a:lnTo>
                    <a:pt x="1831413" y="0"/>
                  </a:lnTo>
                  <a:lnTo>
                    <a:pt x="1905881" y="0"/>
                  </a:lnTo>
                  <a:lnTo>
                    <a:pt x="1992375" y="0"/>
                  </a:lnTo>
                  <a:lnTo>
                    <a:pt x="2107709" y="0"/>
                  </a:lnTo>
                  <a:lnTo>
                    <a:pt x="2120075" y="0"/>
                  </a:lnTo>
                  <a:lnTo>
                    <a:pt x="2185022" y="0"/>
                  </a:lnTo>
                  <a:lnTo>
                    <a:pt x="2231916" y="0"/>
                  </a:lnTo>
                  <a:lnTo>
                    <a:pt x="2255997" y="0"/>
                  </a:lnTo>
                  <a:lnTo>
                    <a:pt x="2266137" y="0"/>
                  </a:lnTo>
                  <a:lnTo>
                    <a:pt x="2281036" y="0"/>
                  </a:lnTo>
                  <a:cubicBezTo>
                    <a:pt x="2372290" y="0"/>
                    <a:pt x="2433126" y="0"/>
                    <a:pt x="2473684" y="0"/>
                  </a:cubicBezTo>
                  <a:lnTo>
                    <a:pt x="2514552" y="0"/>
                  </a:lnTo>
                  <a:lnTo>
                    <a:pt x="2520578" y="0"/>
                  </a:lnTo>
                  <a:lnTo>
                    <a:pt x="2544659" y="0"/>
                  </a:lnTo>
                  <a:lnTo>
                    <a:pt x="2554799" y="0"/>
                  </a:lnTo>
                  <a:lnTo>
                    <a:pt x="2680485" y="0"/>
                  </a:lnTo>
                  <a:cubicBezTo>
                    <a:pt x="2830376" y="0"/>
                    <a:pt x="2933750" y="0"/>
                    <a:pt x="3005042" y="0"/>
                  </a:cubicBezTo>
                  <a:lnTo>
                    <a:pt x="3022552" y="0"/>
                  </a:lnTo>
                  <a:lnTo>
                    <a:pt x="3082355" y="0"/>
                  </a:lnTo>
                  <a:lnTo>
                    <a:pt x="3129249" y="0"/>
                  </a:lnTo>
                  <a:lnTo>
                    <a:pt x="3153330" y="0"/>
                  </a:lnTo>
                  <a:lnTo>
                    <a:pt x="3163470" y="0"/>
                  </a:lnTo>
                  <a:lnTo>
                    <a:pt x="3236746" y="0"/>
                  </a:lnTo>
                  <a:cubicBezTo>
                    <a:pt x="3671470" y="0"/>
                    <a:pt x="3671470" y="0"/>
                    <a:pt x="3671470" y="0"/>
                  </a:cubicBezTo>
                  <a:cubicBezTo>
                    <a:pt x="3717821" y="0"/>
                    <a:pt x="3773442" y="32463"/>
                    <a:pt x="3796617" y="71883"/>
                  </a:cubicBezTo>
                  <a:cubicBezTo>
                    <a:pt x="4121076" y="634192"/>
                    <a:pt x="4121076" y="634192"/>
                    <a:pt x="4121076" y="634192"/>
                  </a:cubicBezTo>
                  <a:cubicBezTo>
                    <a:pt x="4144252" y="673611"/>
                    <a:pt x="4144252" y="738538"/>
                    <a:pt x="4121076" y="777957"/>
                  </a:cubicBezTo>
                  <a:cubicBezTo>
                    <a:pt x="3796617" y="1340266"/>
                    <a:pt x="3796617" y="1340266"/>
                    <a:pt x="3796617" y="1340266"/>
                  </a:cubicBezTo>
                  <a:cubicBezTo>
                    <a:pt x="3773442" y="1379686"/>
                    <a:pt x="3717821" y="1412149"/>
                    <a:pt x="3671470" y="1412149"/>
                  </a:cubicBezTo>
                  <a:close/>
                </a:path>
              </a:pathLst>
            </a:custGeom>
            <a:solidFill>
              <a:srgbClr val="FFB85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sp>
          <p:nvSpPr>
            <p:cNvPr id="87" name="任意多边形 87"/>
            <p:cNvSpPr>
              <a:spLocks/>
            </p:cNvSpPr>
            <p:nvPr/>
          </p:nvSpPr>
          <p:spPr bwMode="auto">
            <a:xfrm rot="10800000">
              <a:off x="1337803" y="4754441"/>
              <a:ext cx="2581375" cy="631527"/>
            </a:xfrm>
            <a:custGeom>
              <a:avLst/>
              <a:gdLst>
                <a:gd name="connsiteX0" fmla="*/ 3119312 w 3393888"/>
                <a:gd name="connsiteY0" fmla="*/ 830306 h 830306"/>
                <a:gd name="connsiteX1" fmla="*/ 2920034 w 3393888"/>
                <a:gd name="connsiteY1" fmla="*/ 830306 h 830306"/>
                <a:gd name="connsiteX2" fmla="*/ 2737766 w 3393888"/>
                <a:gd name="connsiteY2" fmla="*/ 830306 h 830306"/>
                <a:gd name="connsiteX3" fmla="*/ 2720756 w 3393888"/>
                <a:gd name="connsiteY3" fmla="*/ 830306 h 830306"/>
                <a:gd name="connsiteX4" fmla="*/ 2538488 w 3393888"/>
                <a:gd name="connsiteY4" fmla="*/ 830306 h 830306"/>
                <a:gd name="connsiteX5" fmla="*/ 2339210 w 3393888"/>
                <a:gd name="connsiteY5" fmla="*/ 830306 h 830306"/>
                <a:gd name="connsiteX6" fmla="*/ 2334818 w 3393888"/>
                <a:gd name="connsiteY6" fmla="*/ 828994 h 830306"/>
                <a:gd name="connsiteX7" fmla="*/ 2330399 w 3393888"/>
                <a:gd name="connsiteY7" fmla="*/ 830306 h 830306"/>
                <a:gd name="connsiteX8" fmla="*/ 1948853 w 3393888"/>
                <a:gd name="connsiteY8" fmla="*/ 830306 h 830306"/>
                <a:gd name="connsiteX9" fmla="*/ 1944461 w 3393888"/>
                <a:gd name="connsiteY9" fmla="*/ 828994 h 830306"/>
                <a:gd name="connsiteX10" fmla="*/ 1940042 w 3393888"/>
                <a:gd name="connsiteY10" fmla="*/ 830306 h 830306"/>
                <a:gd name="connsiteX11" fmla="*/ 1580314 w 3393888"/>
                <a:gd name="connsiteY11" fmla="*/ 830306 h 830306"/>
                <a:gd name="connsiteX12" fmla="*/ 1558496 w 3393888"/>
                <a:gd name="connsiteY12" fmla="*/ 830306 h 830306"/>
                <a:gd name="connsiteX13" fmla="*/ 1291762 w 3393888"/>
                <a:gd name="connsiteY13" fmla="*/ 830306 h 830306"/>
                <a:gd name="connsiteX14" fmla="*/ 1198768 w 3393888"/>
                <a:gd name="connsiteY14" fmla="*/ 830306 h 830306"/>
                <a:gd name="connsiteX15" fmla="*/ 1133844 w 3393888"/>
                <a:gd name="connsiteY15" fmla="*/ 830306 h 830306"/>
                <a:gd name="connsiteX16" fmla="*/ 910216 w 3393888"/>
                <a:gd name="connsiteY16" fmla="*/ 830306 h 830306"/>
                <a:gd name="connsiteX17" fmla="*/ 798379 w 3393888"/>
                <a:gd name="connsiteY17" fmla="*/ 830306 h 830306"/>
                <a:gd name="connsiteX18" fmla="*/ 752298 w 3393888"/>
                <a:gd name="connsiteY18" fmla="*/ 830306 h 830306"/>
                <a:gd name="connsiteX19" fmla="*/ 655613 w 3393888"/>
                <a:gd name="connsiteY19" fmla="*/ 830306 h 830306"/>
                <a:gd name="connsiteX20" fmla="*/ 416833 w 3393888"/>
                <a:gd name="connsiteY20" fmla="*/ 830306 h 830306"/>
                <a:gd name="connsiteX21" fmla="*/ 274067 w 3393888"/>
                <a:gd name="connsiteY21" fmla="*/ 830306 h 830306"/>
                <a:gd name="connsiteX22" fmla="*/ 200483 w 3393888"/>
                <a:gd name="connsiteY22" fmla="*/ 788041 h 830306"/>
                <a:gd name="connsiteX23" fmla="*/ 9710 w 3393888"/>
                <a:gd name="connsiteY23" fmla="*/ 457418 h 830306"/>
                <a:gd name="connsiteX24" fmla="*/ 9710 w 3393888"/>
                <a:gd name="connsiteY24" fmla="*/ 372888 h 830306"/>
                <a:gd name="connsiteX25" fmla="*/ 200483 w 3393888"/>
                <a:gd name="connsiteY25" fmla="*/ 42265 h 830306"/>
                <a:gd name="connsiteX26" fmla="*/ 274067 w 3393888"/>
                <a:gd name="connsiteY26" fmla="*/ 0 h 830306"/>
                <a:gd name="connsiteX27" fmla="*/ 400007 w 3393888"/>
                <a:gd name="connsiteY27" fmla="*/ 0 h 830306"/>
                <a:gd name="connsiteX28" fmla="*/ 416833 w 3393888"/>
                <a:gd name="connsiteY28" fmla="*/ 0 h 830306"/>
                <a:gd name="connsiteX29" fmla="*/ 494648 w 3393888"/>
                <a:gd name="connsiteY29" fmla="*/ 0 h 830306"/>
                <a:gd name="connsiteX30" fmla="*/ 542773 w 3393888"/>
                <a:gd name="connsiteY30" fmla="*/ 0 h 830306"/>
                <a:gd name="connsiteX31" fmla="*/ 607920 w 3393888"/>
                <a:gd name="connsiteY31" fmla="*/ 0 h 830306"/>
                <a:gd name="connsiteX32" fmla="*/ 637414 w 3393888"/>
                <a:gd name="connsiteY32" fmla="*/ 0 h 830306"/>
                <a:gd name="connsiteX33" fmla="*/ 649651 w 3393888"/>
                <a:gd name="connsiteY33" fmla="*/ 0 h 830306"/>
                <a:gd name="connsiteX34" fmla="*/ 655613 w 3393888"/>
                <a:gd name="connsiteY34" fmla="*/ 0 h 830306"/>
                <a:gd name="connsiteX35" fmla="*/ 750685 w 3393888"/>
                <a:gd name="connsiteY35" fmla="*/ 0 h 830306"/>
                <a:gd name="connsiteX36" fmla="*/ 752298 w 3393888"/>
                <a:gd name="connsiteY36" fmla="*/ 0 h 830306"/>
                <a:gd name="connsiteX37" fmla="*/ 792417 w 3393888"/>
                <a:gd name="connsiteY37" fmla="*/ 0 h 830306"/>
                <a:gd name="connsiteX38" fmla="*/ 798379 w 3393888"/>
                <a:gd name="connsiteY38" fmla="*/ 0 h 830306"/>
                <a:gd name="connsiteX39" fmla="*/ 878238 w 3393888"/>
                <a:gd name="connsiteY39" fmla="*/ 0 h 830306"/>
                <a:gd name="connsiteX40" fmla="*/ 910216 w 3393888"/>
                <a:gd name="connsiteY40" fmla="*/ 0 h 830306"/>
                <a:gd name="connsiteX41" fmla="*/ 972879 w 3393888"/>
                <a:gd name="connsiteY41" fmla="*/ 0 h 830306"/>
                <a:gd name="connsiteX42" fmla="*/ 1036156 w 3393888"/>
                <a:gd name="connsiteY42" fmla="*/ 0 h 830306"/>
                <a:gd name="connsiteX43" fmla="*/ 1086151 w 3393888"/>
                <a:gd name="connsiteY43" fmla="*/ 0 h 830306"/>
                <a:gd name="connsiteX44" fmla="*/ 1127882 w 3393888"/>
                <a:gd name="connsiteY44" fmla="*/ 0 h 830306"/>
                <a:gd name="connsiteX45" fmla="*/ 1130797 w 3393888"/>
                <a:gd name="connsiteY45" fmla="*/ 0 h 830306"/>
                <a:gd name="connsiteX46" fmla="*/ 1133844 w 3393888"/>
                <a:gd name="connsiteY46" fmla="*/ 0 h 830306"/>
                <a:gd name="connsiteX47" fmla="*/ 1198768 w 3393888"/>
                <a:gd name="connsiteY47" fmla="*/ 0 h 830306"/>
                <a:gd name="connsiteX48" fmla="*/ 1244068 w 3393888"/>
                <a:gd name="connsiteY48" fmla="*/ 0 h 830306"/>
                <a:gd name="connsiteX49" fmla="*/ 1285800 w 3393888"/>
                <a:gd name="connsiteY49" fmla="*/ 0 h 830306"/>
                <a:gd name="connsiteX50" fmla="*/ 1291762 w 3393888"/>
                <a:gd name="connsiteY50" fmla="*/ 0 h 830306"/>
                <a:gd name="connsiteX51" fmla="*/ 1324708 w 3393888"/>
                <a:gd name="connsiteY51" fmla="*/ 0 h 830306"/>
                <a:gd name="connsiteX52" fmla="*/ 1532621 w 3393888"/>
                <a:gd name="connsiteY52" fmla="*/ 0 h 830306"/>
                <a:gd name="connsiteX53" fmla="*/ 1558496 w 3393888"/>
                <a:gd name="connsiteY53" fmla="*/ 0 h 830306"/>
                <a:gd name="connsiteX54" fmla="*/ 1574352 w 3393888"/>
                <a:gd name="connsiteY54" fmla="*/ 0 h 830306"/>
                <a:gd name="connsiteX55" fmla="*/ 1580314 w 3393888"/>
                <a:gd name="connsiteY55" fmla="*/ 0 h 830306"/>
                <a:gd name="connsiteX56" fmla="*/ 1684436 w 3393888"/>
                <a:gd name="connsiteY56" fmla="*/ 0 h 830306"/>
                <a:gd name="connsiteX57" fmla="*/ 1940042 w 3393888"/>
                <a:gd name="connsiteY57" fmla="*/ 0 h 830306"/>
                <a:gd name="connsiteX58" fmla="*/ 1944461 w 3393888"/>
                <a:gd name="connsiteY58" fmla="*/ 1312 h 830306"/>
                <a:gd name="connsiteX59" fmla="*/ 1948853 w 3393888"/>
                <a:gd name="connsiteY59" fmla="*/ 0 h 830306"/>
                <a:gd name="connsiteX60" fmla="*/ 2330399 w 3393888"/>
                <a:gd name="connsiteY60" fmla="*/ 0 h 830306"/>
                <a:gd name="connsiteX61" fmla="*/ 2334818 w 3393888"/>
                <a:gd name="connsiteY61" fmla="*/ 1312 h 830306"/>
                <a:gd name="connsiteX62" fmla="*/ 2339210 w 3393888"/>
                <a:gd name="connsiteY62" fmla="*/ 0 h 830306"/>
                <a:gd name="connsiteX63" fmla="*/ 2465150 w 3393888"/>
                <a:gd name="connsiteY63" fmla="*/ 0 h 830306"/>
                <a:gd name="connsiteX64" fmla="*/ 2538488 w 3393888"/>
                <a:gd name="connsiteY64" fmla="*/ 0 h 830306"/>
                <a:gd name="connsiteX65" fmla="*/ 2559791 w 3393888"/>
                <a:gd name="connsiteY65" fmla="*/ 0 h 830306"/>
                <a:gd name="connsiteX66" fmla="*/ 2664428 w 3393888"/>
                <a:gd name="connsiteY66" fmla="*/ 0 h 830306"/>
                <a:gd name="connsiteX67" fmla="*/ 2673062 w 3393888"/>
                <a:gd name="connsiteY67" fmla="*/ 0 h 830306"/>
                <a:gd name="connsiteX68" fmla="*/ 2714794 w 3393888"/>
                <a:gd name="connsiteY68" fmla="*/ 0 h 830306"/>
                <a:gd name="connsiteX69" fmla="*/ 2720756 w 3393888"/>
                <a:gd name="connsiteY69" fmla="*/ 0 h 830306"/>
                <a:gd name="connsiteX70" fmla="*/ 2737766 w 3393888"/>
                <a:gd name="connsiteY70" fmla="*/ 0 h 830306"/>
                <a:gd name="connsiteX71" fmla="*/ 2759069 w 3393888"/>
                <a:gd name="connsiteY71" fmla="*/ 0 h 830306"/>
                <a:gd name="connsiteX72" fmla="*/ 2863706 w 3393888"/>
                <a:gd name="connsiteY72" fmla="*/ 0 h 830306"/>
                <a:gd name="connsiteX73" fmla="*/ 2872340 w 3393888"/>
                <a:gd name="connsiteY73" fmla="*/ 0 h 830306"/>
                <a:gd name="connsiteX74" fmla="*/ 2914072 w 3393888"/>
                <a:gd name="connsiteY74" fmla="*/ 0 h 830306"/>
                <a:gd name="connsiteX75" fmla="*/ 2920034 w 3393888"/>
                <a:gd name="connsiteY75" fmla="*/ 0 h 830306"/>
                <a:gd name="connsiteX76" fmla="*/ 2958347 w 3393888"/>
                <a:gd name="connsiteY76" fmla="*/ 0 h 830306"/>
                <a:gd name="connsiteX77" fmla="*/ 3119312 w 3393888"/>
                <a:gd name="connsiteY77" fmla="*/ 0 h 830306"/>
                <a:gd name="connsiteX78" fmla="*/ 3192896 w 3393888"/>
                <a:gd name="connsiteY78" fmla="*/ 42265 h 830306"/>
                <a:gd name="connsiteX79" fmla="*/ 3383669 w 3393888"/>
                <a:gd name="connsiteY79" fmla="*/ 372888 h 830306"/>
                <a:gd name="connsiteX80" fmla="*/ 3383669 w 3393888"/>
                <a:gd name="connsiteY80" fmla="*/ 457418 h 830306"/>
                <a:gd name="connsiteX81" fmla="*/ 3192896 w 3393888"/>
                <a:gd name="connsiteY81" fmla="*/ 788041 h 830306"/>
                <a:gd name="connsiteX82" fmla="*/ 3119312 w 3393888"/>
                <a:gd name="connsiteY82" fmla="*/ 830306 h 830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393888" h="830306">
                  <a:moveTo>
                    <a:pt x="3119312" y="830306"/>
                  </a:moveTo>
                  <a:lnTo>
                    <a:pt x="2920034" y="830306"/>
                  </a:lnTo>
                  <a:lnTo>
                    <a:pt x="2737766" y="830306"/>
                  </a:lnTo>
                  <a:lnTo>
                    <a:pt x="2720756" y="830306"/>
                  </a:lnTo>
                  <a:lnTo>
                    <a:pt x="2538488" y="830306"/>
                  </a:lnTo>
                  <a:lnTo>
                    <a:pt x="2339210" y="830306"/>
                  </a:lnTo>
                  <a:lnTo>
                    <a:pt x="2334818" y="828994"/>
                  </a:lnTo>
                  <a:lnTo>
                    <a:pt x="2330399" y="830306"/>
                  </a:lnTo>
                  <a:lnTo>
                    <a:pt x="1948853" y="830306"/>
                  </a:lnTo>
                  <a:lnTo>
                    <a:pt x="1944461" y="828994"/>
                  </a:lnTo>
                  <a:lnTo>
                    <a:pt x="1940042" y="830306"/>
                  </a:lnTo>
                  <a:lnTo>
                    <a:pt x="1580314" y="830306"/>
                  </a:lnTo>
                  <a:lnTo>
                    <a:pt x="1558496" y="830306"/>
                  </a:lnTo>
                  <a:lnTo>
                    <a:pt x="1291762" y="830306"/>
                  </a:lnTo>
                  <a:lnTo>
                    <a:pt x="1198768" y="830306"/>
                  </a:lnTo>
                  <a:lnTo>
                    <a:pt x="1133844" y="830306"/>
                  </a:lnTo>
                  <a:lnTo>
                    <a:pt x="910216" y="830306"/>
                  </a:lnTo>
                  <a:lnTo>
                    <a:pt x="798379" y="830306"/>
                  </a:lnTo>
                  <a:lnTo>
                    <a:pt x="752298" y="830306"/>
                  </a:lnTo>
                  <a:lnTo>
                    <a:pt x="655613" y="830306"/>
                  </a:lnTo>
                  <a:lnTo>
                    <a:pt x="416833" y="830306"/>
                  </a:lnTo>
                  <a:lnTo>
                    <a:pt x="274067" y="830306"/>
                  </a:lnTo>
                  <a:cubicBezTo>
                    <a:pt x="247495" y="830306"/>
                    <a:pt x="214109" y="811219"/>
                    <a:pt x="200483" y="788041"/>
                  </a:cubicBezTo>
                  <a:cubicBezTo>
                    <a:pt x="9710" y="457418"/>
                    <a:pt x="9710" y="457418"/>
                    <a:pt x="9710" y="457418"/>
                  </a:cubicBezTo>
                  <a:cubicBezTo>
                    <a:pt x="-3236" y="434241"/>
                    <a:pt x="-3236" y="396066"/>
                    <a:pt x="9710" y="372888"/>
                  </a:cubicBezTo>
                  <a:cubicBezTo>
                    <a:pt x="200483" y="42265"/>
                    <a:pt x="200483" y="42265"/>
                    <a:pt x="200483" y="42265"/>
                  </a:cubicBezTo>
                  <a:cubicBezTo>
                    <a:pt x="214109" y="19088"/>
                    <a:pt x="247495" y="0"/>
                    <a:pt x="274067" y="0"/>
                  </a:cubicBezTo>
                  <a:cubicBezTo>
                    <a:pt x="321760" y="0"/>
                    <a:pt x="363492" y="0"/>
                    <a:pt x="400007" y="0"/>
                  </a:cubicBezTo>
                  <a:lnTo>
                    <a:pt x="416833" y="0"/>
                  </a:lnTo>
                  <a:lnTo>
                    <a:pt x="494648" y="0"/>
                  </a:lnTo>
                  <a:lnTo>
                    <a:pt x="542773" y="0"/>
                  </a:lnTo>
                  <a:lnTo>
                    <a:pt x="607920" y="0"/>
                  </a:lnTo>
                  <a:lnTo>
                    <a:pt x="637414" y="0"/>
                  </a:lnTo>
                  <a:lnTo>
                    <a:pt x="649651" y="0"/>
                  </a:lnTo>
                  <a:cubicBezTo>
                    <a:pt x="655613" y="0"/>
                    <a:pt x="655613" y="0"/>
                    <a:pt x="655613" y="0"/>
                  </a:cubicBezTo>
                  <a:lnTo>
                    <a:pt x="750685" y="0"/>
                  </a:lnTo>
                  <a:lnTo>
                    <a:pt x="752298" y="0"/>
                  </a:lnTo>
                  <a:lnTo>
                    <a:pt x="792417" y="0"/>
                  </a:lnTo>
                  <a:lnTo>
                    <a:pt x="798379" y="0"/>
                  </a:lnTo>
                  <a:lnTo>
                    <a:pt x="878238" y="0"/>
                  </a:lnTo>
                  <a:lnTo>
                    <a:pt x="910216" y="0"/>
                  </a:lnTo>
                  <a:lnTo>
                    <a:pt x="972879" y="0"/>
                  </a:lnTo>
                  <a:lnTo>
                    <a:pt x="1036156" y="0"/>
                  </a:lnTo>
                  <a:lnTo>
                    <a:pt x="1086151" y="0"/>
                  </a:lnTo>
                  <a:lnTo>
                    <a:pt x="1127882" y="0"/>
                  </a:lnTo>
                  <a:lnTo>
                    <a:pt x="1130797" y="0"/>
                  </a:lnTo>
                  <a:lnTo>
                    <a:pt x="1133844" y="0"/>
                  </a:lnTo>
                  <a:lnTo>
                    <a:pt x="1198768" y="0"/>
                  </a:lnTo>
                  <a:lnTo>
                    <a:pt x="1244068" y="0"/>
                  </a:lnTo>
                  <a:lnTo>
                    <a:pt x="1285800" y="0"/>
                  </a:lnTo>
                  <a:lnTo>
                    <a:pt x="1291762" y="0"/>
                  </a:lnTo>
                  <a:lnTo>
                    <a:pt x="1324708" y="0"/>
                  </a:lnTo>
                  <a:cubicBezTo>
                    <a:pt x="1434253" y="0"/>
                    <a:pt x="1496851" y="0"/>
                    <a:pt x="1532621" y="0"/>
                  </a:cubicBezTo>
                  <a:lnTo>
                    <a:pt x="1558496" y="0"/>
                  </a:lnTo>
                  <a:lnTo>
                    <a:pt x="1574352" y="0"/>
                  </a:lnTo>
                  <a:lnTo>
                    <a:pt x="1580314" y="0"/>
                  </a:lnTo>
                  <a:lnTo>
                    <a:pt x="1684436" y="0"/>
                  </a:lnTo>
                  <a:cubicBezTo>
                    <a:pt x="1940042" y="0"/>
                    <a:pt x="1940042" y="0"/>
                    <a:pt x="1940042" y="0"/>
                  </a:cubicBezTo>
                  <a:lnTo>
                    <a:pt x="1944461" y="1312"/>
                  </a:lnTo>
                  <a:lnTo>
                    <a:pt x="1948853" y="0"/>
                  </a:lnTo>
                  <a:cubicBezTo>
                    <a:pt x="2330399" y="0"/>
                    <a:pt x="2330399" y="0"/>
                    <a:pt x="2330399" y="0"/>
                  </a:cubicBezTo>
                  <a:lnTo>
                    <a:pt x="2334818" y="1312"/>
                  </a:lnTo>
                  <a:lnTo>
                    <a:pt x="2339210" y="0"/>
                  </a:lnTo>
                  <a:cubicBezTo>
                    <a:pt x="2386903" y="0"/>
                    <a:pt x="2428635" y="0"/>
                    <a:pt x="2465150" y="0"/>
                  </a:cubicBezTo>
                  <a:lnTo>
                    <a:pt x="2538488" y="0"/>
                  </a:lnTo>
                  <a:lnTo>
                    <a:pt x="2559791" y="0"/>
                  </a:lnTo>
                  <a:lnTo>
                    <a:pt x="2664428" y="0"/>
                  </a:lnTo>
                  <a:lnTo>
                    <a:pt x="2673062" y="0"/>
                  </a:lnTo>
                  <a:lnTo>
                    <a:pt x="2714794" y="0"/>
                  </a:lnTo>
                  <a:lnTo>
                    <a:pt x="2720756" y="0"/>
                  </a:lnTo>
                  <a:lnTo>
                    <a:pt x="2737766" y="0"/>
                  </a:lnTo>
                  <a:lnTo>
                    <a:pt x="2759069" y="0"/>
                  </a:lnTo>
                  <a:lnTo>
                    <a:pt x="2863706" y="0"/>
                  </a:lnTo>
                  <a:lnTo>
                    <a:pt x="2872340" y="0"/>
                  </a:lnTo>
                  <a:lnTo>
                    <a:pt x="2914072" y="0"/>
                  </a:lnTo>
                  <a:lnTo>
                    <a:pt x="2920034" y="0"/>
                  </a:lnTo>
                  <a:lnTo>
                    <a:pt x="2958347" y="0"/>
                  </a:lnTo>
                  <a:cubicBezTo>
                    <a:pt x="3119312" y="0"/>
                    <a:pt x="3119312" y="0"/>
                    <a:pt x="3119312" y="0"/>
                  </a:cubicBezTo>
                  <a:cubicBezTo>
                    <a:pt x="3146565" y="0"/>
                    <a:pt x="3179269" y="19088"/>
                    <a:pt x="3192896" y="42265"/>
                  </a:cubicBezTo>
                  <a:cubicBezTo>
                    <a:pt x="3383669" y="372888"/>
                    <a:pt x="3383669" y="372888"/>
                    <a:pt x="3383669" y="372888"/>
                  </a:cubicBezTo>
                  <a:cubicBezTo>
                    <a:pt x="3397295" y="396066"/>
                    <a:pt x="3397295" y="434241"/>
                    <a:pt x="3383669" y="457418"/>
                  </a:cubicBezTo>
                  <a:cubicBezTo>
                    <a:pt x="3192896" y="788041"/>
                    <a:pt x="3192896" y="788041"/>
                    <a:pt x="3192896" y="788041"/>
                  </a:cubicBezTo>
                  <a:cubicBezTo>
                    <a:pt x="3179269" y="811219"/>
                    <a:pt x="3146565" y="830306"/>
                    <a:pt x="3119312" y="830306"/>
                  </a:cubicBezTo>
                  <a:close/>
                </a:path>
              </a:pathLst>
            </a:custGeom>
            <a:solidFill>
              <a:schemeClr val="bg1">
                <a:alpha val="0"/>
              </a:schemeClr>
            </a:solidFill>
            <a:ln w="38100">
              <a:gradFill flip="none" rotWithShape="1">
                <a:gsLst>
                  <a:gs pos="100000">
                    <a:schemeClr val="bg1"/>
                  </a:gs>
                  <a:gs pos="0">
                    <a:srgbClr val="B6B6B6"/>
                  </a:gs>
                </a:gsLst>
                <a:lin ang="2700000" scaled="1"/>
                <a:tileRect/>
              </a:gradFill>
            </a:ln>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grpSp>
      <p:grpSp>
        <p:nvGrpSpPr>
          <p:cNvPr id="88" name="组合 88"/>
          <p:cNvGrpSpPr/>
          <p:nvPr/>
        </p:nvGrpSpPr>
        <p:grpSpPr>
          <a:xfrm>
            <a:off x="1550457" y="3943267"/>
            <a:ext cx="1603916" cy="1429949"/>
            <a:chOff x="2067005" y="4115042"/>
            <a:chExt cx="2138277" cy="1907040"/>
          </a:xfrm>
        </p:grpSpPr>
        <p:sp>
          <p:nvSpPr>
            <p:cNvPr id="89" name="任意多边形 89"/>
            <p:cNvSpPr>
              <a:spLocks/>
            </p:cNvSpPr>
            <p:nvPr/>
          </p:nvSpPr>
          <p:spPr bwMode="auto">
            <a:xfrm rot="10800000">
              <a:off x="2071834" y="4115042"/>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gradFill>
              <a:gsLst>
                <a:gs pos="100000">
                  <a:schemeClr val="bg1">
                    <a:lumMod val="95000"/>
                  </a:schemeClr>
                </a:gs>
                <a:gs pos="0">
                  <a:schemeClr val="bg1">
                    <a:lumMod val="85000"/>
                  </a:schemeClr>
                </a:gs>
              </a:gsLst>
              <a:lin ang="2700000" scaled="1"/>
            </a:gradFill>
            <a:ln w="19050">
              <a:noFill/>
            </a:ln>
            <a:effectLst>
              <a:outerShdw blurRad="152400" dist="88900" dir="2700000" algn="tl" rotWithShape="0">
                <a:prstClr val="black">
                  <a:alpha val="40000"/>
                </a:prstClr>
              </a:outerShdw>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sp>
          <p:nvSpPr>
            <p:cNvPr id="90" name="Freeform 5"/>
            <p:cNvSpPr>
              <a:spLocks/>
            </p:cNvSpPr>
            <p:nvPr/>
          </p:nvSpPr>
          <p:spPr bwMode="auto">
            <a:xfrm rot="10800000">
              <a:off x="2067005" y="4126947"/>
              <a:ext cx="2138277" cy="18951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65000"/>
                    </a:schemeClr>
                  </a:gs>
                </a:gsLst>
                <a:lin ang="2700000" scaled="1"/>
                <a:tileRect/>
              </a:gradFill>
            </a:ln>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91" name="Freeform 5"/>
            <p:cNvSpPr>
              <a:spLocks/>
            </p:cNvSpPr>
            <p:nvPr/>
          </p:nvSpPr>
          <p:spPr bwMode="auto">
            <a:xfrm rot="10800000">
              <a:off x="2385648" y="4409648"/>
              <a:ext cx="1495486" cy="13254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rgbClr val="F7F7F7"/>
                  </a:gs>
                  <a:gs pos="100000">
                    <a:schemeClr val="bg1">
                      <a:lumMod val="75000"/>
                    </a:schemeClr>
                  </a:gs>
                </a:gsLst>
                <a:lin ang="2700000" scaled="1"/>
                <a:tileRect/>
              </a:gradFill>
            </a:ln>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nvGrpSpPr>
          <p:cNvPr id="92" name="组合 92"/>
          <p:cNvGrpSpPr/>
          <p:nvPr/>
        </p:nvGrpSpPr>
        <p:grpSpPr>
          <a:xfrm>
            <a:off x="4687776" y="2333446"/>
            <a:ext cx="2361076" cy="811064"/>
            <a:chOff x="6249554" y="1968118"/>
            <a:chExt cx="3147691" cy="1081668"/>
          </a:xfrm>
        </p:grpSpPr>
        <p:sp>
          <p:nvSpPr>
            <p:cNvPr id="93" name="任意多边形 93"/>
            <p:cNvSpPr>
              <a:spLocks/>
            </p:cNvSpPr>
            <p:nvPr/>
          </p:nvSpPr>
          <p:spPr bwMode="auto">
            <a:xfrm rot="10800000">
              <a:off x="6249554" y="1968118"/>
              <a:ext cx="3147690" cy="1074074"/>
            </a:xfrm>
            <a:custGeom>
              <a:avLst/>
              <a:gdLst>
                <a:gd name="connsiteX0" fmla="*/ 3494407 w 4138458"/>
                <a:gd name="connsiteY0" fmla="*/ 1121227 h 1412149"/>
                <a:gd name="connsiteX1" fmla="*/ 3567991 w 4138458"/>
                <a:gd name="connsiteY1" fmla="*/ 1078962 h 1412149"/>
                <a:gd name="connsiteX2" fmla="*/ 3758764 w 4138458"/>
                <a:gd name="connsiteY2" fmla="*/ 748339 h 1412149"/>
                <a:gd name="connsiteX3" fmla="*/ 3758764 w 4138458"/>
                <a:gd name="connsiteY3" fmla="*/ 663809 h 1412149"/>
                <a:gd name="connsiteX4" fmla="*/ 3567991 w 4138458"/>
                <a:gd name="connsiteY4" fmla="*/ 333186 h 1412149"/>
                <a:gd name="connsiteX5" fmla="*/ 3494407 w 4138458"/>
                <a:gd name="connsiteY5" fmla="*/ 290921 h 1412149"/>
                <a:gd name="connsiteX6" fmla="*/ 3333442 w 4138458"/>
                <a:gd name="connsiteY6" fmla="*/ 290921 h 1412149"/>
                <a:gd name="connsiteX7" fmla="*/ 3295129 w 4138458"/>
                <a:gd name="connsiteY7" fmla="*/ 290921 h 1412149"/>
                <a:gd name="connsiteX8" fmla="*/ 3289167 w 4138458"/>
                <a:gd name="connsiteY8" fmla="*/ 290921 h 1412149"/>
                <a:gd name="connsiteX9" fmla="*/ 3247435 w 4138458"/>
                <a:gd name="connsiteY9" fmla="*/ 290921 h 1412149"/>
                <a:gd name="connsiteX10" fmla="*/ 3238801 w 4138458"/>
                <a:gd name="connsiteY10" fmla="*/ 290921 h 1412149"/>
                <a:gd name="connsiteX11" fmla="*/ 3134164 w 4138458"/>
                <a:gd name="connsiteY11" fmla="*/ 290921 h 1412149"/>
                <a:gd name="connsiteX12" fmla="*/ 3112861 w 4138458"/>
                <a:gd name="connsiteY12" fmla="*/ 290921 h 1412149"/>
                <a:gd name="connsiteX13" fmla="*/ 3095851 w 4138458"/>
                <a:gd name="connsiteY13" fmla="*/ 290921 h 1412149"/>
                <a:gd name="connsiteX14" fmla="*/ 3089889 w 4138458"/>
                <a:gd name="connsiteY14" fmla="*/ 290921 h 1412149"/>
                <a:gd name="connsiteX15" fmla="*/ 3048157 w 4138458"/>
                <a:gd name="connsiteY15" fmla="*/ 290921 h 1412149"/>
                <a:gd name="connsiteX16" fmla="*/ 3039523 w 4138458"/>
                <a:gd name="connsiteY16" fmla="*/ 290921 h 1412149"/>
                <a:gd name="connsiteX17" fmla="*/ 2934886 w 4138458"/>
                <a:gd name="connsiteY17" fmla="*/ 290921 h 1412149"/>
                <a:gd name="connsiteX18" fmla="*/ 2913583 w 4138458"/>
                <a:gd name="connsiteY18" fmla="*/ 290921 h 1412149"/>
                <a:gd name="connsiteX19" fmla="*/ 2840245 w 4138458"/>
                <a:gd name="connsiteY19" fmla="*/ 290921 h 1412149"/>
                <a:gd name="connsiteX20" fmla="*/ 2714305 w 4138458"/>
                <a:gd name="connsiteY20" fmla="*/ 290921 h 1412149"/>
                <a:gd name="connsiteX21" fmla="*/ 2709913 w 4138458"/>
                <a:gd name="connsiteY21" fmla="*/ 292233 h 1412149"/>
                <a:gd name="connsiteX22" fmla="*/ 2705494 w 4138458"/>
                <a:gd name="connsiteY22" fmla="*/ 290921 h 1412149"/>
                <a:gd name="connsiteX23" fmla="*/ 2323948 w 4138458"/>
                <a:gd name="connsiteY23" fmla="*/ 290921 h 1412149"/>
                <a:gd name="connsiteX24" fmla="*/ 2319556 w 4138458"/>
                <a:gd name="connsiteY24" fmla="*/ 292233 h 1412149"/>
                <a:gd name="connsiteX25" fmla="*/ 2315137 w 4138458"/>
                <a:gd name="connsiteY25" fmla="*/ 290921 h 1412149"/>
                <a:gd name="connsiteX26" fmla="*/ 2059531 w 4138458"/>
                <a:gd name="connsiteY26" fmla="*/ 290921 h 1412149"/>
                <a:gd name="connsiteX27" fmla="*/ 1955409 w 4138458"/>
                <a:gd name="connsiteY27" fmla="*/ 290921 h 1412149"/>
                <a:gd name="connsiteX28" fmla="*/ 1949447 w 4138458"/>
                <a:gd name="connsiteY28" fmla="*/ 290921 h 1412149"/>
                <a:gd name="connsiteX29" fmla="*/ 1933591 w 4138458"/>
                <a:gd name="connsiteY29" fmla="*/ 290921 h 1412149"/>
                <a:gd name="connsiteX30" fmla="*/ 1907716 w 4138458"/>
                <a:gd name="connsiteY30" fmla="*/ 290921 h 1412149"/>
                <a:gd name="connsiteX31" fmla="*/ 1699803 w 4138458"/>
                <a:gd name="connsiteY31" fmla="*/ 290921 h 1412149"/>
                <a:gd name="connsiteX32" fmla="*/ 1666857 w 4138458"/>
                <a:gd name="connsiteY32" fmla="*/ 290921 h 1412149"/>
                <a:gd name="connsiteX33" fmla="*/ 1660895 w 4138458"/>
                <a:gd name="connsiteY33" fmla="*/ 290921 h 1412149"/>
                <a:gd name="connsiteX34" fmla="*/ 1619163 w 4138458"/>
                <a:gd name="connsiteY34" fmla="*/ 290921 h 1412149"/>
                <a:gd name="connsiteX35" fmla="*/ 1573863 w 4138458"/>
                <a:gd name="connsiteY35" fmla="*/ 290921 h 1412149"/>
                <a:gd name="connsiteX36" fmla="*/ 1508939 w 4138458"/>
                <a:gd name="connsiteY36" fmla="*/ 290921 h 1412149"/>
                <a:gd name="connsiteX37" fmla="*/ 1505892 w 4138458"/>
                <a:gd name="connsiteY37" fmla="*/ 290921 h 1412149"/>
                <a:gd name="connsiteX38" fmla="*/ 1502977 w 4138458"/>
                <a:gd name="connsiteY38" fmla="*/ 290921 h 1412149"/>
                <a:gd name="connsiteX39" fmla="*/ 1461246 w 4138458"/>
                <a:gd name="connsiteY39" fmla="*/ 290921 h 1412149"/>
                <a:gd name="connsiteX40" fmla="*/ 1411251 w 4138458"/>
                <a:gd name="connsiteY40" fmla="*/ 290921 h 1412149"/>
                <a:gd name="connsiteX41" fmla="*/ 1347974 w 4138458"/>
                <a:gd name="connsiteY41" fmla="*/ 290921 h 1412149"/>
                <a:gd name="connsiteX42" fmla="*/ 1285311 w 4138458"/>
                <a:gd name="connsiteY42" fmla="*/ 290921 h 1412149"/>
                <a:gd name="connsiteX43" fmla="*/ 1253333 w 4138458"/>
                <a:gd name="connsiteY43" fmla="*/ 290921 h 1412149"/>
                <a:gd name="connsiteX44" fmla="*/ 1173474 w 4138458"/>
                <a:gd name="connsiteY44" fmla="*/ 290921 h 1412149"/>
                <a:gd name="connsiteX45" fmla="*/ 1167512 w 4138458"/>
                <a:gd name="connsiteY45" fmla="*/ 290921 h 1412149"/>
                <a:gd name="connsiteX46" fmla="*/ 1127393 w 4138458"/>
                <a:gd name="connsiteY46" fmla="*/ 290921 h 1412149"/>
                <a:gd name="connsiteX47" fmla="*/ 1125780 w 4138458"/>
                <a:gd name="connsiteY47" fmla="*/ 290921 h 1412149"/>
                <a:gd name="connsiteX48" fmla="*/ 1030708 w 4138458"/>
                <a:gd name="connsiteY48" fmla="*/ 290921 h 1412149"/>
                <a:gd name="connsiteX49" fmla="*/ 1024746 w 4138458"/>
                <a:gd name="connsiteY49" fmla="*/ 290921 h 1412149"/>
                <a:gd name="connsiteX50" fmla="*/ 1012509 w 4138458"/>
                <a:gd name="connsiteY50" fmla="*/ 290921 h 1412149"/>
                <a:gd name="connsiteX51" fmla="*/ 983015 w 4138458"/>
                <a:gd name="connsiteY51" fmla="*/ 290921 h 1412149"/>
                <a:gd name="connsiteX52" fmla="*/ 917868 w 4138458"/>
                <a:gd name="connsiteY52" fmla="*/ 290921 h 1412149"/>
                <a:gd name="connsiteX53" fmla="*/ 869743 w 4138458"/>
                <a:gd name="connsiteY53" fmla="*/ 290921 h 1412149"/>
                <a:gd name="connsiteX54" fmla="*/ 791928 w 4138458"/>
                <a:gd name="connsiteY54" fmla="*/ 290921 h 1412149"/>
                <a:gd name="connsiteX55" fmla="*/ 775102 w 4138458"/>
                <a:gd name="connsiteY55" fmla="*/ 290921 h 1412149"/>
                <a:gd name="connsiteX56" fmla="*/ 649162 w 4138458"/>
                <a:gd name="connsiteY56" fmla="*/ 290921 h 1412149"/>
                <a:gd name="connsiteX57" fmla="*/ 575578 w 4138458"/>
                <a:gd name="connsiteY57" fmla="*/ 333186 h 1412149"/>
                <a:gd name="connsiteX58" fmla="*/ 384805 w 4138458"/>
                <a:gd name="connsiteY58" fmla="*/ 663809 h 1412149"/>
                <a:gd name="connsiteX59" fmla="*/ 384805 w 4138458"/>
                <a:gd name="connsiteY59" fmla="*/ 748339 h 1412149"/>
                <a:gd name="connsiteX60" fmla="*/ 575578 w 4138458"/>
                <a:gd name="connsiteY60" fmla="*/ 1078962 h 1412149"/>
                <a:gd name="connsiteX61" fmla="*/ 649162 w 4138458"/>
                <a:gd name="connsiteY61" fmla="*/ 1121227 h 1412149"/>
                <a:gd name="connsiteX62" fmla="*/ 791928 w 4138458"/>
                <a:gd name="connsiteY62" fmla="*/ 1121227 h 1412149"/>
                <a:gd name="connsiteX63" fmla="*/ 1030708 w 4138458"/>
                <a:gd name="connsiteY63" fmla="*/ 1121227 h 1412149"/>
                <a:gd name="connsiteX64" fmla="*/ 1127393 w 4138458"/>
                <a:gd name="connsiteY64" fmla="*/ 1121227 h 1412149"/>
                <a:gd name="connsiteX65" fmla="*/ 1173474 w 4138458"/>
                <a:gd name="connsiteY65" fmla="*/ 1121227 h 1412149"/>
                <a:gd name="connsiteX66" fmla="*/ 1285311 w 4138458"/>
                <a:gd name="connsiteY66" fmla="*/ 1121227 h 1412149"/>
                <a:gd name="connsiteX67" fmla="*/ 1508939 w 4138458"/>
                <a:gd name="connsiteY67" fmla="*/ 1121227 h 1412149"/>
                <a:gd name="connsiteX68" fmla="*/ 1573863 w 4138458"/>
                <a:gd name="connsiteY68" fmla="*/ 1121227 h 1412149"/>
                <a:gd name="connsiteX69" fmla="*/ 1666857 w 4138458"/>
                <a:gd name="connsiteY69" fmla="*/ 1121227 h 1412149"/>
                <a:gd name="connsiteX70" fmla="*/ 1933591 w 4138458"/>
                <a:gd name="connsiteY70" fmla="*/ 1121227 h 1412149"/>
                <a:gd name="connsiteX71" fmla="*/ 1955409 w 4138458"/>
                <a:gd name="connsiteY71" fmla="*/ 1121227 h 1412149"/>
                <a:gd name="connsiteX72" fmla="*/ 2315137 w 4138458"/>
                <a:gd name="connsiteY72" fmla="*/ 1121227 h 1412149"/>
                <a:gd name="connsiteX73" fmla="*/ 2319556 w 4138458"/>
                <a:gd name="connsiteY73" fmla="*/ 1119915 h 1412149"/>
                <a:gd name="connsiteX74" fmla="*/ 2323948 w 4138458"/>
                <a:gd name="connsiteY74" fmla="*/ 1121227 h 1412149"/>
                <a:gd name="connsiteX75" fmla="*/ 2705494 w 4138458"/>
                <a:gd name="connsiteY75" fmla="*/ 1121227 h 1412149"/>
                <a:gd name="connsiteX76" fmla="*/ 2709913 w 4138458"/>
                <a:gd name="connsiteY76" fmla="*/ 1119915 h 1412149"/>
                <a:gd name="connsiteX77" fmla="*/ 2714305 w 4138458"/>
                <a:gd name="connsiteY77" fmla="*/ 1121227 h 1412149"/>
                <a:gd name="connsiteX78" fmla="*/ 2913583 w 4138458"/>
                <a:gd name="connsiteY78" fmla="*/ 1121227 h 1412149"/>
                <a:gd name="connsiteX79" fmla="*/ 3095851 w 4138458"/>
                <a:gd name="connsiteY79" fmla="*/ 1121227 h 1412149"/>
                <a:gd name="connsiteX80" fmla="*/ 3112861 w 4138458"/>
                <a:gd name="connsiteY80" fmla="*/ 1121227 h 1412149"/>
                <a:gd name="connsiteX81" fmla="*/ 3295129 w 4138458"/>
                <a:gd name="connsiteY81" fmla="*/ 1121227 h 1412149"/>
                <a:gd name="connsiteX82" fmla="*/ 3671470 w 4138458"/>
                <a:gd name="connsiteY82" fmla="*/ 1412149 h 1412149"/>
                <a:gd name="connsiteX83" fmla="*/ 3163470 w 4138458"/>
                <a:gd name="connsiteY83" fmla="*/ 1412149 h 1412149"/>
                <a:gd name="connsiteX84" fmla="*/ 3022552 w 4138458"/>
                <a:gd name="connsiteY84" fmla="*/ 1412149 h 1412149"/>
                <a:gd name="connsiteX85" fmla="*/ 2554799 w 4138458"/>
                <a:gd name="connsiteY85" fmla="*/ 1412149 h 1412149"/>
                <a:gd name="connsiteX86" fmla="*/ 2514552 w 4138458"/>
                <a:gd name="connsiteY86" fmla="*/ 1412149 h 1412149"/>
                <a:gd name="connsiteX87" fmla="*/ 2266137 w 4138458"/>
                <a:gd name="connsiteY87" fmla="*/ 1412149 h 1412149"/>
                <a:gd name="connsiteX88" fmla="*/ 1905881 w 4138458"/>
                <a:gd name="connsiteY88" fmla="*/ 1412149 h 1412149"/>
                <a:gd name="connsiteX89" fmla="*/ 1809866 w 4138458"/>
                <a:gd name="connsiteY89" fmla="*/ 1412149 h 1412149"/>
                <a:gd name="connsiteX90" fmla="*/ 1617219 w 4138458"/>
                <a:gd name="connsiteY90" fmla="*/ 1412149 h 1412149"/>
                <a:gd name="connsiteX91" fmla="*/ 1489857 w 4138458"/>
                <a:gd name="connsiteY91" fmla="*/ 1412149 h 1412149"/>
                <a:gd name="connsiteX92" fmla="*/ 1301866 w 4138458"/>
                <a:gd name="connsiteY92" fmla="*/ 1412149 h 1412149"/>
                <a:gd name="connsiteX93" fmla="*/ 1160948 w 4138458"/>
                <a:gd name="connsiteY93" fmla="*/ 1412149 h 1412149"/>
                <a:gd name="connsiteX94" fmla="*/ 1115038 w 4138458"/>
                <a:gd name="connsiteY94" fmla="*/ 1412149 h 1412149"/>
                <a:gd name="connsiteX95" fmla="*/ 840939 w 4138458"/>
                <a:gd name="connsiteY95" fmla="*/ 1412149 h 1412149"/>
                <a:gd name="connsiteX96" fmla="*/ 652948 w 4138458"/>
                <a:gd name="connsiteY96" fmla="*/ 1412149 h 1412149"/>
                <a:gd name="connsiteX97" fmla="*/ 466120 w 4138458"/>
                <a:gd name="connsiteY97" fmla="*/ 1412149 h 1412149"/>
                <a:gd name="connsiteX98" fmla="*/ 340972 w 4138458"/>
                <a:gd name="connsiteY98" fmla="*/ 1340266 h 1412149"/>
                <a:gd name="connsiteX99" fmla="*/ 16513 w 4138458"/>
                <a:gd name="connsiteY99" fmla="*/ 777957 h 1412149"/>
                <a:gd name="connsiteX100" fmla="*/ 16513 w 4138458"/>
                <a:gd name="connsiteY100" fmla="*/ 634192 h 1412149"/>
                <a:gd name="connsiteX101" fmla="*/ 340972 w 4138458"/>
                <a:gd name="connsiteY101" fmla="*/ 71883 h 1412149"/>
                <a:gd name="connsiteX102" fmla="*/ 466120 w 4138458"/>
                <a:gd name="connsiteY102" fmla="*/ 0 h 1412149"/>
                <a:gd name="connsiteX103" fmla="*/ 652948 w 4138458"/>
                <a:gd name="connsiteY103" fmla="*/ 0 h 1412149"/>
                <a:gd name="connsiteX104" fmla="*/ 680314 w 4138458"/>
                <a:gd name="connsiteY104" fmla="*/ 0 h 1412149"/>
                <a:gd name="connsiteX105" fmla="*/ 840939 w 4138458"/>
                <a:gd name="connsiteY105" fmla="*/ 0 h 1412149"/>
                <a:gd name="connsiteX106" fmla="*/ 841276 w 4138458"/>
                <a:gd name="connsiteY106" fmla="*/ 0 h 1412149"/>
                <a:gd name="connsiteX107" fmla="*/ 867142 w 4138458"/>
                <a:gd name="connsiteY107" fmla="*/ 0 h 1412149"/>
                <a:gd name="connsiteX108" fmla="*/ 956611 w 4138458"/>
                <a:gd name="connsiteY108" fmla="*/ 0 h 1412149"/>
                <a:gd name="connsiteX109" fmla="*/ 1028104 w 4138458"/>
                <a:gd name="connsiteY109" fmla="*/ 0 h 1412149"/>
                <a:gd name="connsiteX110" fmla="*/ 1033923 w 4138458"/>
                <a:gd name="connsiteY110" fmla="*/ 0 h 1412149"/>
                <a:gd name="connsiteX111" fmla="*/ 1055133 w 4138458"/>
                <a:gd name="connsiteY111" fmla="*/ 0 h 1412149"/>
                <a:gd name="connsiteX112" fmla="*/ 1080817 w 4138458"/>
                <a:gd name="connsiteY112" fmla="*/ 0 h 1412149"/>
                <a:gd name="connsiteX113" fmla="*/ 1115038 w 4138458"/>
                <a:gd name="connsiteY113" fmla="*/ 0 h 1412149"/>
                <a:gd name="connsiteX114" fmla="*/ 1143439 w 4138458"/>
                <a:gd name="connsiteY114" fmla="*/ 0 h 1412149"/>
                <a:gd name="connsiteX115" fmla="*/ 1160948 w 4138458"/>
                <a:gd name="connsiteY115" fmla="*/ 0 h 1412149"/>
                <a:gd name="connsiteX116" fmla="*/ 1216095 w 4138458"/>
                <a:gd name="connsiteY116" fmla="*/ 0 h 1412149"/>
                <a:gd name="connsiteX117" fmla="*/ 1220751 w 4138458"/>
                <a:gd name="connsiteY117" fmla="*/ 0 h 1412149"/>
                <a:gd name="connsiteX118" fmla="*/ 1267645 w 4138458"/>
                <a:gd name="connsiteY118" fmla="*/ 0 h 1412149"/>
                <a:gd name="connsiteX119" fmla="*/ 1291726 w 4138458"/>
                <a:gd name="connsiteY119" fmla="*/ 0 h 1412149"/>
                <a:gd name="connsiteX120" fmla="*/ 1301866 w 4138458"/>
                <a:gd name="connsiteY120" fmla="*/ 0 h 1412149"/>
                <a:gd name="connsiteX121" fmla="*/ 1331430 w 4138458"/>
                <a:gd name="connsiteY121" fmla="*/ 0 h 1412149"/>
                <a:gd name="connsiteX122" fmla="*/ 1375142 w 4138458"/>
                <a:gd name="connsiteY122" fmla="*/ 0 h 1412149"/>
                <a:gd name="connsiteX123" fmla="*/ 1408742 w 4138458"/>
                <a:gd name="connsiteY123" fmla="*/ 0 h 1412149"/>
                <a:gd name="connsiteX124" fmla="*/ 1455636 w 4138458"/>
                <a:gd name="connsiteY124" fmla="*/ 0 h 1412149"/>
                <a:gd name="connsiteX125" fmla="*/ 1479717 w 4138458"/>
                <a:gd name="connsiteY125" fmla="*/ 0 h 1412149"/>
                <a:gd name="connsiteX126" fmla="*/ 1489857 w 4138458"/>
                <a:gd name="connsiteY126" fmla="*/ 0 h 1412149"/>
                <a:gd name="connsiteX127" fmla="*/ 1536104 w 4138458"/>
                <a:gd name="connsiteY127" fmla="*/ 0 h 1412149"/>
                <a:gd name="connsiteX128" fmla="*/ 1617219 w 4138458"/>
                <a:gd name="connsiteY128" fmla="*/ 0 h 1412149"/>
                <a:gd name="connsiteX129" fmla="*/ 1651439 w 4138458"/>
                <a:gd name="connsiteY129" fmla="*/ 0 h 1412149"/>
                <a:gd name="connsiteX130" fmla="*/ 1728751 w 4138458"/>
                <a:gd name="connsiteY130" fmla="*/ 0 h 1412149"/>
                <a:gd name="connsiteX131" fmla="*/ 1775645 w 4138458"/>
                <a:gd name="connsiteY131" fmla="*/ 0 h 1412149"/>
                <a:gd name="connsiteX132" fmla="*/ 1799726 w 4138458"/>
                <a:gd name="connsiteY132" fmla="*/ 0 h 1412149"/>
                <a:gd name="connsiteX133" fmla="*/ 1809866 w 4138458"/>
                <a:gd name="connsiteY133" fmla="*/ 0 h 1412149"/>
                <a:gd name="connsiteX134" fmla="*/ 1831413 w 4138458"/>
                <a:gd name="connsiteY134" fmla="*/ 0 h 1412149"/>
                <a:gd name="connsiteX135" fmla="*/ 1905881 w 4138458"/>
                <a:gd name="connsiteY135" fmla="*/ 0 h 1412149"/>
                <a:gd name="connsiteX136" fmla="*/ 1992375 w 4138458"/>
                <a:gd name="connsiteY136" fmla="*/ 0 h 1412149"/>
                <a:gd name="connsiteX137" fmla="*/ 2107709 w 4138458"/>
                <a:gd name="connsiteY137" fmla="*/ 0 h 1412149"/>
                <a:gd name="connsiteX138" fmla="*/ 2120075 w 4138458"/>
                <a:gd name="connsiteY138" fmla="*/ 0 h 1412149"/>
                <a:gd name="connsiteX139" fmla="*/ 2185022 w 4138458"/>
                <a:gd name="connsiteY139" fmla="*/ 0 h 1412149"/>
                <a:gd name="connsiteX140" fmla="*/ 2231916 w 4138458"/>
                <a:gd name="connsiteY140" fmla="*/ 0 h 1412149"/>
                <a:gd name="connsiteX141" fmla="*/ 2255997 w 4138458"/>
                <a:gd name="connsiteY141" fmla="*/ 0 h 1412149"/>
                <a:gd name="connsiteX142" fmla="*/ 2266137 w 4138458"/>
                <a:gd name="connsiteY142" fmla="*/ 0 h 1412149"/>
                <a:gd name="connsiteX143" fmla="*/ 2281036 w 4138458"/>
                <a:gd name="connsiteY143" fmla="*/ 0 h 1412149"/>
                <a:gd name="connsiteX144" fmla="*/ 2473684 w 4138458"/>
                <a:gd name="connsiteY144" fmla="*/ 0 h 1412149"/>
                <a:gd name="connsiteX145" fmla="*/ 2514552 w 4138458"/>
                <a:gd name="connsiteY145" fmla="*/ 0 h 1412149"/>
                <a:gd name="connsiteX146" fmla="*/ 2520578 w 4138458"/>
                <a:gd name="connsiteY146" fmla="*/ 0 h 1412149"/>
                <a:gd name="connsiteX147" fmla="*/ 2544659 w 4138458"/>
                <a:gd name="connsiteY147" fmla="*/ 0 h 1412149"/>
                <a:gd name="connsiteX148" fmla="*/ 2554799 w 4138458"/>
                <a:gd name="connsiteY148" fmla="*/ 0 h 1412149"/>
                <a:gd name="connsiteX149" fmla="*/ 2680485 w 4138458"/>
                <a:gd name="connsiteY149" fmla="*/ 0 h 1412149"/>
                <a:gd name="connsiteX150" fmla="*/ 3005042 w 4138458"/>
                <a:gd name="connsiteY150" fmla="*/ 0 h 1412149"/>
                <a:gd name="connsiteX151" fmla="*/ 3022552 w 4138458"/>
                <a:gd name="connsiteY151" fmla="*/ 0 h 1412149"/>
                <a:gd name="connsiteX152" fmla="*/ 3082355 w 4138458"/>
                <a:gd name="connsiteY152" fmla="*/ 0 h 1412149"/>
                <a:gd name="connsiteX153" fmla="*/ 3129249 w 4138458"/>
                <a:gd name="connsiteY153" fmla="*/ 0 h 1412149"/>
                <a:gd name="connsiteX154" fmla="*/ 3153330 w 4138458"/>
                <a:gd name="connsiteY154" fmla="*/ 0 h 1412149"/>
                <a:gd name="connsiteX155" fmla="*/ 3163470 w 4138458"/>
                <a:gd name="connsiteY155" fmla="*/ 0 h 1412149"/>
                <a:gd name="connsiteX156" fmla="*/ 3236746 w 4138458"/>
                <a:gd name="connsiteY156" fmla="*/ 0 h 1412149"/>
                <a:gd name="connsiteX157" fmla="*/ 3671470 w 4138458"/>
                <a:gd name="connsiteY157" fmla="*/ 0 h 1412149"/>
                <a:gd name="connsiteX158" fmla="*/ 3796617 w 4138458"/>
                <a:gd name="connsiteY158" fmla="*/ 71883 h 1412149"/>
                <a:gd name="connsiteX159" fmla="*/ 4121076 w 4138458"/>
                <a:gd name="connsiteY159" fmla="*/ 634192 h 1412149"/>
                <a:gd name="connsiteX160" fmla="*/ 4121076 w 4138458"/>
                <a:gd name="connsiteY160" fmla="*/ 777957 h 1412149"/>
                <a:gd name="connsiteX161" fmla="*/ 3796617 w 4138458"/>
                <a:gd name="connsiteY161" fmla="*/ 1340266 h 1412149"/>
                <a:gd name="connsiteX162" fmla="*/ 3671470 w 4138458"/>
                <a:gd name="connsiteY162" fmla="*/ 1412149 h 1412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4138458" h="1412149">
                  <a:moveTo>
                    <a:pt x="3494407" y="1121227"/>
                  </a:moveTo>
                  <a:cubicBezTo>
                    <a:pt x="3521660" y="1121227"/>
                    <a:pt x="3554364" y="1102140"/>
                    <a:pt x="3567991" y="1078962"/>
                  </a:cubicBezTo>
                  <a:cubicBezTo>
                    <a:pt x="3567991" y="1078962"/>
                    <a:pt x="3567991" y="1078962"/>
                    <a:pt x="3758764" y="748339"/>
                  </a:cubicBezTo>
                  <a:cubicBezTo>
                    <a:pt x="3772390" y="725162"/>
                    <a:pt x="3772390" y="686987"/>
                    <a:pt x="3758764" y="663809"/>
                  </a:cubicBezTo>
                  <a:cubicBezTo>
                    <a:pt x="3758764" y="663809"/>
                    <a:pt x="3758764" y="663809"/>
                    <a:pt x="3567991" y="333186"/>
                  </a:cubicBezTo>
                  <a:cubicBezTo>
                    <a:pt x="3554364" y="310009"/>
                    <a:pt x="3521660" y="290921"/>
                    <a:pt x="3494407" y="290921"/>
                  </a:cubicBezTo>
                  <a:cubicBezTo>
                    <a:pt x="3494407" y="290921"/>
                    <a:pt x="3494407" y="290921"/>
                    <a:pt x="3333442" y="290921"/>
                  </a:cubicBezTo>
                  <a:lnTo>
                    <a:pt x="3295129" y="290921"/>
                  </a:lnTo>
                  <a:lnTo>
                    <a:pt x="3289167" y="290921"/>
                  </a:lnTo>
                  <a:lnTo>
                    <a:pt x="3247435" y="290921"/>
                  </a:lnTo>
                  <a:lnTo>
                    <a:pt x="3238801" y="290921"/>
                  </a:lnTo>
                  <a:lnTo>
                    <a:pt x="3134164" y="290921"/>
                  </a:lnTo>
                  <a:lnTo>
                    <a:pt x="3112861" y="290921"/>
                  </a:lnTo>
                  <a:lnTo>
                    <a:pt x="3095851" y="290921"/>
                  </a:lnTo>
                  <a:lnTo>
                    <a:pt x="3089889" y="290921"/>
                  </a:lnTo>
                  <a:lnTo>
                    <a:pt x="3048157" y="290921"/>
                  </a:lnTo>
                  <a:lnTo>
                    <a:pt x="3039523" y="290921"/>
                  </a:lnTo>
                  <a:lnTo>
                    <a:pt x="2934886" y="290921"/>
                  </a:lnTo>
                  <a:lnTo>
                    <a:pt x="2913583" y="290921"/>
                  </a:lnTo>
                  <a:lnTo>
                    <a:pt x="2840245" y="290921"/>
                  </a:lnTo>
                  <a:cubicBezTo>
                    <a:pt x="2803730" y="290921"/>
                    <a:pt x="2761998" y="290921"/>
                    <a:pt x="2714305" y="290921"/>
                  </a:cubicBezTo>
                  <a:lnTo>
                    <a:pt x="2709913" y="292233"/>
                  </a:lnTo>
                  <a:lnTo>
                    <a:pt x="2705494" y="290921"/>
                  </a:lnTo>
                  <a:cubicBezTo>
                    <a:pt x="2705494" y="290921"/>
                    <a:pt x="2705494" y="290921"/>
                    <a:pt x="2323948" y="290921"/>
                  </a:cubicBezTo>
                  <a:lnTo>
                    <a:pt x="2319556" y="292233"/>
                  </a:lnTo>
                  <a:lnTo>
                    <a:pt x="2315137" y="290921"/>
                  </a:lnTo>
                  <a:cubicBezTo>
                    <a:pt x="2315137" y="290921"/>
                    <a:pt x="2315137" y="290921"/>
                    <a:pt x="2059531" y="290921"/>
                  </a:cubicBezTo>
                  <a:lnTo>
                    <a:pt x="1955409" y="290921"/>
                  </a:lnTo>
                  <a:lnTo>
                    <a:pt x="1949447" y="290921"/>
                  </a:lnTo>
                  <a:lnTo>
                    <a:pt x="1933591" y="290921"/>
                  </a:lnTo>
                  <a:lnTo>
                    <a:pt x="1907716" y="290921"/>
                  </a:lnTo>
                  <a:cubicBezTo>
                    <a:pt x="1871946" y="290921"/>
                    <a:pt x="1809348" y="290921"/>
                    <a:pt x="1699803" y="290921"/>
                  </a:cubicBezTo>
                  <a:lnTo>
                    <a:pt x="1666857" y="290921"/>
                  </a:lnTo>
                  <a:lnTo>
                    <a:pt x="1660895" y="290921"/>
                  </a:lnTo>
                  <a:lnTo>
                    <a:pt x="1619163" y="290921"/>
                  </a:lnTo>
                  <a:lnTo>
                    <a:pt x="1573863" y="290921"/>
                  </a:lnTo>
                  <a:lnTo>
                    <a:pt x="1508939" y="290921"/>
                  </a:lnTo>
                  <a:lnTo>
                    <a:pt x="1505892" y="290921"/>
                  </a:lnTo>
                  <a:lnTo>
                    <a:pt x="1502977" y="290921"/>
                  </a:lnTo>
                  <a:lnTo>
                    <a:pt x="1461246" y="290921"/>
                  </a:lnTo>
                  <a:lnTo>
                    <a:pt x="1411251" y="290921"/>
                  </a:lnTo>
                  <a:lnTo>
                    <a:pt x="1347974" y="290921"/>
                  </a:lnTo>
                  <a:lnTo>
                    <a:pt x="1285311" y="290921"/>
                  </a:lnTo>
                  <a:lnTo>
                    <a:pt x="1253333" y="290921"/>
                  </a:lnTo>
                  <a:lnTo>
                    <a:pt x="1173474" y="290921"/>
                  </a:lnTo>
                  <a:lnTo>
                    <a:pt x="1167512" y="290921"/>
                  </a:lnTo>
                  <a:lnTo>
                    <a:pt x="1127393" y="290921"/>
                  </a:lnTo>
                  <a:lnTo>
                    <a:pt x="1125780" y="290921"/>
                  </a:lnTo>
                  <a:lnTo>
                    <a:pt x="1030708" y="290921"/>
                  </a:lnTo>
                  <a:cubicBezTo>
                    <a:pt x="1030708" y="290921"/>
                    <a:pt x="1030708" y="290921"/>
                    <a:pt x="1024746" y="290921"/>
                  </a:cubicBezTo>
                  <a:lnTo>
                    <a:pt x="1012509" y="290921"/>
                  </a:lnTo>
                  <a:lnTo>
                    <a:pt x="983015" y="290921"/>
                  </a:lnTo>
                  <a:lnTo>
                    <a:pt x="917868" y="290921"/>
                  </a:lnTo>
                  <a:lnTo>
                    <a:pt x="869743" y="290921"/>
                  </a:lnTo>
                  <a:lnTo>
                    <a:pt x="791928" y="290921"/>
                  </a:lnTo>
                  <a:lnTo>
                    <a:pt x="775102" y="290921"/>
                  </a:lnTo>
                  <a:cubicBezTo>
                    <a:pt x="738587" y="290921"/>
                    <a:pt x="696855" y="290921"/>
                    <a:pt x="649162" y="290921"/>
                  </a:cubicBezTo>
                  <a:cubicBezTo>
                    <a:pt x="622590" y="290921"/>
                    <a:pt x="589204" y="310009"/>
                    <a:pt x="575578" y="333186"/>
                  </a:cubicBezTo>
                  <a:cubicBezTo>
                    <a:pt x="575578" y="333186"/>
                    <a:pt x="575578" y="333186"/>
                    <a:pt x="384805" y="663809"/>
                  </a:cubicBezTo>
                  <a:cubicBezTo>
                    <a:pt x="371859" y="686987"/>
                    <a:pt x="371859" y="725162"/>
                    <a:pt x="384805" y="748339"/>
                  </a:cubicBezTo>
                  <a:cubicBezTo>
                    <a:pt x="384805" y="748339"/>
                    <a:pt x="384805" y="748339"/>
                    <a:pt x="575578" y="1078962"/>
                  </a:cubicBezTo>
                  <a:cubicBezTo>
                    <a:pt x="589204" y="1102140"/>
                    <a:pt x="622590" y="1121227"/>
                    <a:pt x="649162" y="1121227"/>
                  </a:cubicBezTo>
                  <a:lnTo>
                    <a:pt x="791928" y="1121227"/>
                  </a:lnTo>
                  <a:lnTo>
                    <a:pt x="1030708" y="1121227"/>
                  </a:lnTo>
                  <a:lnTo>
                    <a:pt x="1127393" y="1121227"/>
                  </a:lnTo>
                  <a:lnTo>
                    <a:pt x="1173474" y="1121227"/>
                  </a:lnTo>
                  <a:lnTo>
                    <a:pt x="1285311" y="1121227"/>
                  </a:lnTo>
                  <a:lnTo>
                    <a:pt x="1508939" y="1121227"/>
                  </a:lnTo>
                  <a:lnTo>
                    <a:pt x="1573863" y="1121227"/>
                  </a:lnTo>
                  <a:lnTo>
                    <a:pt x="1666857" y="1121227"/>
                  </a:lnTo>
                  <a:lnTo>
                    <a:pt x="1933591" y="1121227"/>
                  </a:lnTo>
                  <a:lnTo>
                    <a:pt x="1955409" y="1121227"/>
                  </a:lnTo>
                  <a:lnTo>
                    <a:pt x="2315137" y="1121227"/>
                  </a:lnTo>
                  <a:lnTo>
                    <a:pt x="2319556" y="1119915"/>
                  </a:lnTo>
                  <a:lnTo>
                    <a:pt x="2323948" y="1121227"/>
                  </a:lnTo>
                  <a:lnTo>
                    <a:pt x="2705494" y="1121227"/>
                  </a:lnTo>
                  <a:lnTo>
                    <a:pt x="2709913" y="1119915"/>
                  </a:lnTo>
                  <a:lnTo>
                    <a:pt x="2714305" y="1121227"/>
                  </a:lnTo>
                  <a:lnTo>
                    <a:pt x="2913583" y="1121227"/>
                  </a:lnTo>
                  <a:lnTo>
                    <a:pt x="3095851" y="1121227"/>
                  </a:lnTo>
                  <a:lnTo>
                    <a:pt x="3112861" y="1121227"/>
                  </a:lnTo>
                  <a:lnTo>
                    <a:pt x="3295129" y="1121227"/>
                  </a:lnTo>
                  <a:close/>
                  <a:moveTo>
                    <a:pt x="3671470" y="1412149"/>
                  </a:moveTo>
                  <a:lnTo>
                    <a:pt x="3163470" y="1412149"/>
                  </a:lnTo>
                  <a:lnTo>
                    <a:pt x="3022552" y="1412149"/>
                  </a:lnTo>
                  <a:lnTo>
                    <a:pt x="2554799" y="1412149"/>
                  </a:lnTo>
                  <a:lnTo>
                    <a:pt x="2514552" y="1412149"/>
                  </a:lnTo>
                  <a:lnTo>
                    <a:pt x="2266137" y="1412149"/>
                  </a:lnTo>
                  <a:lnTo>
                    <a:pt x="1905881" y="1412149"/>
                  </a:lnTo>
                  <a:lnTo>
                    <a:pt x="1809866" y="1412149"/>
                  </a:lnTo>
                  <a:lnTo>
                    <a:pt x="1617219" y="1412149"/>
                  </a:lnTo>
                  <a:lnTo>
                    <a:pt x="1489857" y="1412149"/>
                  </a:lnTo>
                  <a:lnTo>
                    <a:pt x="1301866" y="1412149"/>
                  </a:lnTo>
                  <a:lnTo>
                    <a:pt x="1160948" y="1412149"/>
                  </a:lnTo>
                  <a:lnTo>
                    <a:pt x="1115038" y="1412149"/>
                  </a:lnTo>
                  <a:lnTo>
                    <a:pt x="840939" y="1412149"/>
                  </a:lnTo>
                  <a:lnTo>
                    <a:pt x="652948" y="1412149"/>
                  </a:lnTo>
                  <a:lnTo>
                    <a:pt x="466120" y="1412149"/>
                  </a:lnTo>
                  <a:cubicBezTo>
                    <a:pt x="420928" y="1412149"/>
                    <a:pt x="364147" y="1379686"/>
                    <a:pt x="340972" y="1340266"/>
                  </a:cubicBezTo>
                  <a:cubicBezTo>
                    <a:pt x="16513" y="777957"/>
                    <a:pt x="16513" y="777957"/>
                    <a:pt x="16513" y="777957"/>
                  </a:cubicBezTo>
                  <a:cubicBezTo>
                    <a:pt x="-5504" y="738538"/>
                    <a:pt x="-5504" y="673611"/>
                    <a:pt x="16513" y="634192"/>
                  </a:cubicBezTo>
                  <a:cubicBezTo>
                    <a:pt x="340972" y="71883"/>
                    <a:pt x="340972" y="71883"/>
                    <a:pt x="340972" y="71883"/>
                  </a:cubicBezTo>
                  <a:cubicBezTo>
                    <a:pt x="364147" y="32463"/>
                    <a:pt x="420928" y="0"/>
                    <a:pt x="466120" y="0"/>
                  </a:cubicBezTo>
                  <a:lnTo>
                    <a:pt x="652948" y="0"/>
                  </a:lnTo>
                  <a:lnTo>
                    <a:pt x="680314" y="0"/>
                  </a:lnTo>
                  <a:lnTo>
                    <a:pt x="840939" y="0"/>
                  </a:lnTo>
                  <a:lnTo>
                    <a:pt x="841276" y="0"/>
                  </a:lnTo>
                  <a:lnTo>
                    <a:pt x="867142" y="0"/>
                  </a:lnTo>
                  <a:lnTo>
                    <a:pt x="956611" y="0"/>
                  </a:lnTo>
                  <a:lnTo>
                    <a:pt x="1028104" y="0"/>
                  </a:lnTo>
                  <a:lnTo>
                    <a:pt x="1033923" y="0"/>
                  </a:lnTo>
                  <a:lnTo>
                    <a:pt x="1055133" y="0"/>
                  </a:lnTo>
                  <a:lnTo>
                    <a:pt x="1080817" y="0"/>
                  </a:lnTo>
                  <a:cubicBezTo>
                    <a:pt x="1115038" y="0"/>
                    <a:pt x="1115038" y="0"/>
                    <a:pt x="1115038" y="0"/>
                  </a:cubicBezTo>
                  <a:lnTo>
                    <a:pt x="1143439" y="0"/>
                  </a:lnTo>
                  <a:lnTo>
                    <a:pt x="1160948" y="0"/>
                  </a:lnTo>
                  <a:lnTo>
                    <a:pt x="1216095" y="0"/>
                  </a:lnTo>
                  <a:lnTo>
                    <a:pt x="1220751" y="0"/>
                  </a:lnTo>
                  <a:lnTo>
                    <a:pt x="1267645" y="0"/>
                  </a:lnTo>
                  <a:lnTo>
                    <a:pt x="1291726" y="0"/>
                  </a:lnTo>
                  <a:lnTo>
                    <a:pt x="1301866" y="0"/>
                  </a:lnTo>
                  <a:lnTo>
                    <a:pt x="1331430" y="0"/>
                  </a:lnTo>
                  <a:lnTo>
                    <a:pt x="1375142" y="0"/>
                  </a:lnTo>
                  <a:lnTo>
                    <a:pt x="1408742" y="0"/>
                  </a:lnTo>
                  <a:lnTo>
                    <a:pt x="1455636" y="0"/>
                  </a:lnTo>
                  <a:lnTo>
                    <a:pt x="1479717" y="0"/>
                  </a:lnTo>
                  <a:lnTo>
                    <a:pt x="1489857" y="0"/>
                  </a:lnTo>
                  <a:lnTo>
                    <a:pt x="1536104" y="0"/>
                  </a:lnTo>
                  <a:lnTo>
                    <a:pt x="1617219" y="0"/>
                  </a:lnTo>
                  <a:lnTo>
                    <a:pt x="1651439" y="0"/>
                  </a:lnTo>
                  <a:lnTo>
                    <a:pt x="1728751" y="0"/>
                  </a:lnTo>
                  <a:lnTo>
                    <a:pt x="1775645" y="0"/>
                  </a:lnTo>
                  <a:lnTo>
                    <a:pt x="1799726" y="0"/>
                  </a:lnTo>
                  <a:lnTo>
                    <a:pt x="1809866" y="0"/>
                  </a:lnTo>
                  <a:lnTo>
                    <a:pt x="1831413" y="0"/>
                  </a:lnTo>
                  <a:lnTo>
                    <a:pt x="1905881" y="0"/>
                  </a:lnTo>
                  <a:lnTo>
                    <a:pt x="1992375" y="0"/>
                  </a:lnTo>
                  <a:lnTo>
                    <a:pt x="2107709" y="0"/>
                  </a:lnTo>
                  <a:lnTo>
                    <a:pt x="2120075" y="0"/>
                  </a:lnTo>
                  <a:lnTo>
                    <a:pt x="2185022" y="0"/>
                  </a:lnTo>
                  <a:lnTo>
                    <a:pt x="2231916" y="0"/>
                  </a:lnTo>
                  <a:lnTo>
                    <a:pt x="2255997" y="0"/>
                  </a:lnTo>
                  <a:lnTo>
                    <a:pt x="2266137" y="0"/>
                  </a:lnTo>
                  <a:lnTo>
                    <a:pt x="2281036" y="0"/>
                  </a:lnTo>
                  <a:cubicBezTo>
                    <a:pt x="2372290" y="0"/>
                    <a:pt x="2433126" y="0"/>
                    <a:pt x="2473684" y="0"/>
                  </a:cubicBezTo>
                  <a:lnTo>
                    <a:pt x="2514552" y="0"/>
                  </a:lnTo>
                  <a:lnTo>
                    <a:pt x="2520578" y="0"/>
                  </a:lnTo>
                  <a:lnTo>
                    <a:pt x="2544659" y="0"/>
                  </a:lnTo>
                  <a:lnTo>
                    <a:pt x="2554799" y="0"/>
                  </a:lnTo>
                  <a:lnTo>
                    <a:pt x="2680485" y="0"/>
                  </a:lnTo>
                  <a:cubicBezTo>
                    <a:pt x="2830376" y="0"/>
                    <a:pt x="2933750" y="0"/>
                    <a:pt x="3005042" y="0"/>
                  </a:cubicBezTo>
                  <a:lnTo>
                    <a:pt x="3022552" y="0"/>
                  </a:lnTo>
                  <a:lnTo>
                    <a:pt x="3082355" y="0"/>
                  </a:lnTo>
                  <a:lnTo>
                    <a:pt x="3129249" y="0"/>
                  </a:lnTo>
                  <a:lnTo>
                    <a:pt x="3153330" y="0"/>
                  </a:lnTo>
                  <a:lnTo>
                    <a:pt x="3163470" y="0"/>
                  </a:lnTo>
                  <a:lnTo>
                    <a:pt x="3236746" y="0"/>
                  </a:lnTo>
                  <a:cubicBezTo>
                    <a:pt x="3671470" y="0"/>
                    <a:pt x="3671470" y="0"/>
                    <a:pt x="3671470" y="0"/>
                  </a:cubicBezTo>
                  <a:cubicBezTo>
                    <a:pt x="3717821" y="0"/>
                    <a:pt x="3773442" y="32463"/>
                    <a:pt x="3796617" y="71883"/>
                  </a:cubicBezTo>
                  <a:cubicBezTo>
                    <a:pt x="4121076" y="634192"/>
                    <a:pt x="4121076" y="634192"/>
                    <a:pt x="4121076" y="634192"/>
                  </a:cubicBezTo>
                  <a:cubicBezTo>
                    <a:pt x="4144252" y="673611"/>
                    <a:pt x="4144252" y="738538"/>
                    <a:pt x="4121076" y="777957"/>
                  </a:cubicBezTo>
                  <a:cubicBezTo>
                    <a:pt x="3796617" y="1340266"/>
                    <a:pt x="3796617" y="1340266"/>
                    <a:pt x="3796617" y="1340266"/>
                  </a:cubicBezTo>
                  <a:cubicBezTo>
                    <a:pt x="3773442" y="1379686"/>
                    <a:pt x="3717821" y="1412149"/>
                    <a:pt x="3671470" y="1412149"/>
                  </a:cubicBezTo>
                  <a:close/>
                </a:path>
              </a:pathLst>
            </a:custGeom>
            <a:solidFill>
              <a:srgbClr val="FFB850"/>
            </a:solidFill>
            <a:ln w="19050">
              <a:noFill/>
            </a:ln>
            <a:effectLst>
              <a:innerShdw blurRad="101600" dist="63500" dir="2700000">
                <a:prstClr val="black">
                  <a:alpha val="50000"/>
                </a:prstClr>
              </a:innerShdw>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sp>
          <p:nvSpPr>
            <p:cNvPr id="94" name="任意多边形 94"/>
            <p:cNvSpPr>
              <a:spLocks/>
            </p:cNvSpPr>
            <p:nvPr/>
          </p:nvSpPr>
          <p:spPr bwMode="auto">
            <a:xfrm rot="10800000">
              <a:off x="6249554" y="1975712"/>
              <a:ext cx="3147691" cy="1074074"/>
            </a:xfrm>
            <a:custGeom>
              <a:avLst/>
              <a:gdLst>
                <a:gd name="connsiteX0" fmla="*/ 3671470 w 4138458"/>
                <a:gd name="connsiteY0" fmla="*/ 1412149 h 1412149"/>
                <a:gd name="connsiteX1" fmla="*/ 3163470 w 4138458"/>
                <a:gd name="connsiteY1" fmla="*/ 1412149 h 1412149"/>
                <a:gd name="connsiteX2" fmla="*/ 3022552 w 4138458"/>
                <a:gd name="connsiteY2" fmla="*/ 1412149 h 1412149"/>
                <a:gd name="connsiteX3" fmla="*/ 2554799 w 4138458"/>
                <a:gd name="connsiteY3" fmla="*/ 1412149 h 1412149"/>
                <a:gd name="connsiteX4" fmla="*/ 2514552 w 4138458"/>
                <a:gd name="connsiteY4" fmla="*/ 1412149 h 1412149"/>
                <a:gd name="connsiteX5" fmla="*/ 2266137 w 4138458"/>
                <a:gd name="connsiteY5" fmla="*/ 1412149 h 1412149"/>
                <a:gd name="connsiteX6" fmla="*/ 1905881 w 4138458"/>
                <a:gd name="connsiteY6" fmla="*/ 1412149 h 1412149"/>
                <a:gd name="connsiteX7" fmla="*/ 1809866 w 4138458"/>
                <a:gd name="connsiteY7" fmla="*/ 1412149 h 1412149"/>
                <a:gd name="connsiteX8" fmla="*/ 1617219 w 4138458"/>
                <a:gd name="connsiteY8" fmla="*/ 1412149 h 1412149"/>
                <a:gd name="connsiteX9" fmla="*/ 1489857 w 4138458"/>
                <a:gd name="connsiteY9" fmla="*/ 1412149 h 1412149"/>
                <a:gd name="connsiteX10" fmla="*/ 1301866 w 4138458"/>
                <a:gd name="connsiteY10" fmla="*/ 1412149 h 1412149"/>
                <a:gd name="connsiteX11" fmla="*/ 1160948 w 4138458"/>
                <a:gd name="connsiteY11" fmla="*/ 1412149 h 1412149"/>
                <a:gd name="connsiteX12" fmla="*/ 1115038 w 4138458"/>
                <a:gd name="connsiteY12" fmla="*/ 1412149 h 1412149"/>
                <a:gd name="connsiteX13" fmla="*/ 840939 w 4138458"/>
                <a:gd name="connsiteY13" fmla="*/ 1412149 h 1412149"/>
                <a:gd name="connsiteX14" fmla="*/ 652948 w 4138458"/>
                <a:gd name="connsiteY14" fmla="*/ 1412149 h 1412149"/>
                <a:gd name="connsiteX15" fmla="*/ 466120 w 4138458"/>
                <a:gd name="connsiteY15" fmla="*/ 1412149 h 1412149"/>
                <a:gd name="connsiteX16" fmla="*/ 340972 w 4138458"/>
                <a:gd name="connsiteY16" fmla="*/ 1340266 h 1412149"/>
                <a:gd name="connsiteX17" fmla="*/ 16513 w 4138458"/>
                <a:gd name="connsiteY17" fmla="*/ 777957 h 1412149"/>
                <a:gd name="connsiteX18" fmla="*/ 16513 w 4138458"/>
                <a:gd name="connsiteY18" fmla="*/ 634192 h 1412149"/>
                <a:gd name="connsiteX19" fmla="*/ 340972 w 4138458"/>
                <a:gd name="connsiteY19" fmla="*/ 71883 h 1412149"/>
                <a:gd name="connsiteX20" fmla="*/ 466120 w 4138458"/>
                <a:gd name="connsiteY20" fmla="*/ 0 h 1412149"/>
                <a:gd name="connsiteX21" fmla="*/ 652948 w 4138458"/>
                <a:gd name="connsiteY21" fmla="*/ 0 h 1412149"/>
                <a:gd name="connsiteX22" fmla="*/ 680314 w 4138458"/>
                <a:gd name="connsiteY22" fmla="*/ 0 h 1412149"/>
                <a:gd name="connsiteX23" fmla="*/ 840939 w 4138458"/>
                <a:gd name="connsiteY23" fmla="*/ 0 h 1412149"/>
                <a:gd name="connsiteX24" fmla="*/ 841276 w 4138458"/>
                <a:gd name="connsiteY24" fmla="*/ 0 h 1412149"/>
                <a:gd name="connsiteX25" fmla="*/ 867142 w 4138458"/>
                <a:gd name="connsiteY25" fmla="*/ 0 h 1412149"/>
                <a:gd name="connsiteX26" fmla="*/ 956611 w 4138458"/>
                <a:gd name="connsiteY26" fmla="*/ 0 h 1412149"/>
                <a:gd name="connsiteX27" fmla="*/ 1028104 w 4138458"/>
                <a:gd name="connsiteY27" fmla="*/ 0 h 1412149"/>
                <a:gd name="connsiteX28" fmla="*/ 1033923 w 4138458"/>
                <a:gd name="connsiteY28" fmla="*/ 0 h 1412149"/>
                <a:gd name="connsiteX29" fmla="*/ 1055133 w 4138458"/>
                <a:gd name="connsiteY29" fmla="*/ 0 h 1412149"/>
                <a:gd name="connsiteX30" fmla="*/ 1080817 w 4138458"/>
                <a:gd name="connsiteY30" fmla="*/ 0 h 1412149"/>
                <a:gd name="connsiteX31" fmla="*/ 1115038 w 4138458"/>
                <a:gd name="connsiteY31" fmla="*/ 0 h 1412149"/>
                <a:gd name="connsiteX32" fmla="*/ 1143439 w 4138458"/>
                <a:gd name="connsiteY32" fmla="*/ 0 h 1412149"/>
                <a:gd name="connsiteX33" fmla="*/ 1160948 w 4138458"/>
                <a:gd name="connsiteY33" fmla="*/ 0 h 1412149"/>
                <a:gd name="connsiteX34" fmla="*/ 1216095 w 4138458"/>
                <a:gd name="connsiteY34" fmla="*/ 0 h 1412149"/>
                <a:gd name="connsiteX35" fmla="*/ 1220751 w 4138458"/>
                <a:gd name="connsiteY35" fmla="*/ 0 h 1412149"/>
                <a:gd name="connsiteX36" fmla="*/ 1267645 w 4138458"/>
                <a:gd name="connsiteY36" fmla="*/ 0 h 1412149"/>
                <a:gd name="connsiteX37" fmla="*/ 1291726 w 4138458"/>
                <a:gd name="connsiteY37" fmla="*/ 0 h 1412149"/>
                <a:gd name="connsiteX38" fmla="*/ 1301866 w 4138458"/>
                <a:gd name="connsiteY38" fmla="*/ 0 h 1412149"/>
                <a:gd name="connsiteX39" fmla="*/ 1331430 w 4138458"/>
                <a:gd name="connsiteY39" fmla="*/ 0 h 1412149"/>
                <a:gd name="connsiteX40" fmla="*/ 1375142 w 4138458"/>
                <a:gd name="connsiteY40" fmla="*/ 0 h 1412149"/>
                <a:gd name="connsiteX41" fmla="*/ 1408742 w 4138458"/>
                <a:gd name="connsiteY41" fmla="*/ 0 h 1412149"/>
                <a:gd name="connsiteX42" fmla="*/ 1455636 w 4138458"/>
                <a:gd name="connsiteY42" fmla="*/ 0 h 1412149"/>
                <a:gd name="connsiteX43" fmla="*/ 1479717 w 4138458"/>
                <a:gd name="connsiteY43" fmla="*/ 0 h 1412149"/>
                <a:gd name="connsiteX44" fmla="*/ 1489857 w 4138458"/>
                <a:gd name="connsiteY44" fmla="*/ 0 h 1412149"/>
                <a:gd name="connsiteX45" fmla="*/ 1536104 w 4138458"/>
                <a:gd name="connsiteY45" fmla="*/ 0 h 1412149"/>
                <a:gd name="connsiteX46" fmla="*/ 1617219 w 4138458"/>
                <a:gd name="connsiteY46" fmla="*/ 0 h 1412149"/>
                <a:gd name="connsiteX47" fmla="*/ 1651439 w 4138458"/>
                <a:gd name="connsiteY47" fmla="*/ 0 h 1412149"/>
                <a:gd name="connsiteX48" fmla="*/ 1728751 w 4138458"/>
                <a:gd name="connsiteY48" fmla="*/ 0 h 1412149"/>
                <a:gd name="connsiteX49" fmla="*/ 1775645 w 4138458"/>
                <a:gd name="connsiteY49" fmla="*/ 0 h 1412149"/>
                <a:gd name="connsiteX50" fmla="*/ 1799726 w 4138458"/>
                <a:gd name="connsiteY50" fmla="*/ 0 h 1412149"/>
                <a:gd name="connsiteX51" fmla="*/ 1809866 w 4138458"/>
                <a:gd name="connsiteY51" fmla="*/ 0 h 1412149"/>
                <a:gd name="connsiteX52" fmla="*/ 1831413 w 4138458"/>
                <a:gd name="connsiteY52" fmla="*/ 0 h 1412149"/>
                <a:gd name="connsiteX53" fmla="*/ 1905881 w 4138458"/>
                <a:gd name="connsiteY53" fmla="*/ 0 h 1412149"/>
                <a:gd name="connsiteX54" fmla="*/ 1992375 w 4138458"/>
                <a:gd name="connsiteY54" fmla="*/ 0 h 1412149"/>
                <a:gd name="connsiteX55" fmla="*/ 2107709 w 4138458"/>
                <a:gd name="connsiteY55" fmla="*/ 0 h 1412149"/>
                <a:gd name="connsiteX56" fmla="*/ 2120075 w 4138458"/>
                <a:gd name="connsiteY56" fmla="*/ 0 h 1412149"/>
                <a:gd name="connsiteX57" fmla="*/ 2185022 w 4138458"/>
                <a:gd name="connsiteY57" fmla="*/ 0 h 1412149"/>
                <a:gd name="connsiteX58" fmla="*/ 2231916 w 4138458"/>
                <a:gd name="connsiteY58" fmla="*/ 0 h 1412149"/>
                <a:gd name="connsiteX59" fmla="*/ 2255997 w 4138458"/>
                <a:gd name="connsiteY59" fmla="*/ 0 h 1412149"/>
                <a:gd name="connsiteX60" fmla="*/ 2266137 w 4138458"/>
                <a:gd name="connsiteY60" fmla="*/ 0 h 1412149"/>
                <a:gd name="connsiteX61" fmla="*/ 2281036 w 4138458"/>
                <a:gd name="connsiteY61" fmla="*/ 0 h 1412149"/>
                <a:gd name="connsiteX62" fmla="*/ 2473684 w 4138458"/>
                <a:gd name="connsiteY62" fmla="*/ 0 h 1412149"/>
                <a:gd name="connsiteX63" fmla="*/ 2514552 w 4138458"/>
                <a:gd name="connsiteY63" fmla="*/ 0 h 1412149"/>
                <a:gd name="connsiteX64" fmla="*/ 2520578 w 4138458"/>
                <a:gd name="connsiteY64" fmla="*/ 0 h 1412149"/>
                <a:gd name="connsiteX65" fmla="*/ 2544659 w 4138458"/>
                <a:gd name="connsiteY65" fmla="*/ 0 h 1412149"/>
                <a:gd name="connsiteX66" fmla="*/ 2554799 w 4138458"/>
                <a:gd name="connsiteY66" fmla="*/ 0 h 1412149"/>
                <a:gd name="connsiteX67" fmla="*/ 2680485 w 4138458"/>
                <a:gd name="connsiteY67" fmla="*/ 0 h 1412149"/>
                <a:gd name="connsiteX68" fmla="*/ 3005042 w 4138458"/>
                <a:gd name="connsiteY68" fmla="*/ 0 h 1412149"/>
                <a:gd name="connsiteX69" fmla="*/ 3022552 w 4138458"/>
                <a:gd name="connsiteY69" fmla="*/ 0 h 1412149"/>
                <a:gd name="connsiteX70" fmla="*/ 3082355 w 4138458"/>
                <a:gd name="connsiteY70" fmla="*/ 0 h 1412149"/>
                <a:gd name="connsiteX71" fmla="*/ 3129249 w 4138458"/>
                <a:gd name="connsiteY71" fmla="*/ 0 h 1412149"/>
                <a:gd name="connsiteX72" fmla="*/ 3153330 w 4138458"/>
                <a:gd name="connsiteY72" fmla="*/ 0 h 1412149"/>
                <a:gd name="connsiteX73" fmla="*/ 3163470 w 4138458"/>
                <a:gd name="connsiteY73" fmla="*/ 0 h 1412149"/>
                <a:gd name="connsiteX74" fmla="*/ 3236746 w 4138458"/>
                <a:gd name="connsiteY74" fmla="*/ 0 h 1412149"/>
                <a:gd name="connsiteX75" fmla="*/ 3671470 w 4138458"/>
                <a:gd name="connsiteY75" fmla="*/ 0 h 1412149"/>
                <a:gd name="connsiteX76" fmla="*/ 3796617 w 4138458"/>
                <a:gd name="connsiteY76" fmla="*/ 71883 h 1412149"/>
                <a:gd name="connsiteX77" fmla="*/ 4121076 w 4138458"/>
                <a:gd name="connsiteY77" fmla="*/ 634192 h 1412149"/>
                <a:gd name="connsiteX78" fmla="*/ 4121076 w 4138458"/>
                <a:gd name="connsiteY78" fmla="*/ 777957 h 1412149"/>
                <a:gd name="connsiteX79" fmla="*/ 3796617 w 4138458"/>
                <a:gd name="connsiteY79" fmla="*/ 1340266 h 1412149"/>
                <a:gd name="connsiteX80" fmla="*/ 3671470 w 4138458"/>
                <a:gd name="connsiteY80" fmla="*/ 1412149 h 1412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4138458" h="1412149">
                  <a:moveTo>
                    <a:pt x="3671470" y="1412149"/>
                  </a:moveTo>
                  <a:lnTo>
                    <a:pt x="3163470" y="1412149"/>
                  </a:lnTo>
                  <a:lnTo>
                    <a:pt x="3022552" y="1412149"/>
                  </a:lnTo>
                  <a:lnTo>
                    <a:pt x="2554799" y="1412149"/>
                  </a:lnTo>
                  <a:lnTo>
                    <a:pt x="2514552" y="1412149"/>
                  </a:lnTo>
                  <a:lnTo>
                    <a:pt x="2266137" y="1412149"/>
                  </a:lnTo>
                  <a:lnTo>
                    <a:pt x="1905881" y="1412149"/>
                  </a:lnTo>
                  <a:lnTo>
                    <a:pt x="1809866" y="1412149"/>
                  </a:lnTo>
                  <a:lnTo>
                    <a:pt x="1617219" y="1412149"/>
                  </a:lnTo>
                  <a:lnTo>
                    <a:pt x="1489857" y="1412149"/>
                  </a:lnTo>
                  <a:lnTo>
                    <a:pt x="1301866" y="1412149"/>
                  </a:lnTo>
                  <a:lnTo>
                    <a:pt x="1160948" y="1412149"/>
                  </a:lnTo>
                  <a:lnTo>
                    <a:pt x="1115038" y="1412149"/>
                  </a:lnTo>
                  <a:lnTo>
                    <a:pt x="840939" y="1412149"/>
                  </a:lnTo>
                  <a:lnTo>
                    <a:pt x="652948" y="1412149"/>
                  </a:lnTo>
                  <a:lnTo>
                    <a:pt x="466120" y="1412149"/>
                  </a:lnTo>
                  <a:cubicBezTo>
                    <a:pt x="420928" y="1412149"/>
                    <a:pt x="364147" y="1379686"/>
                    <a:pt x="340972" y="1340266"/>
                  </a:cubicBezTo>
                  <a:cubicBezTo>
                    <a:pt x="16513" y="777957"/>
                    <a:pt x="16513" y="777957"/>
                    <a:pt x="16513" y="777957"/>
                  </a:cubicBezTo>
                  <a:cubicBezTo>
                    <a:pt x="-5504" y="738538"/>
                    <a:pt x="-5504" y="673611"/>
                    <a:pt x="16513" y="634192"/>
                  </a:cubicBezTo>
                  <a:cubicBezTo>
                    <a:pt x="340972" y="71883"/>
                    <a:pt x="340972" y="71883"/>
                    <a:pt x="340972" y="71883"/>
                  </a:cubicBezTo>
                  <a:cubicBezTo>
                    <a:pt x="364147" y="32463"/>
                    <a:pt x="420928" y="0"/>
                    <a:pt x="466120" y="0"/>
                  </a:cubicBezTo>
                  <a:lnTo>
                    <a:pt x="652948" y="0"/>
                  </a:lnTo>
                  <a:lnTo>
                    <a:pt x="680314" y="0"/>
                  </a:lnTo>
                  <a:lnTo>
                    <a:pt x="840939" y="0"/>
                  </a:lnTo>
                  <a:lnTo>
                    <a:pt x="841276" y="0"/>
                  </a:lnTo>
                  <a:lnTo>
                    <a:pt x="867142" y="0"/>
                  </a:lnTo>
                  <a:lnTo>
                    <a:pt x="956611" y="0"/>
                  </a:lnTo>
                  <a:lnTo>
                    <a:pt x="1028104" y="0"/>
                  </a:lnTo>
                  <a:lnTo>
                    <a:pt x="1033923" y="0"/>
                  </a:lnTo>
                  <a:lnTo>
                    <a:pt x="1055133" y="0"/>
                  </a:lnTo>
                  <a:lnTo>
                    <a:pt x="1080817" y="0"/>
                  </a:lnTo>
                  <a:cubicBezTo>
                    <a:pt x="1115038" y="0"/>
                    <a:pt x="1115038" y="0"/>
                    <a:pt x="1115038" y="0"/>
                  </a:cubicBezTo>
                  <a:lnTo>
                    <a:pt x="1143439" y="0"/>
                  </a:lnTo>
                  <a:lnTo>
                    <a:pt x="1160948" y="0"/>
                  </a:lnTo>
                  <a:lnTo>
                    <a:pt x="1216095" y="0"/>
                  </a:lnTo>
                  <a:lnTo>
                    <a:pt x="1220751" y="0"/>
                  </a:lnTo>
                  <a:lnTo>
                    <a:pt x="1267645" y="0"/>
                  </a:lnTo>
                  <a:lnTo>
                    <a:pt x="1291726" y="0"/>
                  </a:lnTo>
                  <a:lnTo>
                    <a:pt x="1301866" y="0"/>
                  </a:lnTo>
                  <a:lnTo>
                    <a:pt x="1331430" y="0"/>
                  </a:lnTo>
                  <a:lnTo>
                    <a:pt x="1375142" y="0"/>
                  </a:lnTo>
                  <a:lnTo>
                    <a:pt x="1408742" y="0"/>
                  </a:lnTo>
                  <a:lnTo>
                    <a:pt x="1455636" y="0"/>
                  </a:lnTo>
                  <a:lnTo>
                    <a:pt x="1479717" y="0"/>
                  </a:lnTo>
                  <a:lnTo>
                    <a:pt x="1489857" y="0"/>
                  </a:lnTo>
                  <a:lnTo>
                    <a:pt x="1536104" y="0"/>
                  </a:lnTo>
                  <a:lnTo>
                    <a:pt x="1617219" y="0"/>
                  </a:lnTo>
                  <a:lnTo>
                    <a:pt x="1651439" y="0"/>
                  </a:lnTo>
                  <a:lnTo>
                    <a:pt x="1728751" y="0"/>
                  </a:lnTo>
                  <a:lnTo>
                    <a:pt x="1775645" y="0"/>
                  </a:lnTo>
                  <a:lnTo>
                    <a:pt x="1799726" y="0"/>
                  </a:lnTo>
                  <a:lnTo>
                    <a:pt x="1809866" y="0"/>
                  </a:lnTo>
                  <a:lnTo>
                    <a:pt x="1831413" y="0"/>
                  </a:lnTo>
                  <a:lnTo>
                    <a:pt x="1905881" y="0"/>
                  </a:lnTo>
                  <a:lnTo>
                    <a:pt x="1992375" y="0"/>
                  </a:lnTo>
                  <a:lnTo>
                    <a:pt x="2107709" y="0"/>
                  </a:lnTo>
                  <a:lnTo>
                    <a:pt x="2120075" y="0"/>
                  </a:lnTo>
                  <a:lnTo>
                    <a:pt x="2185022" y="0"/>
                  </a:lnTo>
                  <a:lnTo>
                    <a:pt x="2231916" y="0"/>
                  </a:lnTo>
                  <a:lnTo>
                    <a:pt x="2255997" y="0"/>
                  </a:lnTo>
                  <a:lnTo>
                    <a:pt x="2266137" y="0"/>
                  </a:lnTo>
                  <a:lnTo>
                    <a:pt x="2281036" y="0"/>
                  </a:lnTo>
                  <a:cubicBezTo>
                    <a:pt x="2372290" y="0"/>
                    <a:pt x="2433126" y="0"/>
                    <a:pt x="2473684" y="0"/>
                  </a:cubicBezTo>
                  <a:lnTo>
                    <a:pt x="2514552" y="0"/>
                  </a:lnTo>
                  <a:lnTo>
                    <a:pt x="2520578" y="0"/>
                  </a:lnTo>
                  <a:lnTo>
                    <a:pt x="2544659" y="0"/>
                  </a:lnTo>
                  <a:lnTo>
                    <a:pt x="2554799" y="0"/>
                  </a:lnTo>
                  <a:lnTo>
                    <a:pt x="2680485" y="0"/>
                  </a:lnTo>
                  <a:cubicBezTo>
                    <a:pt x="2830376" y="0"/>
                    <a:pt x="2933750" y="0"/>
                    <a:pt x="3005042" y="0"/>
                  </a:cubicBezTo>
                  <a:lnTo>
                    <a:pt x="3022552" y="0"/>
                  </a:lnTo>
                  <a:lnTo>
                    <a:pt x="3082355" y="0"/>
                  </a:lnTo>
                  <a:lnTo>
                    <a:pt x="3129249" y="0"/>
                  </a:lnTo>
                  <a:lnTo>
                    <a:pt x="3153330" y="0"/>
                  </a:lnTo>
                  <a:lnTo>
                    <a:pt x="3163470" y="0"/>
                  </a:lnTo>
                  <a:lnTo>
                    <a:pt x="3236746" y="0"/>
                  </a:lnTo>
                  <a:cubicBezTo>
                    <a:pt x="3671470" y="0"/>
                    <a:pt x="3671470" y="0"/>
                    <a:pt x="3671470" y="0"/>
                  </a:cubicBezTo>
                  <a:cubicBezTo>
                    <a:pt x="3717821" y="0"/>
                    <a:pt x="3773442" y="32463"/>
                    <a:pt x="3796617" y="71883"/>
                  </a:cubicBezTo>
                  <a:cubicBezTo>
                    <a:pt x="4121076" y="634192"/>
                    <a:pt x="4121076" y="634192"/>
                    <a:pt x="4121076" y="634192"/>
                  </a:cubicBezTo>
                  <a:cubicBezTo>
                    <a:pt x="4144252" y="673611"/>
                    <a:pt x="4144252" y="738538"/>
                    <a:pt x="4121076" y="777957"/>
                  </a:cubicBezTo>
                  <a:cubicBezTo>
                    <a:pt x="3796617" y="1340266"/>
                    <a:pt x="3796617" y="1340266"/>
                    <a:pt x="3796617" y="1340266"/>
                  </a:cubicBezTo>
                  <a:cubicBezTo>
                    <a:pt x="3773442" y="1379686"/>
                    <a:pt x="3717821" y="1412149"/>
                    <a:pt x="3671470" y="1412149"/>
                  </a:cubicBezTo>
                  <a:close/>
                </a:path>
              </a:pathLst>
            </a:custGeom>
            <a:solidFill>
              <a:schemeClr val="bg1">
                <a:alpha val="0"/>
              </a:schemeClr>
            </a:solidFill>
            <a:ln w="38100">
              <a:gradFill flip="none" rotWithShape="1">
                <a:gsLst>
                  <a:gs pos="0">
                    <a:srgbClr val="F9F9F9"/>
                  </a:gs>
                  <a:gs pos="100000">
                    <a:schemeClr val="bg1">
                      <a:lumMod val="75000"/>
                    </a:schemeClr>
                  </a:gs>
                </a:gsLst>
                <a:lin ang="2700000" scaled="1"/>
                <a:tileRect/>
              </a:gradFill>
            </a:ln>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sp>
          <p:nvSpPr>
            <p:cNvPr id="95" name="任意多边形 95"/>
            <p:cNvSpPr>
              <a:spLocks/>
            </p:cNvSpPr>
            <p:nvPr/>
          </p:nvSpPr>
          <p:spPr bwMode="auto">
            <a:xfrm rot="10800000">
              <a:off x="6532711" y="2196986"/>
              <a:ext cx="2581375" cy="631527"/>
            </a:xfrm>
            <a:custGeom>
              <a:avLst/>
              <a:gdLst>
                <a:gd name="connsiteX0" fmla="*/ 3119312 w 3393888"/>
                <a:gd name="connsiteY0" fmla="*/ 830306 h 830306"/>
                <a:gd name="connsiteX1" fmla="*/ 2920034 w 3393888"/>
                <a:gd name="connsiteY1" fmla="*/ 830306 h 830306"/>
                <a:gd name="connsiteX2" fmla="*/ 2737766 w 3393888"/>
                <a:gd name="connsiteY2" fmla="*/ 830306 h 830306"/>
                <a:gd name="connsiteX3" fmla="*/ 2720756 w 3393888"/>
                <a:gd name="connsiteY3" fmla="*/ 830306 h 830306"/>
                <a:gd name="connsiteX4" fmla="*/ 2538488 w 3393888"/>
                <a:gd name="connsiteY4" fmla="*/ 830306 h 830306"/>
                <a:gd name="connsiteX5" fmla="*/ 2339210 w 3393888"/>
                <a:gd name="connsiteY5" fmla="*/ 830306 h 830306"/>
                <a:gd name="connsiteX6" fmla="*/ 2334818 w 3393888"/>
                <a:gd name="connsiteY6" fmla="*/ 828994 h 830306"/>
                <a:gd name="connsiteX7" fmla="*/ 2330399 w 3393888"/>
                <a:gd name="connsiteY7" fmla="*/ 830306 h 830306"/>
                <a:gd name="connsiteX8" fmla="*/ 1948853 w 3393888"/>
                <a:gd name="connsiteY8" fmla="*/ 830306 h 830306"/>
                <a:gd name="connsiteX9" fmla="*/ 1944461 w 3393888"/>
                <a:gd name="connsiteY9" fmla="*/ 828994 h 830306"/>
                <a:gd name="connsiteX10" fmla="*/ 1940042 w 3393888"/>
                <a:gd name="connsiteY10" fmla="*/ 830306 h 830306"/>
                <a:gd name="connsiteX11" fmla="*/ 1580314 w 3393888"/>
                <a:gd name="connsiteY11" fmla="*/ 830306 h 830306"/>
                <a:gd name="connsiteX12" fmla="*/ 1558496 w 3393888"/>
                <a:gd name="connsiteY12" fmla="*/ 830306 h 830306"/>
                <a:gd name="connsiteX13" fmla="*/ 1291762 w 3393888"/>
                <a:gd name="connsiteY13" fmla="*/ 830306 h 830306"/>
                <a:gd name="connsiteX14" fmla="*/ 1198768 w 3393888"/>
                <a:gd name="connsiteY14" fmla="*/ 830306 h 830306"/>
                <a:gd name="connsiteX15" fmla="*/ 1133844 w 3393888"/>
                <a:gd name="connsiteY15" fmla="*/ 830306 h 830306"/>
                <a:gd name="connsiteX16" fmla="*/ 910216 w 3393888"/>
                <a:gd name="connsiteY16" fmla="*/ 830306 h 830306"/>
                <a:gd name="connsiteX17" fmla="*/ 798379 w 3393888"/>
                <a:gd name="connsiteY17" fmla="*/ 830306 h 830306"/>
                <a:gd name="connsiteX18" fmla="*/ 752298 w 3393888"/>
                <a:gd name="connsiteY18" fmla="*/ 830306 h 830306"/>
                <a:gd name="connsiteX19" fmla="*/ 655613 w 3393888"/>
                <a:gd name="connsiteY19" fmla="*/ 830306 h 830306"/>
                <a:gd name="connsiteX20" fmla="*/ 416833 w 3393888"/>
                <a:gd name="connsiteY20" fmla="*/ 830306 h 830306"/>
                <a:gd name="connsiteX21" fmla="*/ 274067 w 3393888"/>
                <a:gd name="connsiteY21" fmla="*/ 830306 h 830306"/>
                <a:gd name="connsiteX22" fmla="*/ 200483 w 3393888"/>
                <a:gd name="connsiteY22" fmla="*/ 788041 h 830306"/>
                <a:gd name="connsiteX23" fmla="*/ 9710 w 3393888"/>
                <a:gd name="connsiteY23" fmla="*/ 457418 h 830306"/>
                <a:gd name="connsiteX24" fmla="*/ 9710 w 3393888"/>
                <a:gd name="connsiteY24" fmla="*/ 372888 h 830306"/>
                <a:gd name="connsiteX25" fmla="*/ 200483 w 3393888"/>
                <a:gd name="connsiteY25" fmla="*/ 42265 h 830306"/>
                <a:gd name="connsiteX26" fmla="*/ 274067 w 3393888"/>
                <a:gd name="connsiteY26" fmla="*/ 0 h 830306"/>
                <a:gd name="connsiteX27" fmla="*/ 400007 w 3393888"/>
                <a:gd name="connsiteY27" fmla="*/ 0 h 830306"/>
                <a:gd name="connsiteX28" fmla="*/ 416833 w 3393888"/>
                <a:gd name="connsiteY28" fmla="*/ 0 h 830306"/>
                <a:gd name="connsiteX29" fmla="*/ 494648 w 3393888"/>
                <a:gd name="connsiteY29" fmla="*/ 0 h 830306"/>
                <a:gd name="connsiteX30" fmla="*/ 542773 w 3393888"/>
                <a:gd name="connsiteY30" fmla="*/ 0 h 830306"/>
                <a:gd name="connsiteX31" fmla="*/ 607920 w 3393888"/>
                <a:gd name="connsiteY31" fmla="*/ 0 h 830306"/>
                <a:gd name="connsiteX32" fmla="*/ 637414 w 3393888"/>
                <a:gd name="connsiteY32" fmla="*/ 0 h 830306"/>
                <a:gd name="connsiteX33" fmla="*/ 649651 w 3393888"/>
                <a:gd name="connsiteY33" fmla="*/ 0 h 830306"/>
                <a:gd name="connsiteX34" fmla="*/ 655613 w 3393888"/>
                <a:gd name="connsiteY34" fmla="*/ 0 h 830306"/>
                <a:gd name="connsiteX35" fmla="*/ 750685 w 3393888"/>
                <a:gd name="connsiteY35" fmla="*/ 0 h 830306"/>
                <a:gd name="connsiteX36" fmla="*/ 752298 w 3393888"/>
                <a:gd name="connsiteY36" fmla="*/ 0 h 830306"/>
                <a:gd name="connsiteX37" fmla="*/ 792417 w 3393888"/>
                <a:gd name="connsiteY37" fmla="*/ 0 h 830306"/>
                <a:gd name="connsiteX38" fmla="*/ 798379 w 3393888"/>
                <a:gd name="connsiteY38" fmla="*/ 0 h 830306"/>
                <a:gd name="connsiteX39" fmla="*/ 878238 w 3393888"/>
                <a:gd name="connsiteY39" fmla="*/ 0 h 830306"/>
                <a:gd name="connsiteX40" fmla="*/ 910216 w 3393888"/>
                <a:gd name="connsiteY40" fmla="*/ 0 h 830306"/>
                <a:gd name="connsiteX41" fmla="*/ 972879 w 3393888"/>
                <a:gd name="connsiteY41" fmla="*/ 0 h 830306"/>
                <a:gd name="connsiteX42" fmla="*/ 1036156 w 3393888"/>
                <a:gd name="connsiteY42" fmla="*/ 0 h 830306"/>
                <a:gd name="connsiteX43" fmla="*/ 1086151 w 3393888"/>
                <a:gd name="connsiteY43" fmla="*/ 0 h 830306"/>
                <a:gd name="connsiteX44" fmla="*/ 1127882 w 3393888"/>
                <a:gd name="connsiteY44" fmla="*/ 0 h 830306"/>
                <a:gd name="connsiteX45" fmla="*/ 1130797 w 3393888"/>
                <a:gd name="connsiteY45" fmla="*/ 0 h 830306"/>
                <a:gd name="connsiteX46" fmla="*/ 1133844 w 3393888"/>
                <a:gd name="connsiteY46" fmla="*/ 0 h 830306"/>
                <a:gd name="connsiteX47" fmla="*/ 1198768 w 3393888"/>
                <a:gd name="connsiteY47" fmla="*/ 0 h 830306"/>
                <a:gd name="connsiteX48" fmla="*/ 1244068 w 3393888"/>
                <a:gd name="connsiteY48" fmla="*/ 0 h 830306"/>
                <a:gd name="connsiteX49" fmla="*/ 1285800 w 3393888"/>
                <a:gd name="connsiteY49" fmla="*/ 0 h 830306"/>
                <a:gd name="connsiteX50" fmla="*/ 1291762 w 3393888"/>
                <a:gd name="connsiteY50" fmla="*/ 0 h 830306"/>
                <a:gd name="connsiteX51" fmla="*/ 1324708 w 3393888"/>
                <a:gd name="connsiteY51" fmla="*/ 0 h 830306"/>
                <a:gd name="connsiteX52" fmla="*/ 1532621 w 3393888"/>
                <a:gd name="connsiteY52" fmla="*/ 0 h 830306"/>
                <a:gd name="connsiteX53" fmla="*/ 1558496 w 3393888"/>
                <a:gd name="connsiteY53" fmla="*/ 0 h 830306"/>
                <a:gd name="connsiteX54" fmla="*/ 1574352 w 3393888"/>
                <a:gd name="connsiteY54" fmla="*/ 0 h 830306"/>
                <a:gd name="connsiteX55" fmla="*/ 1580314 w 3393888"/>
                <a:gd name="connsiteY55" fmla="*/ 0 h 830306"/>
                <a:gd name="connsiteX56" fmla="*/ 1684436 w 3393888"/>
                <a:gd name="connsiteY56" fmla="*/ 0 h 830306"/>
                <a:gd name="connsiteX57" fmla="*/ 1940042 w 3393888"/>
                <a:gd name="connsiteY57" fmla="*/ 0 h 830306"/>
                <a:gd name="connsiteX58" fmla="*/ 1944461 w 3393888"/>
                <a:gd name="connsiteY58" fmla="*/ 1312 h 830306"/>
                <a:gd name="connsiteX59" fmla="*/ 1948853 w 3393888"/>
                <a:gd name="connsiteY59" fmla="*/ 0 h 830306"/>
                <a:gd name="connsiteX60" fmla="*/ 2330399 w 3393888"/>
                <a:gd name="connsiteY60" fmla="*/ 0 h 830306"/>
                <a:gd name="connsiteX61" fmla="*/ 2334818 w 3393888"/>
                <a:gd name="connsiteY61" fmla="*/ 1312 h 830306"/>
                <a:gd name="connsiteX62" fmla="*/ 2339210 w 3393888"/>
                <a:gd name="connsiteY62" fmla="*/ 0 h 830306"/>
                <a:gd name="connsiteX63" fmla="*/ 2465150 w 3393888"/>
                <a:gd name="connsiteY63" fmla="*/ 0 h 830306"/>
                <a:gd name="connsiteX64" fmla="*/ 2538488 w 3393888"/>
                <a:gd name="connsiteY64" fmla="*/ 0 h 830306"/>
                <a:gd name="connsiteX65" fmla="*/ 2559791 w 3393888"/>
                <a:gd name="connsiteY65" fmla="*/ 0 h 830306"/>
                <a:gd name="connsiteX66" fmla="*/ 2664428 w 3393888"/>
                <a:gd name="connsiteY66" fmla="*/ 0 h 830306"/>
                <a:gd name="connsiteX67" fmla="*/ 2673062 w 3393888"/>
                <a:gd name="connsiteY67" fmla="*/ 0 h 830306"/>
                <a:gd name="connsiteX68" fmla="*/ 2714794 w 3393888"/>
                <a:gd name="connsiteY68" fmla="*/ 0 h 830306"/>
                <a:gd name="connsiteX69" fmla="*/ 2720756 w 3393888"/>
                <a:gd name="connsiteY69" fmla="*/ 0 h 830306"/>
                <a:gd name="connsiteX70" fmla="*/ 2737766 w 3393888"/>
                <a:gd name="connsiteY70" fmla="*/ 0 h 830306"/>
                <a:gd name="connsiteX71" fmla="*/ 2759069 w 3393888"/>
                <a:gd name="connsiteY71" fmla="*/ 0 h 830306"/>
                <a:gd name="connsiteX72" fmla="*/ 2863706 w 3393888"/>
                <a:gd name="connsiteY72" fmla="*/ 0 h 830306"/>
                <a:gd name="connsiteX73" fmla="*/ 2872340 w 3393888"/>
                <a:gd name="connsiteY73" fmla="*/ 0 h 830306"/>
                <a:gd name="connsiteX74" fmla="*/ 2914072 w 3393888"/>
                <a:gd name="connsiteY74" fmla="*/ 0 h 830306"/>
                <a:gd name="connsiteX75" fmla="*/ 2920034 w 3393888"/>
                <a:gd name="connsiteY75" fmla="*/ 0 h 830306"/>
                <a:gd name="connsiteX76" fmla="*/ 2958347 w 3393888"/>
                <a:gd name="connsiteY76" fmla="*/ 0 h 830306"/>
                <a:gd name="connsiteX77" fmla="*/ 3119312 w 3393888"/>
                <a:gd name="connsiteY77" fmla="*/ 0 h 830306"/>
                <a:gd name="connsiteX78" fmla="*/ 3192896 w 3393888"/>
                <a:gd name="connsiteY78" fmla="*/ 42265 h 830306"/>
                <a:gd name="connsiteX79" fmla="*/ 3383669 w 3393888"/>
                <a:gd name="connsiteY79" fmla="*/ 372888 h 830306"/>
                <a:gd name="connsiteX80" fmla="*/ 3383669 w 3393888"/>
                <a:gd name="connsiteY80" fmla="*/ 457418 h 830306"/>
                <a:gd name="connsiteX81" fmla="*/ 3192896 w 3393888"/>
                <a:gd name="connsiteY81" fmla="*/ 788041 h 830306"/>
                <a:gd name="connsiteX82" fmla="*/ 3119312 w 3393888"/>
                <a:gd name="connsiteY82" fmla="*/ 830306 h 830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393888" h="830306">
                  <a:moveTo>
                    <a:pt x="3119312" y="830306"/>
                  </a:moveTo>
                  <a:lnTo>
                    <a:pt x="2920034" y="830306"/>
                  </a:lnTo>
                  <a:lnTo>
                    <a:pt x="2737766" y="830306"/>
                  </a:lnTo>
                  <a:lnTo>
                    <a:pt x="2720756" y="830306"/>
                  </a:lnTo>
                  <a:lnTo>
                    <a:pt x="2538488" y="830306"/>
                  </a:lnTo>
                  <a:lnTo>
                    <a:pt x="2339210" y="830306"/>
                  </a:lnTo>
                  <a:lnTo>
                    <a:pt x="2334818" y="828994"/>
                  </a:lnTo>
                  <a:lnTo>
                    <a:pt x="2330399" y="830306"/>
                  </a:lnTo>
                  <a:lnTo>
                    <a:pt x="1948853" y="830306"/>
                  </a:lnTo>
                  <a:lnTo>
                    <a:pt x="1944461" y="828994"/>
                  </a:lnTo>
                  <a:lnTo>
                    <a:pt x="1940042" y="830306"/>
                  </a:lnTo>
                  <a:lnTo>
                    <a:pt x="1580314" y="830306"/>
                  </a:lnTo>
                  <a:lnTo>
                    <a:pt x="1558496" y="830306"/>
                  </a:lnTo>
                  <a:lnTo>
                    <a:pt x="1291762" y="830306"/>
                  </a:lnTo>
                  <a:lnTo>
                    <a:pt x="1198768" y="830306"/>
                  </a:lnTo>
                  <a:lnTo>
                    <a:pt x="1133844" y="830306"/>
                  </a:lnTo>
                  <a:lnTo>
                    <a:pt x="910216" y="830306"/>
                  </a:lnTo>
                  <a:lnTo>
                    <a:pt x="798379" y="830306"/>
                  </a:lnTo>
                  <a:lnTo>
                    <a:pt x="752298" y="830306"/>
                  </a:lnTo>
                  <a:lnTo>
                    <a:pt x="655613" y="830306"/>
                  </a:lnTo>
                  <a:lnTo>
                    <a:pt x="416833" y="830306"/>
                  </a:lnTo>
                  <a:lnTo>
                    <a:pt x="274067" y="830306"/>
                  </a:lnTo>
                  <a:cubicBezTo>
                    <a:pt x="247495" y="830306"/>
                    <a:pt x="214109" y="811219"/>
                    <a:pt x="200483" y="788041"/>
                  </a:cubicBezTo>
                  <a:cubicBezTo>
                    <a:pt x="9710" y="457418"/>
                    <a:pt x="9710" y="457418"/>
                    <a:pt x="9710" y="457418"/>
                  </a:cubicBezTo>
                  <a:cubicBezTo>
                    <a:pt x="-3236" y="434241"/>
                    <a:pt x="-3236" y="396066"/>
                    <a:pt x="9710" y="372888"/>
                  </a:cubicBezTo>
                  <a:cubicBezTo>
                    <a:pt x="200483" y="42265"/>
                    <a:pt x="200483" y="42265"/>
                    <a:pt x="200483" y="42265"/>
                  </a:cubicBezTo>
                  <a:cubicBezTo>
                    <a:pt x="214109" y="19088"/>
                    <a:pt x="247495" y="0"/>
                    <a:pt x="274067" y="0"/>
                  </a:cubicBezTo>
                  <a:cubicBezTo>
                    <a:pt x="321760" y="0"/>
                    <a:pt x="363492" y="0"/>
                    <a:pt x="400007" y="0"/>
                  </a:cubicBezTo>
                  <a:lnTo>
                    <a:pt x="416833" y="0"/>
                  </a:lnTo>
                  <a:lnTo>
                    <a:pt x="494648" y="0"/>
                  </a:lnTo>
                  <a:lnTo>
                    <a:pt x="542773" y="0"/>
                  </a:lnTo>
                  <a:lnTo>
                    <a:pt x="607920" y="0"/>
                  </a:lnTo>
                  <a:lnTo>
                    <a:pt x="637414" y="0"/>
                  </a:lnTo>
                  <a:lnTo>
                    <a:pt x="649651" y="0"/>
                  </a:lnTo>
                  <a:cubicBezTo>
                    <a:pt x="655613" y="0"/>
                    <a:pt x="655613" y="0"/>
                    <a:pt x="655613" y="0"/>
                  </a:cubicBezTo>
                  <a:lnTo>
                    <a:pt x="750685" y="0"/>
                  </a:lnTo>
                  <a:lnTo>
                    <a:pt x="752298" y="0"/>
                  </a:lnTo>
                  <a:lnTo>
                    <a:pt x="792417" y="0"/>
                  </a:lnTo>
                  <a:lnTo>
                    <a:pt x="798379" y="0"/>
                  </a:lnTo>
                  <a:lnTo>
                    <a:pt x="878238" y="0"/>
                  </a:lnTo>
                  <a:lnTo>
                    <a:pt x="910216" y="0"/>
                  </a:lnTo>
                  <a:lnTo>
                    <a:pt x="972879" y="0"/>
                  </a:lnTo>
                  <a:lnTo>
                    <a:pt x="1036156" y="0"/>
                  </a:lnTo>
                  <a:lnTo>
                    <a:pt x="1086151" y="0"/>
                  </a:lnTo>
                  <a:lnTo>
                    <a:pt x="1127882" y="0"/>
                  </a:lnTo>
                  <a:lnTo>
                    <a:pt x="1130797" y="0"/>
                  </a:lnTo>
                  <a:lnTo>
                    <a:pt x="1133844" y="0"/>
                  </a:lnTo>
                  <a:lnTo>
                    <a:pt x="1198768" y="0"/>
                  </a:lnTo>
                  <a:lnTo>
                    <a:pt x="1244068" y="0"/>
                  </a:lnTo>
                  <a:lnTo>
                    <a:pt x="1285800" y="0"/>
                  </a:lnTo>
                  <a:lnTo>
                    <a:pt x="1291762" y="0"/>
                  </a:lnTo>
                  <a:lnTo>
                    <a:pt x="1324708" y="0"/>
                  </a:lnTo>
                  <a:cubicBezTo>
                    <a:pt x="1434253" y="0"/>
                    <a:pt x="1496851" y="0"/>
                    <a:pt x="1532621" y="0"/>
                  </a:cubicBezTo>
                  <a:lnTo>
                    <a:pt x="1558496" y="0"/>
                  </a:lnTo>
                  <a:lnTo>
                    <a:pt x="1574352" y="0"/>
                  </a:lnTo>
                  <a:lnTo>
                    <a:pt x="1580314" y="0"/>
                  </a:lnTo>
                  <a:lnTo>
                    <a:pt x="1684436" y="0"/>
                  </a:lnTo>
                  <a:cubicBezTo>
                    <a:pt x="1940042" y="0"/>
                    <a:pt x="1940042" y="0"/>
                    <a:pt x="1940042" y="0"/>
                  </a:cubicBezTo>
                  <a:lnTo>
                    <a:pt x="1944461" y="1312"/>
                  </a:lnTo>
                  <a:lnTo>
                    <a:pt x="1948853" y="0"/>
                  </a:lnTo>
                  <a:cubicBezTo>
                    <a:pt x="2330399" y="0"/>
                    <a:pt x="2330399" y="0"/>
                    <a:pt x="2330399" y="0"/>
                  </a:cubicBezTo>
                  <a:lnTo>
                    <a:pt x="2334818" y="1312"/>
                  </a:lnTo>
                  <a:lnTo>
                    <a:pt x="2339210" y="0"/>
                  </a:lnTo>
                  <a:cubicBezTo>
                    <a:pt x="2386903" y="0"/>
                    <a:pt x="2428635" y="0"/>
                    <a:pt x="2465150" y="0"/>
                  </a:cubicBezTo>
                  <a:lnTo>
                    <a:pt x="2538488" y="0"/>
                  </a:lnTo>
                  <a:lnTo>
                    <a:pt x="2559791" y="0"/>
                  </a:lnTo>
                  <a:lnTo>
                    <a:pt x="2664428" y="0"/>
                  </a:lnTo>
                  <a:lnTo>
                    <a:pt x="2673062" y="0"/>
                  </a:lnTo>
                  <a:lnTo>
                    <a:pt x="2714794" y="0"/>
                  </a:lnTo>
                  <a:lnTo>
                    <a:pt x="2720756" y="0"/>
                  </a:lnTo>
                  <a:lnTo>
                    <a:pt x="2737766" y="0"/>
                  </a:lnTo>
                  <a:lnTo>
                    <a:pt x="2759069" y="0"/>
                  </a:lnTo>
                  <a:lnTo>
                    <a:pt x="2863706" y="0"/>
                  </a:lnTo>
                  <a:lnTo>
                    <a:pt x="2872340" y="0"/>
                  </a:lnTo>
                  <a:lnTo>
                    <a:pt x="2914072" y="0"/>
                  </a:lnTo>
                  <a:lnTo>
                    <a:pt x="2920034" y="0"/>
                  </a:lnTo>
                  <a:lnTo>
                    <a:pt x="2958347" y="0"/>
                  </a:lnTo>
                  <a:cubicBezTo>
                    <a:pt x="3119312" y="0"/>
                    <a:pt x="3119312" y="0"/>
                    <a:pt x="3119312" y="0"/>
                  </a:cubicBezTo>
                  <a:cubicBezTo>
                    <a:pt x="3146565" y="0"/>
                    <a:pt x="3179269" y="19088"/>
                    <a:pt x="3192896" y="42265"/>
                  </a:cubicBezTo>
                  <a:cubicBezTo>
                    <a:pt x="3383669" y="372888"/>
                    <a:pt x="3383669" y="372888"/>
                    <a:pt x="3383669" y="372888"/>
                  </a:cubicBezTo>
                  <a:cubicBezTo>
                    <a:pt x="3397295" y="396066"/>
                    <a:pt x="3397295" y="434241"/>
                    <a:pt x="3383669" y="457418"/>
                  </a:cubicBezTo>
                  <a:cubicBezTo>
                    <a:pt x="3192896" y="788041"/>
                    <a:pt x="3192896" y="788041"/>
                    <a:pt x="3192896" y="788041"/>
                  </a:cubicBezTo>
                  <a:cubicBezTo>
                    <a:pt x="3179269" y="811219"/>
                    <a:pt x="3146565" y="830306"/>
                    <a:pt x="3119312" y="830306"/>
                  </a:cubicBezTo>
                  <a:close/>
                </a:path>
              </a:pathLst>
            </a:custGeom>
            <a:solidFill>
              <a:schemeClr val="bg1">
                <a:alpha val="0"/>
              </a:schemeClr>
            </a:solidFill>
            <a:ln w="38100">
              <a:gradFill flip="none" rotWithShape="1">
                <a:gsLst>
                  <a:gs pos="100000">
                    <a:schemeClr val="bg1"/>
                  </a:gs>
                  <a:gs pos="0">
                    <a:srgbClr val="B6B6B6"/>
                  </a:gs>
                </a:gsLst>
                <a:lin ang="2700000" scaled="1"/>
                <a:tileRect/>
              </a:gradFill>
            </a:ln>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grpSp>
      <p:grpSp>
        <p:nvGrpSpPr>
          <p:cNvPr id="96" name="组合 96"/>
          <p:cNvGrpSpPr/>
          <p:nvPr/>
        </p:nvGrpSpPr>
        <p:grpSpPr>
          <a:xfrm>
            <a:off x="5447145" y="2025620"/>
            <a:ext cx="1603916" cy="1429949"/>
            <a:chOff x="7261913" y="1557587"/>
            <a:chExt cx="2138277" cy="1907040"/>
          </a:xfrm>
        </p:grpSpPr>
        <p:sp>
          <p:nvSpPr>
            <p:cNvPr id="97" name="任意多边形 97"/>
            <p:cNvSpPr>
              <a:spLocks/>
            </p:cNvSpPr>
            <p:nvPr/>
          </p:nvSpPr>
          <p:spPr bwMode="auto">
            <a:xfrm rot="10800000">
              <a:off x="7266742" y="1557587"/>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gradFill>
              <a:gsLst>
                <a:gs pos="100000">
                  <a:schemeClr val="bg1">
                    <a:lumMod val="95000"/>
                  </a:schemeClr>
                </a:gs>
                <a:gs pos="0">
                  <a:schemeClr val="bg1">
                    <a:lumMod val="85000"/>
                  </a:schemeClr>
                </a:gs>
              </a:gsLst>
              <a:lin ang="2700000" scaled="1"/>
            </a:gradFill>
            <a:ln w="19050">
              <a:noFill/>
            </a:ln>
            <a:effectLst>
              <a:outerShdw blurRad="152400" dist="88900" dir="2700000" algn="tl" rotWithShape="0">
                <a:prstClr val="black">
                  <a:alpha val="40000"/>
                </a:prstClr>
              </a:outerShdw>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sp>
          <p:nvSpPr>
            <p:cNvPr id="98" name="Freeform 5"/>
            <p:cNvSpPr>
              <a:spLocks/>
            </p:cNvSpPr>
            <p:nvPr/>
          </p:nvSpPr>
          <p:spPr bwMode="auto">
            <a:xfrm rot="10800000">
              <a:off x="7261913" y="1569492"/>
              <a:ext cx="2138277" cy="18951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65000"/>
                    </a:schemeClr>
                  </a:gs>
                </a:gsLst>
                <a:lin ang="2700000" scaled="1"/>
                <a:tileRect/>
              </a:gradFill>
            </a:ln>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99" name="Freeform 5"/>
            <p:cNvSpPr>
              <a:spLocks/>
            </p:cNvSpPr>
            <p:nvPr/>
          </p:nvSpPr>
          <p:spPr bwMode="auto">
            <a:xfrm rot="10800000">
              <a:off x="7580556" y="1852194"/>
              <a:ext cx="1495486" cy="13254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rgbClr val="F7F7F7"/>
                  </a:gs>
                  <a:gs pos="100000">
                    <a:schemeClr val="bg1">
                      <a:lumMod val="75000"/>
                    </a:schemeClr>
                  </a:gs>
                </a:gsLst>
                <a:lin ang="2700000" scaled="1"/>
                <a:tileRect/>
              </a:gradFill>
            </a:ln>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nvGrpSpPr>
          <p:cNvPr id="100" name="组合 100"/>
          <p:cNvGrpSpPr/>
          <p:nvPr/>
        </p:nvGrpSpPr>
        <p:grpSpPr>
          <a:xfrm>
            <a:off x="4680027" y="4251094"/>
            <a:ext cx="2361076" cy="811064"/>
            <a:chOff x="6239222" y="4525573"/>
            <a:chExt cx="3147691" cy="1081668"/>
          </a:xfrm>
        </p:grpSpPr>
        <p:sp>
          <p:nvSpPr>
            <p:cNvPr id="101" name="任意多边形 101"/>
            <p:cNvSpPr>
              <a:spLocks/>
            </p:cNvSpPr>
            <p:nvPr/>
          </p:nvSpPr>
          <p:spPr bwMode="auto">
            <a:xfrm rot="10800000">
              <a:off x="6239222" y="4525573"/>
              <a:ext cx="3147690" cy="1074074"/>
            </a:xfrm>
            <a:custGeom>
              <a:avLst/>
              <a:gdLst>
                <a:gd name="connsiteX0" fmla="*/ 3494407 w 4138458"/>
                <a:gd name="connsiteY0" fmla="*/ 1121227 h 1412149"/>
                <a:gd name="connsiteX1" fmla="*/ 3567991 w 4138458"/>
                <a:gd name="connsiteY1" fmla="*/ 1078962 h 1412149"/>
                <a:gd name="connsiteX2" fmla="*/ 3758764 w 4138458"/>
                <a:gd name="connsiteY2" fmla="*/ 748339 h 1412149"/>
                <a:gd name="connsiteX3" fmla="*/ 3758764 w 4138458"/>
                <a:gd name="connsiteY3" fmla="*/ 663809 h 1412149"/>
                <a:gd name="connsiteX4" fmla="*/ 3567991 w 4138458"/>
                <a:gd name="connsiteY4" fmla="*/ 333186 h 1412149"/>
                <a:gd name="connsiteX5" fmla="*/ 3494407 w 4138458"/>
                <a:gd name="connsiteY5" fmla="*/ 290921 h 1412149"/>
                <a:gd name="connsiteX6" fmla="*/ 3333442 w 4138458"/>
                <a:gd name="connsiteY6" fmla="*/ 290921 h 1412149"/>
                <a:gd name="connsiteX7" fmla="*/ 3295129 w 4138458"/>
                <a:gd name="connsiteY7" fmla="*/ 290921 h 1412149"/>
                <a:gd name="connsiteX8" fmla="*/ 3289167 w 4138458"/>
                <a:gd name="connsiteY8" fmla="*/ 290921 h 1412149"/>
                <a:gd name="connsiteX9" fmla="*/ 3247435 w 4138458"/>
                <a:gd name="connsiteY9" fmla="*/ 290921 h 1412149"/>
                <a:gd name="connsiteX10" fmla="*/ 3238801 w 4138458"/>
                <a:gd name="connsiteY10" fmla="*/ 290921 h 1412149"/>
                <a:gd name="connsiteX11" fmla="*/ 3134164 w 4138458"/>
                <a:gd name="connsiteY11" fmla="*/ 290921 h 1412149"/>
                <a:gd name="connsiteX12" fmla="*/ 3112861 w 4138458"/>
                <a:gd name="connsiteY12" fmla="*/ 290921 h 1412149"/>
                <a:gd name="connsiteX13" fmla="*/ 3095851 w 4138458"/>
                <a:gd name="connsiteY13" fmla="*/ 290921 h 1412149"/>
                <a:gd name="connsiteX14" fmla="*/ 3089889 w 4138458"/>
                <a:gd name="connsiteY14" fmla="*/ 290921 h 1412149"/>
                <a:gd name="connsiteX15" fmla="*/ 3048157 w 4138458"/>
                <a:gd name="connsiteY15" fmla="*/ 290921 h 1412149"/>
                <a:gd name="connsiteX16" fmla="*/ 3039523 w 4138458"/>
                <a:gd name="connsiteY16" fmla="*/ 290921 h 1412149"/>
                <a:gd name="connsiteX17" fmla="*/ 2934886 w 4138458"/>
                <a:gd name="connsiteY17" fmla="*/ 290921 h 1412149"/>
                <a:gd name="connsiteX18" fmla="*/ 2913583 w 4138458"/>
                <a:gd name="connsiteY18" fmla="*/ 290921 h 1412149"/>
                <a:gd name="connsiteX19" fmla="*/ 2840245 w 4138458"/>
                <a:gd name="connsiteY19" fmla="*/ 290921 h 1412149"/>
                <a:gd name="connsiteX20" fmla="*/ 2714305 w 4138458"/>
                <a:gd name="connsiteY20" fmla="*/ 290921 h 1412149"/>
                <a:gd name="connsiteX21" fmla="*/ 2709913 w 4138458"/>
                <a:gd name="connsiteY21" fmla="*/ 292233 h 1412149"/>
                <a:gd name="connsiteX22" fmla="*/ 2705494 w 4138458"/>
                <a:gd name="connsiteY22" fmla="*/ 290921 h 1412149"/>
                <a:gd name="connsiteX23" fmla="*/ 2323948 w 4138458"/>
                <a:gd name="connsiteY23" fmla="*/ 290921 h 1412149"/>
                <a:gd name="connsiteX24" fmla="*/ 2319556 w 4138458"/>
                <a:gd name="connsiteY24" fmla="*/ 292233 h 1412149"/>
                <a:gd name="connsiteX25" fmla="*/ 2315137 w 4138458"/>
                <a:gd name="connsiteY25" fmla="*/ 290921 h 1412149"/>
                <a:gd name="connsiteX26" fmla="*/ 2059531 w 4138458"/>
                <a:gd name="connsiteY26" fmla="*/ 290921 h 1412149"/>
                <a:gd name="connsiteX27" fmla="*/ 1955409 w 4138458"/>
                <a:gd name="connsiteY27" fmla="*/ 290921 h 1412149"/>
                <a:gd name="connsiteX28" fmla="*/ 1949447 w 4138458"/>
                <a:gd name="connsiteY28" fmla="*/ 290921 h 1412149"/>
                <a:gd name="connsiteX29" fmla="*/ 1933591 w 4138458"/>
                <a:gd name="connsiteY29" fmla="*/ 290921 h 1412149"/>
                <a:gd name="connsiteX30" fmla="*/ 1907716 w 4138458"/>
                <a:gd name="connsiteY30" fmla="*/ 290921 h 1412149"/>
                <a:gd name="connsiteX31" fmla="*/ 1699803 w 4138458"/>
                <a:gd name="connsiteY31" fmla="*/ 290921 h 1412149"/>
                <a:gd name="connsiteX32" fmla="*/ 1666857 w 4138458"/>
                <a:gd name="connsiteY32" fmla="*/ 290921 h 1412149"/>
                <a:gd name="connsiteX33" fmla="*/ 1660895 w 4138458"/>
                <a:gd name="connsiteY33" fmla="*/ 290921 h 1412149"/>
                <a:gd name="connsiteX34" fmla="*/ 1619163 w 4138458"/>
                <a:gd name="connsiteY34" fmla="*/ 290921 h 1412149"/>
                <a:gd name="connsiteX35" fmla="*/ 1573863 w 4138458"/>
                <a:gd name="connsiteY35" fmla="*/ 290921 h 1412149"/>
                <a:gd name="connsiteX36" fmla="*/ 1508939 w 4138458"/>
                <a:gd name="connsiteY36" fmla="*/ 290921 h 1412149"/>
                <a:gd name="connsiteX37" fmla="*/ 1505892 w 4138458"/>
                <a:gd name="connsiteY37" fmla="*/ 290921 h 1412149"/>
                <a:gd name="connsiteX38" fmla="*/ 1502977 w 4138458"/>
                <a:gd name="connsiteY38" fmla="*/ 290921 h 1412149"/>
                <a:gd name="connsiteX39" fmla="*/ 1461246 w 4138458"/>
                <a:gd name="connsiteY39" fmla="*/ 290921 h 1412149"/>
                <a:gd name="connsiteX40" fmla="*/ 1411251 w 4138458"/>
                <a:gd name="connsiteY40" fmla="*/ 290921 h 1412149"/>
                <a:gd name="connsiteX41" fmla="*/ 1347974 w 4138458"/>
                <a:gd name="connsiteY41" fmla="*/ 290921 h 1412149"/>
                <a:gd name="connsiteX42" fmla="*/ 1285311 w 4138458"/>
                <a:gd name="connsiteY42" fmla="*/ 290921 h 1412149"/>
                <a:gd name="connsiteX43" fmla="*/ 1253333 w 4138458"/>
                <a:gd name="connsiteY43" fmla="*/ 290921 h 1412149"/>
                <a:gd name="connsiteX44" fmla="*/ 1173474 w 4138458"/>
                <a:gd name="connsiteY44" fmla="*/ 290921 h 1412149"/>
                <a:gd name="connsiteX45" fmla="*/ 1167512 w 4138458"/>
                <a:gd name="connsiteY45" fmla="*/ 290921 h 1412149"/>
                <a:gd name="connsiteX46" fmla="*/ 1127393 w 4138458"/>
                <a:gd name="connsiteY46" fmla="*/ 290921 h 1412149"/>
                <a:gd name="connsiteX47" fmla="*/ 1125780 w 4138458"/>
                <a:gd name="connsiteY47" fmla="*/ 290921 h 1412149"/>
                <a:gd name="connsiteX48" fmla="*/ 1030708 w 4138458"/>
                <a:gd name="connsiteY48" fmla="*/ 290921 h 1412149"/>
                <a:gd name="connsiteX49" fmla="*/ 1024746 w 4138458"/>
                <a:gd name="connsiteY49" fmla="*/ 290921 h 1412149"/>
                <a:gd name="connsiteX50" fmla="*/ 1012509 w 4138458"/>
                <a:gd name="connsiteY50" fmla="*/ 290921 h 1412149"/>
                <a:gd name="connsiteX51" fmla="*/ 983015 w 4138458"/>
                <a:gd name="connsiteY51" fmla="*/ 290921 h 1412149"/>
                <a:gd name="connsiteX52" fmla="*/ 917868 w 4138458"/>
                <a:gd name="connsiteY52" fmla="*/ 290921 h 1412149"/>
                <a:gd name="connsiteX53" fmla="*/ 869743 w 4138458"/>
                <a:gd name="connsiteY53" fmla="*/ 290921 h 1412149"/>
                <a:gd name="connsiteX54" fmla="*/ 791928 w 4138458"/>
                <a:gd name="connsiteY54" fmla="*/ 290921 h 1412149"/>
                <a:gd name="connsiteX55" fmla="*/ 775102 w 4138458"/>
                <a:gd name="connsiteY55" fmla="*/ 290921 h 1412149"/>
                <a:gd name="connsiteX56" fmla="*/ 649162 w 4138458"/>
                <a:gd name="connsiteY56" fmla="*/ 290921 h 1412149"/>
                <a:gd name="connsiteX57" fmla="*/ 575578 w 4138458"/>
                <a:gd name="connsiteY57" fmla="*/ 333186 h 1412149"/>
                <a:gd name="connsiteX58" fmla="*/ 384805 w 4138458"/>
                <a:gd name="connsiteY58" fmla="*/ 663809 h 1412149"/>
                <a:gd name="connsiteX59" fmla="*/ 384805 w 4138458"/>
                <a:gd name="connsiteY59" fmla="*/ 748339 h 1412149"/>
                <a:gd name="connsiteX60" fmla="*/ 575578 w 4138458"/>
                <a:gd name="connsiteY60" fmla="*/ 1078962 h 1412149"/>
                <a:gd name="connsiteX61" fmla="*/ 649162 w 4138458"/>
                <a:gd name="connsiteY61" fmla="*/ 1121227 h 1412149"/>
                <a:gd name="connsiteX62" fmla="*/ 791928 w 4138458"/>
                <a:gd name="connsiteY62" fmla="*/ 1121227 h 1412149"/>
                <a:gd name="connsiteX63" fmla="*/ 1030708 w 4138458"/>
                <a:gd name="connsiteY63" fmla="*/ 1121227 h 1412149"/>
                <a:gd name="connsiteX64" fmla="*/ 1127393 w 4138458"/>
                <a:gd name="connsiteY64" fmla="*/ 1121227 h 1412149"/>
                <a:gd name="connsiteX65" fmla="*/ 1173474 w 4138458"/>
                <a:gd name="connsiteY65" fmla="*/ 1121227 h 1412149"/>
                <a:gd name="connsiteX66" fmla="*/ 1285311 w 4138458"/>
                <a:gd name="connsiteY66" fmla="*/ 1121227 h 1412149"/>
                <a:gd name="connsiteX67" fmla="*/ 1508939 w 4138458"/>
                <a:gd name="connsiteY67" fmla="*/ 1121227 h 1412149"/>
                <a:gd name="connsiteX68" fmla="*/ 1573863 w 4138458"/>
                <a:gd name="connsiteY68" fmla="*/ 1121227 h 1412149"/>
                <a:gd name="connsiteX69" fmla="*/ 1666857 w 4138458"/>
                <a:gd name="connsiteY69" fmla="*/ 1121227 h 1412149"/>
                <a:gd name="connsiteX70" fmla="*/ 1933591 w 4138458"/>
                <a:gd name="connsiteY70" fmla="*/ 1121227 h 1412149"/>
                <a:gd name="connsiteX71" fmla="*/ 1955409 w 4138458"/>
                <a:gd name="connsiteY71" fmla="*/ 1121227 h 1412149"/>
                <a:gd name="connsiteX72" fmla="*/ 2315137 w 4138458"/>
                <a:gd name="connsiteY72" fmla="*/ 1121227 h 1412149"/>
                <a:gd name="connsiteX73" fmla="*/ 2319556 w 4138458"/>
                <a:gd name="connsiteY73" fmla="*/ 1119915 h 1412149"/>
                <a:gd name="connsiteX74" fmla="*/ 2323948 w 4138458"/>
                <a:gd name="connsiteY74" fmla="*/ 1121227 h 1412149"/>
                <a:gd name="connsiteX75" fmla="*/ 2705494 w 4138458"/>
                <a:gd name="connsiteY75" fmla="*/ 1121227 h 1412149"/>
                <a:gd name="connsiteX76" fmla="*/ 2709913 w 4138458"/>
                <a:gd name="connsiteY76" fmla="*/ 1119915 h 1412149"/>
                <a:gd name="connsiteX77" fmla="*/ 2714305 w 4138458"/>
                <a:gd name="connsiteY77" fmla="*/ 1121227 h 1412149"/>
                <a:gd name="connsiteX78" fmla="*/ 2913583 w 4138458"/>
                <a:gd name="connsiteY78" fmla="*/ 1121227 h 1412149"/>
                <a:gd name="connsiteX79" fmla="*/ 3095851 w 4138458"/>
                <a:gd name="connsiteY79" fmla="*/ 1121227 h 1412149"/>
                <a:gd name="connsiteX80" fmla="*/ 3112861 w 4138458"/>
                <a:gd name="connsiteY80" fmla="*/ 1121227 h 1412149"/>
                <a:gd name="connsiteX81" fmla="*/ 3295129 w 4138458"/>
                <a:gd name="connsiteY81" fmla="*/ 1121227 h 1412149"/>
                <a:gd name="connsiteX82" fmla="*/ 3671470 w 4138458"/>
                <a:gd name="connsiteY82" fmla="*/ 1412149 h 1412149"/>
                <a:gd name="connsiteX83" fmla="*/ 3163470 w 4138458"/>
                <a:gd name="connsiteY83" fmla="*/ 1412149 h 1412149"/>
                <a:gd name="connsiteX84" fmla="*/ 3022552 w 4138458"/>
                <a:gd name="connsiteY84" fmla="*/ 1412149 h 1412149"/>
                <a:gd name="connsiteX85" fmla="*/ 2554799 w 4138458"/>
                <a:gd name="connsiteY85" fmla="*/ 1412149 h 1412149"/>
                <a:gd name="connsiteX86" fmla="*/ 2514552 w 4138458"/>
                <a:gd name="connsiteY86" fmla="*/ 1412149 h 1412149"/>
                <a:gd name="connsiteX87" fmla="*/ 2266137 w 4138458"/>
                <a:gd name="connsiteY87" fmla="*/ 1412149 h 1412149"/>
                <a:gd name="connsiteX88" fmla="*/ 1905881 w 4138458"/>
                <a:gd name="connsiteY88" fmla="*/ 1412149 h 1412149"/>
                <a:gd name="connsiteX89" fmla="*/ 1809866 w 4138458"/>
                <a:gd name="connsiteY89" fmla="*/ 1412149 h 1412149"/>
                <a:gd name="connsiteX90" fmla="*/ 1617219 w 4138458"/>
                <a:gd name="connsiteY90" fmla="*/ 1412149 h 1412149"/>
                <a:gd name="connsiteX91" fmla="*/ 1489857 w 4138458"/>
                <a:gd name="connsiteY91" fmla="*/ 1412149 h 1412149"/>
                <a:gd name="connsiteX92" fmla="*/ 1301866 w 4138458"/>
                <a:gd name="connsiteY92" fmla="*/ 1412149 h 1412149"/>
                <a:gd name="connsiteX93" fmla="*/ 1160948 w 4138458"/>
                <a:gd name="connsiteY93" fmla="*/ 1412149 h 1412149"/>
                <a:gd name="connsiteX94" fmla="*/ 1115038 w 4138458"/>
                <a:gd name="connsiteY94" fmla="*/ 1412149 h 1412149"/>
                <a:gd name="connsiteX95" fmla="*/ 840939 w 4138458"/>
                <a:gd name="connsiteY95" fmla="*/ 1412149 h 1412149"/>
                <a:gd name="connsiteX96" fmla="*/ 652948 w 4138458"/>
                <a:gd name="connsiteY96" fmla="*/ 1412149 h 1412149"/>
                <a:gd name="connsiteX97" fmla="*/ 466120 w 4138458"/>
                <a:gd name="connsiteY97" fmla="*/ 1412149 h 1412149"/>
                <a:gd name="connsiteX98" fmla="*/ 340972 w 4138458"/>
                <a:gd name="connsiteY98" fmla="*/ 1340266 h 1412149"/>
                <a:gd name="connsiteX99" fmla="*/ 16513 w 4138458"/>
                <a:gd name="connsiteY99" fmla="*/ 777957 h 1412149"/>
                <a:gd name="connsiteX100" fmla="*/ 16513 w 4138458"/>
                <a:gd name="connsiteY100" fmla="*/ 634192 h 1412149"/>
                <a:gd name="connsiteX101" fmla="*/ 340972 w 4138458"/>
                <a:gd name="connsiteY101" fmla="*/ 71883 h 1412149"/>
                <a:gd name="connsiteX102" fmla="*/ 466120 w 4138458"/>
                <a:gd name="connsiteY102" fmla="*/ 0 h 1412149"/>
                <a:gd name="connsiteX103" fmla="*/ 652948 w 4138458"/>
                <a:gd name="connsiteY103" fmla="*/ 0 h 1412149"/>
                <a:gd name="connsiteX104" fmla="*/ 680314 w 4138458"/>
                <a:gd name="connsiteY104" fmla="*/ 0 h 1412149"/>
                <a:gd name="connsiteX105" fmla="*/ 840939 w 4138458"/>
                <a:gd name="connsiteY105" fmla="*/ 0 h 1412149"/>
                <a:gd name="connsiteX106" fmla="*/ 841276 w 4138458"/>
                <a:gd name="connsiteY106" fmla="*/ 0 h 1412149"/>
                <a:gd name="connsiteX107" fmla="*/ 867142 w 4138458"/>
                <a:gd name="connsiteY107" fmla="*/ 0 h 1412149"/>
                <a:gd name="connsiteX108" fmla="*/ 956611 w 4138458"/>
                <a:gd name="connsiteY108" fmla="*/ 0 h 1412149"/>
                <a:gd name="connsiteX109" fmla="*/ 1028104 w 4138458"/>
                <a:gd name="connsiteY109" fmla="*/ 0 h 1412149"/>
                <a:gd name="connsiteX110" fmla="*/ 1033923 w 4138458"/>
                <a:gd name="connsiteY110" fmla="*/ 0 h 1412149"/>
                <a:gd name="connsiteX111" fmla="*/ 1055133 w 4138458"/>
                <a:gd name="connsiteY111" fmla="*/ 0 h 1412149"/>
                <a:gd name="connsiteX112" fmla="*/ 1080817 w 4138458"/>
                <a:gd name="connsiteY112" fmla="*/ 0 h 1412149"/>
                <a:gd name="connsiteX113" fmla="*/ 1115038 w 4138458"/>
                <a:gd name="connsiteY113" fmla="*/ 0 h 1412149"/>
                <a:gd name="connsiteX114" fmla="*/ 1143439 w 4138458"/>
                <a:gd name="connsiteY114" fmla="*/ 0 h 1412149"/>
                <a:gd name="connsiteX115" fmla="*/ 1160948 w 4138458"/>
                <a:gd name="connsiteY115" fmla="*/ 0 h 1412149"/>
                <a:gd name="connsiteX116" fmla="*/ 1216095 w 4138458"/>
                <a:gd name="connsiteY116" fmla="*/ 0 h 1412149"/>
                <a:gd name="connsiteX117" fmla="*/ 1220751 w 4138458"/>
                <a:gd name="connsiteY117" fmla="*/ 0 h 1412149"/>
                <a:gd name="connsiteX118" fmla="*/ 1267645 w 4138458"/>
                <a:gd name="connsiteY118" fmla="*/ 0 h 1412149"/>
                <a:gd name="connsiteX119" fmla="*/ 1291726 w 4138458"/>
                <a:gd name="connsiteY119" fmla="*/ 0 h 1412149"/>
                <a:gd name="connsiteX120" fmla="*/ 1301866 w 4138458"/>
                <a:gd name="connsiteY120" fmla="*/ 0 h 1412149"/>
                <a:gd name="connsiteX121" fmla="*/ 1331430 w 4138458"/>
                <a:gd name="connsiteY121" fmla="*/ 0 h 1412149"/>
                <a:gd name="connsiteX122" fmla="*/ 1375142 w 4138458"/>
                <a:gd name="connsiteY122" fmla="*/ 0 h 1412149"/>
                <a:gd name="connsiteX123" fmla="*/ 1408742 w 4138458"/>
                <a:gd name="connsiteY123" fmla="*/ 0 h 1412149"/>
                <a:gd name="connsiteX124" fmla="*/ 1455636 w 4138458"/>
                <a:gd name="connsiteY124" fmla="*/ 0 h 1412149"/>
                <a:gd name="connsiteX125" fmla="*/ 1479717 w 4138458"/>
                <a:gd name="connsiteY125" fmla="*/ 0 h 1412149"/>
                <a:gd name="connsiteX126" fmla="*/ 1489857 w 4138458"/>
                <a:gd name="connsiteY126" fmla="*/ 0 h 1412149"/>
                <a:gd name="connsiteX127" fmla="*/ 1536104 w 4138458"/>
                <a:gd name="connsiteY127" fmla="*/ 0 h 1412149"/>
                <a:gd name="connsiteX128" fmla="*/ 1617219 w 4138458"/>
                <a:gd name="connsiteY128" fmla="*/ 0 h 1412149"/>
                <a:gd name="connsiteX129" fmla="*/ 1651439 w 4138458"/>
                <a:gd name="connsiteY129" fmla="*/ 0 h 1412149"/>
                <a:gd name="connsiteX130" fmla="*/ 1728751 w 4138458"/>
                <a:gd name="connsiteY130" fmla="*/ 0 h 1412149"/>
                <a:gd name="connsiteX131" fmla="*/ 1775645 w 4138458"/>
                <a:gd name="connsiteY131" fmla="*/ 0 h 1412149"/>
                <a:gd name="connsiteX132" fmla="*/ 1799726 w 4138458"/>
                <a:gd name="connsiteY132" fmla="*/ 0 h 1412149"/>
                <a:gd name="connsiteX133" fmla="*/ 1809866 w 4138458"/>
                <a:gd name="connsiteY133" fmla="*/ 0 h 1412149"/>
                <a:gd name="connsiteX134" fmla="*/ 1831413 w 4138458"/>
                <a:gd name="connsiteY134" fmla="*/ 0 h 1412149"/>
                <a:gd name="connsiteX135" fmla="*/ 1905881 w 4138458"/>
                <a:gd name="connsiteY135" fmla="*/ 0 h 1412149"/>
                <a:gd name="connsiteX136" fmla="*/ 1992375 w 4138458"/>
                <a:gd name="connsiteY136" fmla="*/ 0 h 1412149"/>
                <a:gd name="connsiteX137" fmla="*/ 2107709 w 4138458"/>
                <a:gd name="connsiteY137" fmla="*/ 0 h 1412149"/>
                <a:gd name="connsiteX138" fmla="*/ 2120075 w 4138458"/>
                <a:gd name="connsiteY138" fmla="*/ 0 h 1412149"/>
                <a:gd name="connsiteX139" fmla="*/ 2185022 w 4138458"/>
                <a:gd name="connsiteY139" fmla="*/ 0 h 1412149"/>
                <a:gd name="connsiteX140" fmla="*/ 2231916 w 4138458"/>
                <a:gd name="connsiteY140" fmla="*/ 0 h 1412149"/>
                <a:gd name="connsiteX141" fmla="*/ 2255997 w 4138458"/>
                <a:gd name="connsiteY141" fmla="*/ 0 h 1412149"/>
                <a:gd name="connsiteX142" fmla="*/ 2266137 w 4138458"/>
                <a:gd name="connsiteY142" fmla="*/ 0 h 1412149"/>
                <a:gd name="connsiteX143" fmla="*/ 2281036 w 4138458"/>
                <a:gd name="connsiteY143" fmla="*/ 0 h 1412149"/>
                <a:gd name="connsiteX144" fmla="*/ 2473684 w 4138458"/>
                <a:gd name="connsiteY144" fmla="*/ 0 h 1412149"/>
                <a:gd name="connsiteX145" fmla="*/ 2514552 w 4138458"/>
                <a:gd name="connsiteY145" fmla="*/ 0 h 1412149"/>
                <a:gd name="connsiteX146" fmla="*/ 2520578 w 4138458"/>
                <a:gd name="connsiteY146" fmla="*/ 0 h 1412149"/>
                <a:gd name="connsiteX147" fmla="*/ 2544659 w 4138458"/>
                <a:gd name="connsiteY147" fmla="*/ 0 h 1412149"/>
                <a:gd name="connsiteX148" fmla="*/ 2554799 w 4138458"/>
                <a:gd name="connsiteY148" fmla="*/ 0 h 1412149"/>
                <a:gd name="connsiteX149" fmla="*/ 2680485 w 4138458"/>
                <a:gd name="connsiteY149" fmla="*/ 0 h 1412149"/>
                <a:gd name="connsiteX150" fmla="*/ 3005042 w 4138458"/>
                <a:gd name="connsiteY150" fmla="*/ 0 h 1412149"/>
                <a:gd name="connsiteX151" fmla="*/ 3022552 w 4138458"/>
                <a:gd name="connsiteY151" fmla="*/ 0 h 1412149"/>
                <a:gd name="connsiteX152" fmla="*/ 3082355 w 4138458"/>
                <a:gd name="connsiteY152" fmla="*/ 0 h 1412149"/>
                <a:gd name="connsiteX153" fmla="*/ 3129249 w 4138458"/>
                <a:gd name="connsiteY153" fmla="*/ 0 h 1412149"/>
                <a:gd name="connsiteX154" fmla="*/ 3153330 w 4138458"/>
                <a:gd name="connsiteY154" fmla="*/ 0 h 1412149"/>
                <a:gd name="connsiteX155" fmla="*/ 3163470 w 4138458"/>
                <a:gd name="connsiteY155" fmla="*/ 0 h 1412149"/>
                <a:gd name="connsiteX156" fmla="*/ 3236746 w 4138458"/>
                <a:gd name="connsiteY156" fmla="*/ 0 h 1412149"/>
                <a:gd name="connsiteX157" fmla="*/ 3671470 w 4138458"/>
                <a:gd name="connsiteY157" fmla="*/ 0 h 1412149"/>
                <a:gd name="connsiteX158" fmla="*/ 3796617 w 4138458"/>
                <a:gd name="connsiteY158" fmla="*/ 71883 h 1412149"/>
                <a:gd name="connsiteX159" fmla="*/ 4121076 w 4138458"/>
                <a:gd name="connsiteY159" fmla="*/ 634192 h 1412149"/>
                <a:gd name="connsiteX160" fmla="*/ 4121076 w 4138458"/>
                <a:gd name="connsiteY160" fmla="*/ 777957 h 1412149"/>
                <a:gd name="connsiteX161" fmla="*/ 3796617 w 4138458"/>
                <a:gd name="connsiteY161" fmla="*/ 1340266 h 1412149"/>
                <a:gd name="connsiteX162" fmla="*/ 3671470 w 4138458"/>
                <a:gd name="connsiteY162" fmla="*/ 1412149 h 1412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4138458" h="1412149">
                  <a:moveTo>
                    <a:pt x="3494407" y="1121227"/>
                  </a:moveTo>
                  <a:cubicBezTo>
                    <a:pt x="3521660" y="1121227"/>
                    <a:pt x="3554364" y="1102140"/>
                    <a:pt x="3567991" y="1078962"/>
                  </a:cubicBezTo>
                  <a:cubicBezTo>
                    <a:pt x="3567991" y="1078962"/>
                    <a:pt x="3567991" y="1078962"/>
                    <a:pt x="3758764" y="748339"/>
                  </a:cubicBezTo>
                  <a:cubicBezTo>
                    <a:pt x="3772390" y="725162"/>
                    <a:pt x="3772390" y="686987"/>
                    <a:pt x="3758764" y="663809"/>
                  </a:cubicBezTo>
                  <a:cubicBezTo>
                    <a:pt x="3758764" y="663809"/>
                    <a:pt x="3758764" y="663809"/>
                    <a:pt x="3567991" y="333186"/>
                  </a:cubicBezTo>
                  <a:cubicBezTo>
                    <a:pt x="3554364" y="310009"/>
                    <a:pt x="3521660" y="290921"/>
                    <a:pt x="3494407" y="290921"/>
                  </a:cubicBezTo>
                  <a:cubicBezTo>
                    <a:pt x="3494407" y="290921"/>
                    <a:pt x="3494407" y="290921"/>
                    <a:pt x="3333442" y="290921"/>
                  </a:cubicBezTo>
                  <a:lnTo>
                    <a:pt x="3295129" y="290921"/>
                  </a:lnTo>
                  <a:lnTo>
                    <a:pt x="3289167" y="290921"/>
                  </a:lnTo>
                  <a:lnTo>
                    <a:pt x="3247435" y="290921"/>
                  </a:lnTo>
                  <a:lnTo>
                    <a:pt x="3238801" y="290921"/>
                  </a:lnTo>
                  <a:lnTo>
                    <a:pt x="3134164" y="290921"/>
                  </a:lnTo>
                  <a:lnTo>
                    <a:pt x="3112861" y="290921"/>
                  </a:lnTo>
                  <a:lnTo>
                    <a:pt x="3095851" y="290921"/>
                  </a:lnTo>
                  <a:lnTo>
                    <a:pt x="3089889" y="290921"/>
                  </a:lnTo>
                  <a:lnTo>
                    <a:pt x="3048157" y="290921"/>
                  </a:lnTo>
                  <a:lnTo>
                    <a:pt x="3039523" y="290921"/>
                  </a:lnTo>
                  <a:lnTo>
                    <a:pt x="2934886" y="290921"/>
                  </a:lnTo>
                  <a:lnTo>
                    <a:pt x="2913583" y="290921"/>
                  </a:lnTo>
                  <a:lnTo>
                    <a:pt x="2840245" y="290921"/>
                  </a:lnTo>
                  <a:cubicBezTo>
                    <a:pt x="2803730" y="290921"/>
                    <a:pt x="2761998" y="290921"/>
                    <a:pt x="2714305" y="290921"/>
                  </a:cubicBezTo>
                  <a:lnTo>
                    <a:pt x="2709913" y="292233"/>
                  </a:lnTo>
                  <a:lnTo>
                    <a:pt x="2705494" y="290921"/>
                  </a:lnTo>
                  <a:cubicBezTo>
                    <a:pt x="2705494" y="290921"/>
                    <a:pt x="2705494" y="290921"/>
                    <a:pt x="2323948" y="290921"/>
                  </a:cubicBezTo>
                  <a:lnTo>
                    <a:pt x="2319556" y="292233"/>
                  </a:lnTo>
                  <a:lnTo>
                    <a:pt x="2315137" y="290921"/>
                  </a:lnTo>
                  <a:cubicBezTo>
                    <a:pt x="2315137" y="290921"/>
                    <a:pt x="2315137" y="290921"/>
                    <a:pt x="2059531" y="290921"/>
                  </a:cubicBezTo>
                  <a:lnTo>
                    <a:pt x="1955409" y="290921"/>
                  </a:lnTo>
                  <a:lnTo>
                    <a:pt x="1949447" y="290921"/>
                  </a:lnTo>
                  <a:lnTo>
                    <a:pt x="1933591" y="290921"/>
                  </a:lnTo>
                  <a:lnTo>
                    <a:pt x="1907716" y="290921"/>
                  </a:lnTo>
                  <a:cubicBezTo>
                    <a:pt x="1871946" y="290921"/>
                    <a:pt x="1809348" y="290921"/>
                    <a:pt x="1699803" y="290921"/>
                  </a:cubicBezTo>
                  <a:lnTo>
                    <a:pt x="1666857" y="290921"/>
                  </a:lnTo>
                  <a:lnTo>
                    <a:pt x="1660895" y="290921"/>
                  </a:lnTo>
                  <a:lnTo>
                    <a:pt x="1619163" y="290921"/>
                  </a:lnTo>
                  <a:lnTo>
                    <a:pt x="1573863" y="290921"/>
                  </a:lnTo>
                  <a:lnTo>
                    <a:pt x="1508939" y="290921"/>
                  </a:lnTo>
                  <a:lnTo>
                    <a:pt x="1505892" y="290921"/>
                  </a:lnTo>
                  <a:lnTo>
                    <a:pt x="1502977" y="290921"/>
                  </a:lnTo>
                  <a:lnTo>
                    <a:pt x="1461246" y="290921"/>
                  </a:lnTo>
                  <a:lnTo>
                    <a:pt x="1411251" y="290921"/>
                  </a:lnTo>
                  <a:lnTo>
                    <a:pt x="1347974" y="290921"/>
                  </a:lnTo>
                  <a:lnTo>
                    <a:pt x="1285311" y="290921"/>
                  </a:lnTo>
                  <a:lnTo>
                    <a:pt x="1253333" y="290921"/>
                  </a:lnTo>
                  <a:lnTo>
                    <a:pt x="1173474" y="290921"/>
                  </a:lnTo>
                  <a:lnTo>
                    <a:pt x="1167512" y="290921"/>
                  </a:lnTo>
                  <a:lnTo>
                    <a:pt x="1127393" y="290921"/>
                  </a:lnTo>
                  <a:lnTo>
                    <a:pt x="1125780" y="290921"/>
                  </a:lnTo>
                  <a:lnTo>
                    <a:pt x="1030708" y="290921"/>
                  </a:lnTo>
                  <a:cubicBezTo>
                    <a:pt x="1030708" y="290921"/>
                    <a:pt x="1030708" y="290921"/>
                    <a:pt x="1024746" y="290921"/>
                  </a:cubicBezTo>
                  <a:lnTo>
                    <a:pt x="1012509" y="290921"/>
                  </a:lnTo>
                  <a:lnTo>
                    <a:pt x="983015" y="290921"/>
                  </a:lnTo>
                  <a:lnTo>
                    <a:pt x="917868" y="290921"/>
                  </a:lnTo>
                  <a:lnTo>
                    <a:pt x="869743" y="290921"/>
                  </a:lnTo>
                  <a:lnTo>
                    <a:pt x="791928" y="290921"/>
                  </a:lnTo>
                  <a:lnTo>
                    <a:pt x="775102" y="290921"/>
                  </a:lnTo>
                  <a:cubicBezTo>
                    <a:pt x="738587" y="290921"/>
                    <a:pt x="696855" y="290921"/>
                    <a:pt x="649162" y="290921"/>
                  </a:cubicBezTo>
                  <a:cubicBezTo>
                    <a:pt x="622590" y="290921"/>
                    <a:pt x="589204" y="310009"/>
                    <a:pt x="575578" y="333186"/>
                  </a:cubicBezTo>
                  <a:cubicBezTo>
                    <a:pt x="575578" y="333186"/>
                    <a:pt x="575578" y="333186"/>
                    <a:pt x="384805" y="663809"/>
                  </a:cubicBezTo>
                  <a:cubicBezTo>
                    <a:pt x="371859" y="686987"/>
                    <a:pt x="371859" y="725162"/>
                    <a:pt x="384805" y="748339"/>
                  </a:cubicBezTo>
                  <a:cubicBezTo>
                    <a:pt x="384805" y="748339"/>
                    <a:pt x="384805" y="748339"/>
                    <a:pt x="575578" y="1078962"/>
                  </a:cubicBezTo>
                  <a:cubicBezTo>
                    <a:pt x="589204" y="1102140"/>
                    <a:pt x="622590" y="1121227"/>
                    <a:pt x="649162" y="1121227"/>
                  </a:cubicBezTo>
                  <a:lnTo>
                    <a:pt x="791928" y="1121227"/>
                  </a:lnTo>
                  <a:lnTo>
                    <a:pt x="1030708" y="1121227"/>
                  </a:lnTo>
                  <a:lnTo>
                    <a:pt x="1127393" y="1121227"/>
                  </a:lnTo>
                  <a:lnTo>
                    <a:pt x="1173474" y="1121227"/>
                  </a:lnTo>
                  <a:lnTo>
                    <a:pt x="1285311" y="1121227"/>
                  </a:lnTo>
                  <a:lnTo>
                    <a:pt x="1508939" y="1121227"/>
                  </a:lnTo>
                  <a:lnTo>
                    <a:pt x="1573863" y="1121227"/>
                  </a:lnTo>
                  <a:lnTo>
                    <a:pt x="1666857" y="1121227"/>
                  </a:lnTo>
                  <a:lnTo>
                    <a:pt x="1933591" y="1121227"/>
                  </a:lnTo>
                  <a:lnTo>
                    <a:pt x="1955409" y="1121227"/>
                  </a:lnTo>
                  <a:lnTo>
                    <a:pt x="2315137" y="1121227"/>
                  </a:lnTo>
                  <a:lnTo>
                    <a:pt x="2319556" y="1119915"/>
                  </a:lnTo>
                  <a:lnTo>
                    <a:pt x="2323948" y="1121227"/>
                  </a:lnTo>
                  <a:lnTo>
                    <a:pt x="2705494" y="1121227"/>
                  </a:lnTo>
                  <a:lnTo>
                    <a:pt x="2709913" y="1119915"/>
                  </a:lnTo>
                  <a:lnTo>
                    <a:pt x="2714305" y="1121227"/>
                  </a:lnTo>
                  <a:lnTo>
                    <a:pt x="2913583" y="1121227"/>
                  </a:lnTo>
                  <a:lnTo>
                    <a:pt x="3095851" y="1121227"/>
                  </a:lnTo>
                  <a:lnTo>
                    <a:pt x="3112861" y="1121227"/>
                  </a:lnTo>
                  <a:lnTo>
                    <a:pt x="3295129" y="1121227"/>
                  </a:lnTo>
                  <a:close/>
                  <a:moveTo>
                    <a:pt x="3671470" y="1412149"/>
                  </a:moveTo>
                  <a:lnTo>
                    <a:pt x="3163470" y="1412149"/>
                  </a:lnTo>
                  <a:lnTo>
                    <a:pt x="3022552" y="1412149"/>
                  </a:lnTo>
                  <a:lnTo>
                    <a:pt x="2554799" y="1412149"/>
                  </a:lnTo>
                  <a:lnTo>
                    <a:pt x="2514552" y="1412149"/>
                  </a:lnTo>
                  <a:lnTo>
                    <a:pt x="2266137" y="1412149"/>
                  </a:lnTo>
                  <a:lnTo>
                    <a:pt x="1905881" y="1412149"/>
                  </a:lnTo>
                  <a:lnTo>
                    <a:pt x="1809866" y="1412149"/>
                  </a:lnTo>
                  <a:lnTo>
                    <a:pt x="1617219" y="1412149"/>
                  </a:lnTo>
                  <a:lnTo>
                    <a:pt x="1489857" y="1412149"/>
                  </a:lnTo>
                  <a:lnTo>
                    <a:pt x="1301866" y="1412149"/>
                  </a:lnTo>
                  <a:lnTo>
                    <a:pt x="1160948" y="1412149"/>
                  </a:lnTo>
                  <a:lnTo>
                    <a:pt x="1115038" y="1412149"/>
                  </a:lnTo>
                  <a:lnTo>
                    <a:pt x="840939" y="1412149"/>
                  </a:lnTo>
                  <a:lnTo>
                    <a:pt x="652948" y="1412149"/>
                  </a:lnTo>
                  <a:lnTo>
                    <a:pt x="466120" y="1412149"/>
                  </a:lnTo>
                  <a:cubicBezTo>
                    <a:pt x="420928" y="1412149"/>
                    <a:pt x="364147" y="1379686"/>
                    <a:pt x="340972" y="1340266"/>
                  </a:cubicBezTo>
                  <a:cubicBezTo>
                    <a:pt x="16513" y="777957"/>
                    <a:pt x="16513" y="777957"/>
                    <a:pt x="16513" y="777957"/>
                  </a:cubicBezTo>
                  <a:cubicBezTo>
                    <a:pt x="-5504" y="738538"/>
                    <a:pt x="-5504" y="673611"/>
                    <a:pt x="16513" y="634192"/>
                  </a:cubicBezTo>
                  <a:cubicBezTo>
                    <a:pt x="340972" y="71883"/>
                    <a:pt x="340972" y="71883"/>
                    <a:pt x="340972" y="71883"/>
                  </a:cubicBezTo>
                  <a:cubicBezTo>
                    <a:pt x="364147" y="32463"/>
                    <a:pt x="420928" y="0"/>
                    <a:pt x="466120" y="0"/>
                  </a:cubicBezTo>
                  <a:lnTo>
                    <a:pt x="652948" y="0"/>
                  </a:lnTo>
                  <a:lnTo>
                    <a:pt x="680314" y="0"/>
                  </a:lnTo>
                  <a:lnTo>
                    <a:pt x="840939" y="0"/>
                  </a:lnTo>
                  <a:lnTo>
                    <a:pt x="841276" y="0"/>
                  </a:lnTo>
                  <a:lnTo>
                    <a:pt x="867142" y="0"/>
                  </a:lnTo>
                  <a:lnTo>
                    <a:pt x="956611" y="0"/>
                  </a:lnTo>
                  <a:lnTo>
                    <a:pt x="1028104" y="0"/>
                  </a:lnTo>
                  <a:lnTo>
                    <a:pt x="1033923" y="0"/>
                  </a:lnTo>
                  <a:lnTo>
                    <a:pt x="1055133" y="0"/>
                  </a:lnTo>
                  <a:lnTo>
                    <a:pt x="1080817" y="0"/>
                  </a:lnTo>
                  <a:cubicBezTo>
                    <a:pt x="1115038" y="0"/>
                    <a:pt x="1115038" y="0"/>
                    <a:pt x="1115038" y="0"/>
                  </a:cubicBezTo>
                  <a:lnTo>
                    <a:pt x="1143439" y="0"/>
                  </a:lnTo>
                  <a:lnTo>
                    <a:pt x="1160948" y="0"/>
                  </a:lnTo>
                  <a:lnTo>
                    <a:pt x="1216095" y="0"/>
                  </a:lnTo>
                  <a:lnTo>
                    <a:pt x="1220751" y="0"/>
                  </a:lnTo>
                  <a:lnTo>
                    <a:pt x="1267645" y="0"/>
                  </a:lnTo>
                  <a:lnTo>
                    <a:pt x="1291726" y="0"/>
                  </a:lnTo>
                  <a:lnTo>
                    <a:pt x="1301866" y="0"/>
                  </a:lnTo>
                  <a:lnTo>
                    <a:pt x="1331430" y="0"/>
                  </a:lnTo>
                  <a:lnTo>
                    <a:pt x="1375142" y="0"/>
                  </a:lnTo>
                  <a:lnTo>
                    <a:pt x="1408742" y="0"/>
                  </a:lnTo>
                  <a:lnTo>
                    <a:pt x="1455636" y="0"/>
                  </a:lnTo>
                  <a:lnTo>
                    <a:pt x="1479717" y="0"/>
                  </a:lnTo>
                  <a:lnTo>
                    <a:pt x="1489857" y="0"/>
                  </a:lnTo>
                  <a:lnTo>
                    <a:pt x="1536104" y="0"/>
                  </a:lnTo>
                  <a:lnTo>
                    <a:pt x="1617219" y="0"/>
                  </a:lnTo>
                  <a:lnTo>
                    <a:pt x="1651439" y="0"/>
                  </a:lnTo>
                  <a:lnTo>
                    <a:pt x="1728751" y="0"/>
                  </a:lnTo>
                  <a:lnTo>
                    <a:pt x="1775645" y="0"/>
                  </a:lnTo>
                  <a:lnTo>
                    <a:pt x="1799726" y="0"/>
                  </a:lnTo>
                  <a:lnTo>
                    <a:pt x="1809866" y="0"/>
                  </a:lnTo>
                  <a:lnTo>
                    <a:pt x="1831413" y="0"/>
                  </a:lnTo>
                  <a:lnTo>
                    <a:pt x="1905881" y="0"/>
                  </a:lnTo>
                  <a:lnTo>
                    <a:pt x="1992375" y="0"/>
                  </a:lnTo>
                  <a:lnTo>
                    <a:pt x="2107709" y="0"/>
                  </a:lnTo>
                  <a:lnTo>
                    <a:pt x="2120075" y="0"/>
                  </a:lnTo>
                  <a:lnTo>
                    <a:pt x="2185022" y="0"/>
                  </a:lnTo>
                  <a:lnTo>
                    <a:pt x="2231916" y="0"/>
                  </a:lnTo>
                  <a:lnTo>
                    <a:pt x="2255997" y="0"/>
                  </a:lnTo>
                  <a:lnTo>
                    <a:pt x="2266137" y="0"/>
                  </a:lnTo>
                  <a:lnTo>
                    <a:pt x="2281036" y="0"/>
                  </a:lnTo>
                  <a:cubicBezTo>
                    <a:pt x="2372290" y="0"/>
                    <a:pt x="2433126" y="0"/>
                    <a:pt x="2473684" y="0"/>
                  </a:cubicBezTo>
                  <a:lnTo>
                    <a:pt x="2514552" y="0"/>
                  </a:lnTo>
                  <a:lnTo>
                    <a:pt x="2520578" y="0"/>
                  </a:lnTo>
                  <a:lnTo>
                    <a:pt x="2544659" y="0"/>
                  </a:lnTo>
                  <a:lnTo>
                    <a:pt x="2554799" y="0"/>
                  </a:lnTo>
                  <a:lnTo>
                    <a:pt x="2680485" y="0"/>
                  </a:lnTo>
                  <a:cubicBezTo>
                    <a:pt x="2830376" y="0"/>
                    <a:pt x="2933750" y="0"/>
                    <a:pt x="3005042" y="0"/>
                  </a:cubicBezTo>
                  <a:lnTo>
                    <a:pt x="3022552" y="0"/>
                  </a:lnTo>
                  <a:lnTo>
                    <a:pt x="3082355" y="0"/>
                  </a:lnTo>
                  <a:lnTo>
                    <a:pt x="3129249" y="0"/>
                  </a:lnTo>
                  <a:lnTo>
                    <a:pt x="3153330" y="0"/>
                  </a:lnTo>
                  <a:lnTo>
                    <a:pt x="3163470" y="0"/>
                  </a:lnTo>
                  <a:lnTo>
                    <a:pt x="3236746" y="0"/>
                  </a:lnTo>
                  <a:cubicBezTo>
                    <a:pt x="3671470" y="0"/>
                    <a:pt x="3671470" y="0"/>
                    <a:pt x="3671470" y="0"/>
                  </a:cubicBezTo>
                  <a:cubicBezTo>
                    <a:pt x="3717821" y="0"/>
                    <a:pt x="3773442" y="32463"/>
                    <a:pt x="3796617" y="71883"/>
                  </a:cubicBezTo>
                  <a:cubicBezTo>
                    <a:pt x="4121076" y="634192"/>
                    <a:pt x="4121076" y="634192"/>
                    <a:pt x="4121076" y="634192"/>
                  </a:cubicBezTo>
                  <a:cubicBezTo>
                    <a:pt x="4144252" y="673611"/>
                    <a:pt x="4144252" y="738538"/>
                    <a:pt x="4121076" y="777957"/>
                  </a:cubicBezTo>
                  <a:cubicBezTo>
                    <a:pt x="3796617" y="1340266"/>
                    <a:pt x="3796617" y="1340266"/>
                    <a:pt x="3796617" y="1340266"/>
                  </a:cubicBezTo>
                  <a:cubicBezTo>
                    <a:pt x="3773442" y="1379686"/>
                    <a:pt x="3717821" y="1412149"/>
                    <a:pt x="3671470" y="1412149"/>
                  </a:cubicBezTo>
                  <a:close/>
                </a:path>
              </a:pathLst>
            </a:custGeom>
            <a:solidFill>
              <a:srgbClr val="00AF92"/>
            </a:solidFill>
            <a:ln w="19050">
              <a:noFill/>
            </a:ln>
            <a:effectLst>
              <a:innerShdw blurRad="101600" dist="63500" dir="2700000">
                <a:prstClr val="black">
                  <a:alpha val="50000"/>
                </a:prstClr>
              </a:innerShdw>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sp>
          <p:nvSpPr>
            <p:cNvPr id="102" name="任意多边形 102"/>
            <p:cNvSpPr>
              <a:spLocks/>
            </p:cNvSpPr>
            <p:nvPr/>
          </p:nvSpPr>
          <p:spPr bwMode="auto">
            <a:xfrm rot="10800000">
              <a:off x="6239222" y="4533167"/>
              <a:ext cx="3147691" cy="1074074"/>
            </a:xfrm>
            <a:custGeom>
              <a:avLst/>
              <a:gdLst>
                <a:gd name="connsiteX0" fmla="*/ 3671470 w 4138458"/>
                <a:gd name="connsiteY0" fmla="*/ 1412149 h 1412149"/>
                <a:gd name="connsiteX1" fmla="*/ 3163470 w 4138458"/>
                <a:gd name="connsiteY1" fmla="*/ 1412149 h 1412149"/>
                <a:gd name="connsiteX2" fmla="*/ 3022552 w 4138458"/>
                <a:gd name="connsiteY2" fmla="*/ 1412149 h 1412149"/>
                <a:gd name="connsiteX3" fmla="*/ 2554799 w 4138458"/>
                <a:gd name="connsiteY3" fmla="*/ 1412149 h 1412149"/>
                <a:gd name="connsiteX4" fmla="*/ 2514552 w 4138458"/>
                <a:gd name="connsiteY4" fmla="*/ 1412149 h 1412149"/>
                <a:gd name="connsiteX5" fmla="*/ 2266137 w 4138458"/>
                <a:gd name="connsiteY5" fmla="*/ 1412149 h 1412149"/>
                <a:gd name="connsiteX6" fmla="*/ 1905881 w 4138458"/>
                <a:gd name="connsiteY6" fmla="*/ 1412149 h 1412149"/>
                <a:gd name="connsiteX7" fmla="*/ 1809866 w 4138458"/>
                <a:gd name="connsiteY7" fmla="*/ 1412149 h 1412149"/>
                <a:gd name="connsiteX8" fmla="*/ 1617219 w 4138458"/>
                <a:gd name="connsiteY8" fmla="*/ 1412149 h 1412149"/>
                <a:gd name="connsiteX9" fmla="*/ 1489857 w 4138458"/>
                <a:gd name="connsiteY9" fmla="*/ 1412149 h 1412149"/>
                <a:gd name="connsiteX10" fmla="*/ 1301866 w 4138458"/>
                <a:gd name="connsiteY10" fmla="*/ 1412149 h 1412149"/>
                <a:gd name="connsiteX11" fmla="*/ 1160948 w 4138458"/>
                <a:gd name="connsiteY11" fmla="*/ 1412149 h 1412149"/>
                <a:gd name="connsiteX12" fmla="*/ 1115038 w 4138458"/>
                <a:gd name="connsiteY12" fmla="*/ 1412149 h 1412149"/>
                <a:gd name="connsiteX13" fmla="*/ 840939 w 4138458"/>
                <a:gd name="connsiteY13" fmla="*/ 1412149 h 1412149"/>
                <a:gd name="connsiteX14" fmla="*/ 652948 w 4138458"/>
                <a:gd name="connsiteY14" fmla="*/ 1412149 h 1412149"/>
                <a:gd name="connsiteX15" fmla="*/ 466120 w 4138458"/>
                <a:gd name="connsiteY15" fmla="*/ 1412149 h 1412149"/>
                <a:gd name="connsiteX16" fmla="*/ 340972 w 4138458"/>
                <a:gd name="connsiteY16" fmla="*/ 1340266 h 1412149"/>
                <a:gd name="connsiteX17" fmla="*/ 16513 w 4138458"/>
                <a:gd name="connsiteY17" fmla="*/ 777957 h 1412149"/>
                <a:gd name="connsiteX18" fmla="*/ 16513 w 4138458"/>
                <a:gd name="connsiteY18" fmla="*/ 634192 h 1412149"/>
                <a:gd name="connsiteX19" fmla="*/ 340972 w 4138458"/>
                <a:gd name="connsiteY19" fmla="*/ 71883 h 1412149"/>
                <a:gd name="connsiteX20" fmla="*/ 466120 w 4138458"/>
                <a:gd name="connsiteY20" fmla="*/ 0 h 1412149"/>
                <a:gd name="connsiteX21" fmla="*/ 652948 w 4138458"/>
                <a:gd name="connsiteY21" fmla="*/ 0 h 1412149"/>
                <a:gd name="connsiteX22" fmla="*/ 680314 w 4138458"/>
                <a:gd name="connsiteY22" fmla="*/ 0 h 1412149"/>
                <a:gd name="connsiteX23" fmla="*/ 840939 w 4138458"/>
                <a:gd name="connsiteY23" fmla="*/ 0 h 1412149"/>
                <a:gd name="connsiteX24" fmla="*/ 841276 w 4138458"/>
                <a:gd name="connsiteY24" fmla="*/ 0 h 1412149"/>
                <a:gd name="connsiteX25" fmla="*/ 867142 w 4138458"/>
                <a:gd name="connsiteY25" fmla="*/ 0 h 1412149"/>
                <a:gd name="connsiteX26" fmla="*/ 956611 w 4138458"/>
                <a:gd name="connsiteY26" fmla="*/ 0 h 1412149"/>
                <a:gd name="connsiteX27" fmla="*/ 1028104 w 4138458"/>
                <a:gd name="connsiteY27" fmla="*/ 0 h 1412149"/>
                <a:gd name="connsiteX28" fmla="*/ 1033923 w 4138458"/>
                <a:gd name="connsiteY28" fmla="*/ 0 h 1412149"/>
                <a:gd name="connsiteX29" fmla="*/ 1055133 w 4138458"/>
                <a:gd name="connsiteY29" fmla="*/ 0 h 1412149"/>
                <a:gd name="connsiteX30" fmla="*/ 1080817 w 4138458"/>
                <a:gd name="connsiteY30" fmla="*/ 0 h 1412149"/>
                <a:gd name="connsiteX31" fmla="*/ 1115038 w 4138458"/>
                <a:gd name="connsiteY31" fmla="*/ 0 h 1412149"/>
                <a:gd name="connsiteX32" fmla="*/ 1143439 w 4138458"/>
                <a:gd name="connsiteY32" fmla="*/ 0 h 1412149"/>
                <a:gd name="connsiteX33" fmla="*/ 1160948 w 4138458"/>
                <a:gd name="connsiteY33" fmla="*/ 0 h 1412149"/>
                <a:gd name="connsiteX34" fmla="*/ 1216095 w 4138458"/>
                <a:gd name="connsiteY34" fmla="*/ 0 h 1412149"/>
                <a:gd name="connsiteX35" fmla="*/ 1220751 w 4138458"/>
                <a:gd name="connsiteY35" fmla="*/ 0 h 1412149"/>
                <a:gd name="connsiteX36" fmla="*/ 1267645 w 4138458"/>
                <a:gd name="connsiteY36" fmla="*/ 0 h 1412149"/>
                <a:gd name="connsiteX37" fmla="*/ 1291726 w 4138458"/>
                <a:gd name="connsiteY37" fmla="*/ 0 h 1412149"/>
                <a:gd name="connsiteX38" fmla="*/ 1301866 w 4138458"/>
                <a:gd name="connsiteY38" fmla="*/ 0 h 1412149"/>
                <a:gd name="connsiteX39" fmla="*/ 1331430 w 4138458"/>
                <a:gd name="connsiteY39" fmla="*/ 0 h 1412149"/>
                <a:gd name="connsiteX40" fmla="*/ 1375142 w 4138458"/>
                <a:gd name="connsiteY40" fmla="*/ 0 h 1412149"/>
                <a:gd name="connsiteX41" fmla="*/ 1408742 w 4138458"/>
                <a:gd name="connsiteY41" fmla="*/ 0 h 1412149"/>
                <a:gd name="connsiteX42" fmla="*/ 1455636 w 4138458"/>
                <a:gd name="connsiteY42" fmla="*/ 0 h 1412149"/>
                <a:gd name="connsiteX43" fmla="*/ 1479717 w 4138458"/>
                <a:gd name="connsiteY43" fmla="*/ 0 h 1412149"/>
                <a:gd name="connsiteX44" fmla="*/ 1489857 w 4138458"/>
                <a:gd name="connsiteY44" fmla="*/ 0 h 1412149"/>
                <a:gd name="connsiteX45" fmla="*/ 1536104 w 4138458"/>
                <a:gd name="connsiteY45" fmla="*/ 0 h 1412149"/>
                <a:gd name="connsiteX46" fmla="*/ 1617219 w 4138458"/>
                <a:gd name="connsiteY46" fmla="*/ 0 h 1412149"/>
                <a:gd name="connsiteX47" fmla="*/ 1651439 w 4138458"/>
                <a:gd name="connsiteY47" fmla="*/ 0 h 1412149"/>
                <a:gd name="connsiteX48" fmla="*/ 1728751 w 4138458"/>
                <a:gd name="connsiteY48" fmla="*/ 0 h 1412149"/>
                <a:gd name="connsiteX49" fmla="*/ 1775645 w 4138458"/>
                <a:gd name="connsiteY49" fmla="*/ 0 h 1412149"/>
                <a:gd name="connsiteX50" fmla="*/ 1799726 w 4138458"/>
                <a:gd name="connsiteY50" fmla="*/ 0 h 1412149"/>
                <a:gd name="connsiteX51" fmla="*/ 1809866 w 4138458"/>
                <a:gd name="connsiteY51" fmla="*/ 0 h 1412149"/>
                <a:gd name="connsiteX52" fmla="*/ 1831413 w 4138458"/>
                <a:gd name="connsiteY52" fmla="*/ 0 h 1412149"/>
                <a:gd name="connsiteX53" fmla="*/ 1905881 w 4138458"/>
                <a:gd name="connsiteY53" fmla="*/ 0 h 1412149"/>
                <a:gd name="connsiteX54" fmla="*/ 1992375 w 4138458"/>
                <a:gd name="connsiteY54" fmla="*/ 0 h 1412149"/>
                <a:gd name="connsiteX55" fmla="*/ 2107709 w 4138458"/>
                <a:gd name="connsiteY55" fmla="*/ 0 h 1412149"/>
                <a:gd name="connsiteX56" fmla="*/ 2120075 w 4138458"/>
                <a:gd name="connsiteY56" fmla="*/ 0 h 1412149"/>
                <a:gd name="connsiteX57" fmla="*/ 2185022 w 4138458"/>
                <a:gd name="connsiteY57" fmla="*/ 0 h 1412149"/>
                <a:gd name="connsiteX58" fmla="*/ 2231916 w 4138458"/>
                <a:gd name="connsiteY58" fmla="*/ 0 h 1412149"/>
                <a:gd name="connsiteX59" fmla="*/ 2255997 w 4138458"/>
                <a:gd name="connsiteY59" fmla="*/ 0 h 1412149"/>
                <a:gd name="connsiteX60" fmla="*/ 2266137 w 4138458"/>
                <a:gd name="connsiteY60" fmla="*/ 0 h 1412149"/>
                <a:gd name="connsiteX61" fmla="*/ 2281036 w 4138458"/>
                <a:gd name="connsiteY61" fmla="*/ 0 h 1412149"/>
                <a:gd name="connsiteX62" fmla="*/ 2473684 w 4138458"/>
                <a:gd name="connsiteY62" fmla="*/ 0 h 1412149"/>
                <a:gd name="connsiteX63" fmla="*/ 2514552 w 4138458"/>
                <a:gd name="connsiteY63" fmla="*/ 0 h 1412149"/>
                <a:gd name="connsiteX64" fmla="*/ 2520578 w 4138458"/>
                <a:gd name="connsiteY64" fmla="*/ 0 h 1412149"/>
                <a:gd name="connsiteX65" fmla="*/ 2544659 w 4138458"/>
                <a:gd name="connsiteY65" fmla="*/ 0 h 1412149"/>
                <a:gd name="connsiteX66" fmla="*/ 2554799 w 4138458"/>
                <a:gd name="connsiteY66" fmla="*/ 0 h 1412149"/>
                <a:gd name="connsiteX67" fmla="*/ 2680485 w 4138458"/>
                <a:gd name="connsiteY67" fmla="*/ 0 h 1412149"/>
                <a:gd name="connsiteX68" fmla="*/ 3005042 w 4138458"/>
                <a:gd name="connsiteY68" fmla="*/ 0 h 1412149"/>
                <a:gd name="connsiteX69" fmla="*/ 3022552 w 4138458"/>
                <a:gd name="connsiteY69" fmla="*/ 0 h 1412149"/>
                <a:gd name="connsiteX70" fmla="*/ 3082355 w 4138458"/>
                <a:gd name="connsiteY70" fmla="*/ 0 h 1412149"/>
                <a:gd name="connsiteX71" fmla="*/ 3129249 w 4138458"/>
                <a:gd name="connsiteY71" fmla="*/ 0 h 1412149"/>
                <a:gd name="connsiteX72" fmla="*/ 3153330 w 4138458"/>
                <a:gd name="connsiteY72" fmla="*/ 0 h 1412149"/>
                <a:gd name="connsiteX73" fmla="*/ 3163470 w 4138458"/>
                <a:gd name="connsiteY73" fmla="*/ 0 h 1412149"/>
                <a:gd name="connsiteX74" fmla="*/ 3236746 w 4138458"/>
                <a:gd name="connsiteY74" fmla="*/ 0 h 1412149"/>
                <a:gd name="connsiteX75" fmla="*/ 3671470 w 4138458"/>
                <a:gd name="connsiteY75" fmla="*/ 0 h 1412149"/>
                <a:gd name="connsiteX76" fmla="*/ 3796617 w 4138458"/>
                <a:gd name="connsiteY76" fmla="*/ 71883 h 1412149"/>
                <a:gd name="connsiteX77" fmla="*/ 4121076 w 4138458"/>
                <a:gd name="connsiteY77" fmla="*/ 634192 h 1412149"/>
                <a:gd name="connsiteX78" fmla="*/ 4121076 w 4138458"/>
                <a:gd name="connsiteY78" fmla="*/ 777957 h 1412149"/>
                <a:gd name="connsiteX79" fmla="*/ 3796617 w 4138458"/>
                <a:gd name="connsiteY79" fmla="*/ 1340266 h 1412149"/>
                <a:gd name="connsiteX80" fmla="*/ 3671470 w 4138458"/>
                <a:gd name="connsiteY80" fmla="*/ 1412149 h 1412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4138458" h="1412149">
                  <a:moveTo>
                    <a:pt x="3671470" y="1412149"/>
                  </a:moveTo>
                  <a:lnTo>
                    <a:pt x="3163470" y="1412149"/>
                  </a:lnTo>
                  <a:lnTo>
                    <a:pt x="3022552" y="1412149"/>
                  </a:lnTo>
                  <a:lnTo>
                    <a:pt x="2554799" y="1412149"/>
                  </a:lnTo>
                  <a:lnTo>
                    <a:pt x="2514552" y="1412149"/>
                  </a:lnTo>
                  <a:lnTo>
                    <a:pt x="2266137" y="1412149"/>
                  </a:lnTo>
                  <a:lnTo>
                    <a:pt x="1905881" y="1412149"/>
                  </a:lnTo>
                  <a:lnTo>
                    <a:pt x="1809866" y="1412149"/>
                  </a:lnTo>
                  <a:lnTo>
                    <a:pt x="1617219" y="1412149"/>
                  </a:lnTo>
                  <a:lnTo>
                    <a:pt x="1489857" y="1412149"/>
                  </a:lnTo>
                  <a:lnTo>
                    <a:pt x="1301866" y="1412149"/>
                  </a:lnTo>
                  <a:lnTo>
                    <a:pt x="1160948" y="1412149"/>
                  </a:lnTo>
                  <a:lnTo>
                    <a:pt x="1115038" y="1412149"/>
                  </a:lnTo>
                  <a:lnTo>
                    <a:pt x="840939" y="1412149"/>
                  </a:lnTo>
                  <a:lnTo>
                    <a:pt x="652948" y="1412149"/>
                  </a:lnTo>
                  <a:lnTo>
                    <a:pt x="466120" y="1412149"/>
                  </a:lnTo>
                  <a:cubicBezTo>
                    <a:pt x="420928" y="1412149"/>
                    <a:pt x="364147" y="1379686"/>
                    <a:pt x="340972" y="1340266"/>
                  </a:cubicBezTo>
                  <a:cubicBezTo>
                    <a:pt x="16513" y="777957"/>
                    <a:pt x="16513" y="777957"/>
                    <a:pt x="16513" y="777957"/>
                  </a:cubicBezTo>
                  <a:cubicBezTo>
                    <a:pt x="-5504" y="738538"/>
                    <a:pt x="-5504" y="673611"/>
                    <a:pt x="16513" y="634192"/>
                  </a:cubicBezTo>
                  <a:cubicBezTo>
                    <a:pt x="340972" y="71883"/>
                    <a:pt x="340972" y="71883"/>
                    <a:pt x="340972" y="71883"/>
                  </a:cubicBezTo>
                  <a:cubicBezTo>
                    <a:pt x="364147" y="32463"/>
                    <a:pt x="420928" y="0"/>
                    <a:pt x="466120" y="0"/>
                  </a:cubicBezTo>
                  <a:lnTo>
                    <a:pt x="652948" y="0"/>
                  </a:lnTo>
                  <a:lnTo>
                    <a:pt x="680314" y="0"/>
                  </a:lnTo>
                  <a:lnTo>
                    <a:pt x="840939" y="0"/>
                  </a:lnTo>
                  <a:lnTo>
                    <a:pt x="841276" y="0"/>
                  </a:lnTo>
                  <a:lnTo>
                    <a:pt x="867142" y="0"/>
                  </a:lnTo>
                  <a:lnTo>
                    <a:pt x="956611" y="0"/>
                  </a:lnTo>
                  <a:lnTo>
                    <a:pt x="1028104" y="0"/>
                  </a:lnTo>
                  <a:lnTo>
                    <a:pt x="1033923" y="0"/>
                  </a:lnTo>
                  <a:lnTo>
                    <a:pt x="1055133" y="0"/>
                  </a:lnTo>
                  <a:lnTo>
                    <a:pt x="1080817" y="0"/>
                  </a:lnTo>
                  <a:cubicBezTo>
                    <a:pt x="1115038" y="0"/>
                    <a:pt x="1115038" y="0"/>
                    <a:pt x="1115038" y="0"/>
                  </a:cubicBezTo>
                  <a:lnTo>
                    <a:pt x="1143439" y="0"/>
                  </a:lnTo>
                  <a:lnTo>
                    <a:pt x="1160948" y="0"/>
                  </a:lnTo>
                  <a:lnTo>
                    <a:pt x="1216095" y="0"/>
                  </a:lnTo>
                  <a:lnTo>
                    <a:pt x="1220751" y="0"/>
                  </a:lnTo>
                  <a:lnTo>
                    <a:pt x="1267645" y="0"/>
                  </a:lnTo>
                  <a:lnTo>
                    <a:pt x="1291726" y="0"/>
                  </a:lnTo>
                  <a:lnTo>
                    <a:pt x="1301866" y="0"/>
                  </a:lnTo>
                  <a:lnTo>
                    <a:pt x="1331430" y="0"/>
                  </a:lnTo>
                  <a:lnTo>
                    <a:pt x="1375142" y="0"/>
                  </a:lnTo>
                  <a:lnTo>
                    <a:pt x="1408742" y="0"/>
                  </a:lnTo>
                  <a:lnTo>
                    <a:pt x="1455636" y="0"/>
                  </a:lnTo>
                  <a:lnTo>
                    <a:pt x="1479717" y="0"/>
                  </a:lnTo>
                  <a:lnTo>
                    <a:pt x="1489857" y="0"/>
                  </a:lnTo>
                  <a:lnTo>
                    <a:pt x="1536104" y="0"/>
                  </a:lnTo>
                  <a:lnTo>
                    <a:pt x="1617219" y="0"/>
                  </a:lnTo>
                  <a:lnTo>
                    <a:pt x="1651439" y="0"/>
                  </a:lnTo>
                  <a:lnTo>
                    <a:pt x="1728751" y="0"/>
                  </a:lnTo>
                  <a:lnTo>
                    <a:pt x="1775645" y="0"/>
                  </a:lnTo>
                  <a:lnTo>
                    <a:pt x="1799726" y="0"/>
                  </a:lnTo>
                  <a:lnTo>
                    <a:pt x="1809866" y="0"/>
                  </a:lnTo>
                  <a:lnTo>
                    <a:pt x="1831413" y="0"/>
                  </a:lnTo>
                  <a:lnTo>
                    <a:pt x="1905881" y="0"/>
                  </a:lnTo>
                  <a:lnTo>
                    <a:pt x="1992375" y="0"/>
                  </a:lnTo>
                  <a:lnTo>
                    <a:pt x="2107709" y="0"/>
                  </a:lnTo>
                  <a:lnTo>
                    <a:pt x="2120075" y="0"/>
                  </a:lnTo>
                  <a:lnTo>
                    <a:pt x="2185022" y="0"/>
                  </a:lnTo>
                  <a:lnTo>
                    <a:pt x="2231916" y="0"/>
                  </a:lnTo>
                  <a:lnTo>
                    <a:pt x="2255997" y="0"/>
                  </a:lnTo>
                  <a:lnTo>
                    <a:pt x="2266137" y="0"/>
                  </a:lnTo>
                  <a:lnTo>
                    <a:pt x="2281036" y="0"/>
                  </a:lnTo>
                  <a:cubicBezTo>
                    <a:pt x="2372290" y="0"/>
                    <a:pt x="2433126" y="0"/>
                    <a:pt x="2473684" y="0"/>
                  </a:cubicBezTo>
                  <a:lnTo>
                    <a:pt x="2514552" y="0"/>
                  </a:lnTo>
                  <a:lnTo>
                    <a:pt x="2520578" y="0"/>
                  </a:lnTo>
                  <a:lnTo>
                    <a:pt x="2544659" y="0"/>
                  </a:lnTo>
                  <a:lnTo>
                    <a:pt x="2554799" y="0"/>
                  </a:lnTo>
                  <a:lnTo>
                    <a:pt x="2680485" y="0"/>
                  </a:lnTo>
                  <a:cubicBezTo>
                    <a:pt x="2830376" y="0"/>
                    <a:pt x="2933750" y="0"/>
                    <a:pt x="3005042" y="0"/>
                  </a:cubicBezTo>
                  <a:lnTo>
                    <a:pt x="3022552" y="0"/>
                  </a:lnTo>
                  <a:lnTo>
                    <a:pt x="3082355" y="0"/>
                  </a:lnTo>
                  <a:lnTo>
                    <a:pt x="3129249" y="0"/>
                  </a:lnTo>
                  <a:lnTo>
                    <a:pt x="3153330" y="0"/>
                  </a:lnTo>
                  <a:lnTo>
                    <a:pt x="3163470" y="0"/>
                  </a:lnTo>
                  <a:lnTo>
                    <a:pt x="3236746" y="0"/>
                  </a:lnTo>
                  <a:cubicBezTo>
                    <a:pt x="3671470" y="0"/>
                    <a:pt x="3671470" y="0"/>
                    <a:pt x="3671470" y="0"/>
                  </a:cubicBezTo>
                  <a:cubicBezTo>
                    <a:pt x="3717821" y="0"/>
                    <a:pt x="3773442" y="32463"/>
                    <a:pt x="3796617" y="71883"/>
                  </a:cubicBezTo>
                  <a:cubicBezTo>
                    <a:pt x="4121076" y="634192"/>
                    <a:pt x="4121076" y="634192"/>
                    <a:pt x="4121076" y="634192"/>
                  </a:cubicBezTo>
                  <a:cubicBezTo>
                    <a:pt x="4144252" y="673611"/>
                    <a:pt x="4144252" y="738538"/>
                    <a:pt x="4121076" y="777957"/>
                  </a:cubicBezTo>
                  <a:cubicBezTo>
                    <a:pt x="3796617" y="1340266"/>
                    <a:pt x="3796617" y="1340266"/>
                    <a:pt x="3796617" y="1340266"/>
                  </a:cubicBezTo>
                  <a:cubicBezTo>
                    <a:pt x="3773442" y="1379686"/>
                    <a:pt x="3717821" y="1412149"/>
                    <a:pt x="3671470" y="1412149"/>
                  </a:cubicBezTo>
                  <a:close/>
                </a:path>
              </a:pathLst>
            </a:custGeom>
            <a:solidFill>
              <a:schemeClr val="bg1">
                <a:alpha val="0"/>
              </a:schemeClr>
            </a:solidFill>
            <a:ln w="38100">
              <a:gradFill flip="none" rotWithShape="1">
                <a:gsLst>
                  <a:gs pos="0">
                    <a:srgbClr val="F9F9F9"/>
                  </a:gs>
                  <a:gs pos="100000">
                    <a:schemeClr val="bg1">
                      <a:lumMod val="75000"/>
                    </a:schemeClr>
                  </a:gs>
                </a:gsLst>
                <a:lin ang="2700000" scaled="1"/>
                <a:tileRect/>
              </a:gradFill>
            </a:ln>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sp>
          <p:nvSpPr>
            <p:cNvPr id="103" name="任意多边形 103"/>
            <p:cNvSpPr>
              <a:spLocks/>
            </p:cNvSpPr>
            <p:nvPr/>
          </p:nvSpPr>
          <p:spPr bwMode="auto">
            <a:xfrm rot="10800000">
              <a:off x="6522379" y="4754441"/>
              <a:ext cx="2581375" cy="631527"/>
            </a:xfrm>
            <a:custGeom>
              <a:avLst/>
              <a:gdLst>
                <a:gd name="connsiteX0" fmla="*/ 3119312 w 3393888"/>
                <a:gd name="connsiteY0" fmla="*/ 830306 h 830306"/>
                <a:gd name="connsiteX1" fmla="*/ 2920034 w 3393888"/>
                <a:gd name="connsiteY1" fmla="*/ 830306 h 830306"/>
                <a:gd name="connsiteX2" fmla="*/ 2737766 w 3393888"/>
                <a:gd name="connsiteY2" fmla="*/ 830306 h 830306"/>
                <a:gd name="connsiteX3" fmla="*/ 2720756 w 3393888"/>
                <a:gd name="connsiteY3" fmla="*/ 830306 h 830306"/>
                <a:gd name="connsiteX4" fmla="*/ 2538488 w 3393888"/>
                <a:gd name="connsiteY4" fmla="*/ 830306 h 830306"/>
                <a:gd name="connsiteX5" fmla="*/ 2339210 w 3393888"/>
                <a:gd name="connsiteY5" fmla="*/ 830306 h 830306"/>
                <a:gd name="connsiteX6" fmla="*/ 2334818 w 3393888"/>
                <a:gd name="connsiteY6" fmla="*/ 828994 h 830306"/>
                <a:gd name="connsiteX7" fmla="*/ 2330399 w 3393888"/>
                <a:gd name="connsiteY7" fmla="*/ 830306 h 830306"/>
                <a:gd name="connsiteX8" fmla="*/ 1948853 w 3393888"/>
                <a:gd name="connsiteY8" fmla="*/ 830306 h 830306"/>
                <a:gd name="connsiteX9" fmla="*/ 1944461 w 3393888"/>
                <a:gd name="connsiteY9" fmla="*/ 828994 h 830306"/>
                <a:gd name="connsiteX10" fmla="*/ 1940042 w 3393888"/>
                <a:gd name="connsiteY10" fmla="*/ 830306 h 830306"/>
                <a:gd name="connsiteX11" fmla="*/ 1580314 w 3393888"/>
                <a:gd name="connsiteY11" fmla="*/ 830306 h 830306"/>
                <a:gd name="connsiteX12" fmla="*/ 1558496 w 3393888"/>
                <a:gd name="connsiteY12" fmla="*/ 830306 h 830306"/>
                <a:gd name="connsiteX13" fmla="*/ 1291762 w 3393888"/>
                <a:gd name="connsiteY13" fmla="*/ 830306 h 830306"/>
                <a:gd name="connsiteX14" fmla="*/ 1198768 w 3393888"/>
                <a:gd name="connsiteY14" fmla="*/ 830306 h 830306"/>
                <a:gd name="connsiteX15" fmla="*/ 1133844 w 3393888"/>
                <a:gd name="connsiteY15" fmla="*/ 830306 h 830306"/>
                <a:gd name="connsiteX16" fmla="*/ 910216 w 3393888"/>
                <a:gd name="connsiteY16" fmla="*/ 830306 h 830306"/>
                <a:gd name="connsiteX17" fmla="*/ 798379 w 3393888"/>
                <a:gd name="connsiteY17" fmla="*/ 830306 h 830306"/>
                <a:gd name="connsiteX18" fmla="*/ 752298 w 3393888"/>
                <a:gd name="connsiteY18" fmla="*/ 830306 h 830306"/>
                <a:gd name="connsiteX19" fmla="*/ 655613 w 3393888"/>
                <a:gd name="connsiteY19" fmla="*/ 830306 h 830306"/>
                <a:gd name="connsiteX20" fmla="*/ 416833 w 3393888"/>
                <a:gd name="connsiteY20" fmla="*/ 830306 h 830306"/>
                <a:gd name="connsiteX21" fmla="*/ 274067 w 3393888"/>
                <a:gd name="connsiteY21" fmla="*/ 830306 h 830306"/>
                <a:gd name="connsiteX22" fmla="*/ 200483 w 3393888"/>
                <a:gd name="connsiteY22" fmla="*/ 788041 h 830306"/>
                <a:gd name="connsiteX23" fmla="*/ 9710 w 3393888"/>
                <a:gd name="connsiteY23" fmla="*/ 457418 h 830306"/>
                <a:gd name="connsiteX24" fmla="*/ 9710 w 3393888"/>
                <a:gd name="connsiteY24" fmla="*/ 372888 h 830306"/>
                <a:gd name="connsiteX25" fmla="*/ 200483 w 3393888"/>
                <a:gd name="connsiteY25" fmla="*/ 42265 h 830306"/>
                <a:gd name="connsiteX26" fmla="*/ 274067 w 3393888"/>
                <a:gd name="connsiteY26" fmla="*/ 0 h 830306"/>
                <a:gd name="connsiteX27" fmla="*/ 400007 w 3393888"/>
                <a:gd name="connsiteY27" fmla="*/ 0 h 830306"/>
                <a:gd name="connsiteX28" fmla="*/ 416833 w 3393888"/>
                <a:gd name="connsiteY28" fmla="*/ 0 h 830306"/>
                <a:gd name="connsiteX29" fmla="*/ 494648 w 3393888"/>
                <a:gd name="connsiteY29" fmla="*/ 0 h 830306"/>
                <a:gd name="connsiteX30" fmla="*/ 542773 w 3393888"/>
                <a:gd name="connsiteY30" fmla="*/ 0 h 830306"/>
                <a:gd name="connsiteX31" fmla="*/ 607920 w 3393888"/>
                <a:gd name="connsiteY31" fmla="*/ 0 h 830306"/>
                <a:gd name="connsiteX32" fmla="*/ 637414 w 3393888"/>
                <a:gd name="connsiteY32" fmla="*/ 0 h 830306"/>
                <a:gd name="connsiteX33" fmla="*/ 649651 w 3393888"/>
                <a:gd name="connsiteY33" fmla="*/ 0 h 830306"/>
                <a:gd name="connsiteX34" fmla="*/ 655613 w 3393888"/>
                <a:gd name="connsiteY34" fmla="*/ 0 h 830306"/>
                <a:gd name="connsiteX35" fmla="*/ 750685 w 3393888"/>
                <a:gd name="connsiteY35" fmla="*/ 0 h 830306"/>
                <a:gd name="connsiteX36" fmla="*/ 752298 w 3393888"/>
                <a:gd name="connsiteY36" fmla="*/ 0 h 830306"/>
                <a:gd name="connsiteX37" fmla="*/ 792417 w 3393888"/>
                <a:gd name="connsiteY37" fmla="*/ 0 h 830306"/>
                <a:gd name="connsiteX38" fmla="*/ 798379 w 3393888"/>
                <a:gd name="connsiteY38" fmla="*/ 0 h 830306"/>
                <a:gd name="connsiteX39" fmla="*/ 878238 w 3393888"/>
                <a:gd name="connsiteY39" fmla="*/ 0 h 830306"/>
                <a:gd name="connsiteX40" fmla="*/ 910216 w 3393888"/>
                <a:gd name="connsiteY40" fmla="*/ 0 h 830306"/>
                <a:gd name="connsiteX41" fmla="*/ 972879 w 3393888"/>
                <a:gd name="connsiteY41" fmla="*/ 0 h 830306"/>
                <a:gd name="connsiteX42" fmla="*/ 1036156 w 3393888"/>
                <a:gd name="connsiteY42" fmla="*/ 0 h 830306"/>
                <a:gd name="connsiteX43" fmla="*/ 1086151 w 3393888"/>
                <a:gd name="connsiteY43" fmla="*/ 0 h 830306"/>
                <a:gd name="connsiteX44" fmla="*/ 1127882 w 3393888"/>
                <a:gd name="connsiteY44" fmla="*/ 0 h 830306"/>
                <a:gd name="connsiteX45" fmla="*/ 1130797 w 3393888"/>
                <a:gd name="connsiteY45" fmla="*/ 0 h 830306"/>
                <a:gd name="connsiteX46" fmla="*/ 1133844 w 3393888"/>
                <a:gd name="connsiteY46" fmla="*/ 0 h 830306"/>
                <a:gd name="connsiteX47" fmla="*/ 1198768 w 3393888"/>
                <a:gd name="connsiteY47" fmla="*/ 0 h 830306"/>
                <a:gd name="connsiteX48" fmla="*/ 1244068 w 3393888"/>
                <a:gd name="connsiteY48" fmla="*/ 0 h 830306"/>
                <a:gd name="connsiteX49" fmla="*/ 1285800 w 3393888"/>
                <a:gd name="connsiteY49" fmla="*/ 0 h 830306"/>
                <a:gd name="connsiteX50" fmla="*/ 1291762 w 3393888"/>
                <a:gd name="connsiteY50" fmla="*/ 0 h 830306"/>
                <a:gd name="connsiteX51" fmla="*/ 1324708 w 3393888"/>
                <a:gd name="connsiteY51" fmla="*/ 0 h 830306"/>
                <a:gd name="connsiteX52" fmla="*/ 1532621 w 3393888"/>
                <a:gd name="connsiteY52" fmla="*/ 0 h 830306"/>
                <a:gd name="connsiteX53" fmla="*/ 1558496 w 3393888"/>
                <a:gd name="connsiteY53" fmla="*/ 0 h 830306"/>
                <a:gd name="connsiteX54" fmla="*/ 1574352 w 3393888"/>
                <a:gd name="connsiteY54" fmla="*/ 0 h 830306"/>
                <a:gd name="connsiteX55" fmla="*/ 1580314 w 3393888"/>
                <a:gd name="connsiteY55" fmla="*/ 0 h 830306"/>
                <a:gd name="connsiteX56" fmla="*/ 1684436 w 3393888"/>
                <a:gd name="connsiteY56" fmla="*/ 0 h 830306"/>
                <a:gd name="connsiteX57" fmla="*/ 1940042 w 3393888"/>
                <a:gd name="connsiteY57" fmla="*/ 0 h 830306"/>
                <a:gd name="connsiteX58" fmla="*/ 1944461 w 3393888"/>
                <a:gd name="connsiteY58" fmla="*/ 1312 h 830306"/>
                <a:gd name="connsiteX59" fmla="*/ 1948853 w 3393888"/>
                <a:gd name="connsiteY59" fmla="*/ 0 h 830306"/>
                <a:gd name="connsiteX60" fmla="*/ 2330399 w 3393888"/>
                <a:gd name="connsiteY60" fmla="*/ 0 h 830306"/>
                <a:gd name="connsiteX61" fmla="*/ 2334818 w 3393888"/>
                <a:gd name="connsiteY61" fmla="*/ 1312 h 830306"/>
                <a:gd name="connsiteX62" fmla="*/ 2339210 w 3393888"/>
                <a:gd name="connsiteY62" fmla="*/ 0 h 830306"/>
                <a:gd name="connsiteX63" fmla="*/ 2465150 w 3393888"/>
                <a:gd name="connsiteY63" fmla="*/ 0 h 830306"/>
                <a:gd name="connsiteX64" fmla="*/ 2538488 w 3393888"/>
                <a:gd name="connsiteY64" fmla="*/ 0 h 830306"/>
                <a:gd name="connsiteX65" fmla="*/ 2559791 w 3393888"/>
                <a:gd name="connsiteY65" fmla="*/ 0 h 830306"/>
                <a:gd name="connsiteX66" fmla="*/ 2664428 w 3393888"/>
                <a:gd name="connsiteY66" fmla="*/ 0 h 830306"/>
                <a:gd name="connsiteX67" fmla="*/ 2673062 w 3393888"/>
                <a:gd name="connsiteY67" fmla="*/ 0 h 830306"/>
                <a:gd name="connsiteX68" fmla="*/ 2714794 w 3393888"/>
                <a:gd name="connsiteY68" fmla="*/ 0 h 830306"/>
                <a:gd name="connsiteX69" fmla="*/ 2720756 w 3393888"/>
                <a:gd name="connsiteY69" fmla="*/ 0 h 830306"/>
                <a:gd name="connsiteX70" fmla="*/ 2737766 w 3393888"/>
                <a:gd name="connsiteY70" fmla="*/ 0 h 830306"/>
                <a:gd name="connsiteX71" fmla="*/ 2759069 w 3393888"/>
                <a:gd name="connsiteY71" fmla="*/ 0 h 830306"/>
                <a:gd name="connsiteX72" fmla="*/ 2863706 w 3393888"/>
                <a:gd name="connsiteY72" fmla="*/ 0 h 830306"/>
                <a:gd name="connsiteX73" fmla="*/ 2872340 w 3393888"/>
                <a:gd name="connsiteY73" fmla="*/ 0 h 830306"/>
                <a:gd name="connsiteX74" fmla="*/ 2914072 w 3393888"/>
                <a:gd name="connsiteY74" fmla="*/ 0 h 830306"/>
                <a:gd name="connsiteX75" fmla="*/ 2920034 w 3393888"/>
                <a:gd name="connsiteY75" fmla="*/ 0 h 830306"/>
                <a:gd name="connsiteX76" fmla="*/ 2958347 w 3393888"/>
                <a:gd name="connsiteY76" fmla="*/ 0 h 830306"/>
                <a:gd name="connsiteX77" fmla="*/ 3119312 w 3393888"/>
                <a:gd name="connsiteY77" fmla="*/ 0 h 830306"/>
                <a:gd name="connsiteX78" fmla="*/ 3192896 w 3393888"/>
                <a:gd name="connsiteY78" fmla="*/ 42265 h 830306"/>
                <a:gd name="connsiteX79" fmla="*/ 3383669 w 3393888"/>
                <a:gd name="connsiteY79" fmla="*/ 372888 h 830306"/>
                <a:gd name="connsiteX80" fmla="*/ 3383669 w 3393888"/>
                <a:gd name="connsiteY80" fmla="*/ 457418 h 830306"/>
                <a:gd name="connsiteX81" fmla="*/ 3192896 w 3393888"/>
                <a:gd name="connsiteY81" fmla="*/ 788041 h 830306"/>
                <a:gd name="connsiteX82" fmla="*/ 3119312 w 3393888"/>
                <a:gd name="connsiteY82" fmla="*/ 830306 h 830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393888" h="830306">
                  <a:moveTo>
                    <a:pt x="3119312" y="830306"/>
                  </a:moveTo>
                  <a:lnTo>
                    <a:pt x="2920034" y="830306"/>
                  </a:lnTo>
                  <a:lnTo>
                    <a:pt x="2737766" y="830306"/>
                  </a:lnTo>
                  <a:lnTo>
                    <a:pt x="2720756" y="830306"/>
                  </a:lnTo>
                  <a:lnTo>
                    <a:pt x="2538488" y="830306"/>
                  </a:lnTo>
                  <a:lnTo>
                    <a:pt x="2339210" y="830306"/>
                  </a:lnTo>
                  <a:lnTo>
                    <a:pt x="2334818" y="828994"/>
                  </a:lnTo>
                  <a:lnTo>
                    <a:pt x="2330399" y="830306"/>
                  </a:lnTo>
                  <a:lnTo>
                    <a:pt x="1948853" y="830306"/>
                  </a:lnTo>
                  <a:lnTo>
                    <a:pt x="1944461" y="828994"/>
                  </a:lnTo>
                  <a:lnTo>
                    <a:pt x="1940042" y="830306"/>
                  </a:lnTo>
                  <a:lnTo>
                    <a:pt x="1580314" y="830306"/>
                  </a:lnTo>
                  <a:lnTo>
                    <a:pt x="1558496" y="830306"/>
                  </a:lnTo>
                  <a:lnTo>
                    <a:pt x="1291762" y="830306"/>
                  </a:lnTo>
                  <a:lnTo>
                    <a:pt x="1198768" y="830306"/>
                  </a:lnTo>
                  <a:lnTo>
                    <a:pt x="1133844" y="830306"/>
                  </a:lnTo>
                  <a:lnTo>
                    <a:pt x="910216" y="830306"/>
                  </a:lnTo>
                  <a:lnTo>
                    <a:pt x="798379" y="830306"/>
                  </a:lnTo>
                  <a:lnTo>
                    <a:pt x="752298" y="830306"/>
                  </a:lnTo>
                  <a:lnTo>
                    <a:pt x="655613" y="830306"/>
                  </a:lnTo>
                  <a:lnTo>
                    <a:pt x="416833" y="830306"/>
                  </a:lnTo>
                  <a:lnTo>
                    <a:pt x="274067" y="830306"/>
                  </a:lnTo>
                  <a:cubicBezTo>
                    <a:pt x="247495" y="830306"/>
                    <a:pt x="214109" y="811219"/>
                    <a:pt x="200483" y="788041"/>
                  </a:cubicBezTo>
                  <a:cubicBezTo>
                    <a:pt x="9710" y="457418"/>
                    <a:pt x="9710" y="457418"/>
                    <a:pt x="9710" y="457418"/>
                  </a:cubicBezTo>
                  <a:cubicBezTo>
                    <a:pt x="-3236" y="434241"/>
                    <a:pt x="-3236" y="396066"/>
                    <a:pt x="9710" y="372888"/>
                  </a:cubicBezTo>
                  <a:cubicBezTo>
                    <a:pt x="200483" y="42265"/>
                    <a:pt x="200483" y="42265"/>
                    <a:pt x="200483" y="42265"/>
                  </a:cubicBezTo>
                  <a:cubicBezTo>
                    <a:pt x="214109" y="19088"/>
                    <a:pt x="247495" y="0"/>
                    <a:pt x="274067" y="0"/>
                  </a:cubicBezTo>
                  <a:cubicBezTo>
                    <a:pt x="321760" y="0"/>
                    <a:pt x="363492" y="0"/>
                    <a:pt x="400007" y="0"/>
                  </a:cubicBezTo>
                  <a:lnTo>
                    <a:pt x="416833" y="0"/>
                  </a:lnTo>
                  <a:lnTo>
                    <a:pt x="494648" y="0"/>
                  </a:lnTo>
                  <a:lnTo>
                    <a:pt x="542773" y="0"/>
                  </a:lnTo>
                  <a:lnTo>
                    <a:pt x="607920" y="0"/>
                  </a:lnTo>
                  <a:lnTo>
                    <a:pt x="637414" y="0"/>
                  </a:lnTo>
                  <a:lnTo>
                    <a:pt x="649651" y="0"/>
                  </a:lnTo>
                  <a:cubicBezTo>
                    <a:pt x="655613" y="0"/>
                    <a:pt x="655613" y="0"/>
                    <a:pt x="655613" y="0"/>
                  </a:cubicBezTo>
                  <a:lnTo>
                    <a:pt x="750685" y="0"/>
                  </a:lnTo>
                  <a:lnTo>
                    <a:pt x="752298" y="0"/>
                  </a:lnTo>
                  <a:lnTo>
                    <a:pt x="792417" y="0"/>
                  </a:lnTo>
                  <a:lnTo>
                    <a:pt x="798379" y="0"/>
                  </a:lnTo>
                  <a:lnTo>
                    <a:pt x="878238" y="0"/>
                  </a:lnTo>
                  <a:lnTo>
                    <a:pt x="910216" y="0"/>
                  </a:lnTo>
                  <a:lnTo>
                    <a:pt x="972879" y="0"/>
                  </a:lnTo>
                  <a:lnTo>
                    <a:pt x="1036156" y="0"/>
                  </a:lnTo>
                  <a:lnTo>
                    <a:pt x="1086151" y="0"/>
                  </a:lnTo>
                  <a:lnTo>
                    <a:pt x="1127882" y="0"/>
                  </a:lnTo>
                  <a:lnTo>
                    <a:pt x="1130797" y="0"/>
                  </a:lnTo>
                  <a:lnTo>
                    <a:pt x="1133844" y="0"/>
                  </a:lnTo>
                  <a:lnTo>
                    <a:pt x="1198768" y="0"/>
                  </a:lnTo>
                  <a:lnTo>
                    <a:pt x="1244068" y="0"/>
                  </a:lnTo>
                  <a:lnTo>
                    <a:pt x="1285800" y="0"/>
                  </a:lnTo>
                  <a:lnTo>
                    <a:pt x="1291762" y="0"/>
                  </a:lnTo>
                  <a:lnTo>
                    <a:pt x="1324708" y="0"/>
                  </a:lnTo>
                  <a:cubicBezTo>
                    <a:pt x="1434253" y="0"/>
                    <a:pt x="1496851" y="0"/>
                    <a:pt x="1532621" y="0"/>
                  </a:cubicBezTo>
                  <a:lnTo>
                    <a:pt x="1558496" y="0"/>
                  </a:lnTo>
                  <a:lnTo>
                    <a:pt x="1574352" y="0"/>
                  </a:lnTo>
                  <a:lnTo>
                    <a:pt x="1580314" y="0"/>
                  </a:lnTo>
                  <a:lnTo>
                    <a:pt x="1684436" y="0"/>
                  </a:lnTo>
                  <a:cubicBezTo>
                    <a:pt x="1940042" y="0"/>
                    <a:pt x="1940042" y="0"/>
                    <a:pt x="1940042" y="0"/>
                  </a:cubicBezTo>
                  <a:lnTo>
                    <a:pt x="1944461" y="1312"/>
                  </a:lnTo>
                  <a:lnTo>
                    <a:pt x="1948853" y="0"/>
                  </a:lnTo>
                  <a:cubicBezTo>
                    <a:pt x="2330399" y="0"/>
                    <a:pt x="2330399" y="0"/>
                    <a:pt x="2330399" y="0"/>
                  </a:cubicBezTo>
                  <a:lnTo>
                    <a:pt x="2334818" y="1312"/>
                  </a:lnTo>
                  <a:lnTo>
                    <a:pt x="2339210" y="0"/>
                  </a:lnTo>
                  <a:cubicBezTo>
                    <a:pt x="2386903" y="0"/>
                    <a:pt x="2428635" y="0"/>
                    <a:pt x="2465150" y="0"/>
                  </a:cubicBezTo>
                  <a:lnTo>
                    <a:pt x="2538488" y="0"/>
                  </a:lnTo>
                  <a:lnTo>
                    <a:pt x="2559791" y="0"/>
                  </a:lnTo>
                  <a:lnTo>
                    <a:pt x="2664428" y="0"/>
                  </a:lnTo>
                  <a:lnTo>
                    <a:pt x="2673062" y="0"/>
                  </a:lnTo>
                  <a:lnTo>
                    <a:pt x="2714794" y="0"/>
                  </a:lnTo>
                  <a:lnTo>
                    <a:pt x="2720756" y="0"/>
                  </a:lnTo>
                  <a:lnTo>
                    <a:pt x="2737766" y="0"/>
                  </a:lnTo>
                  <a:lnTo>
                    <a:pt x="2759069" y="0"/>
                  </a:lnTo>
                  <a:lnTo>
                    <a:pt x="2863706" y="0"/>
                  </a:lnTo>
                  <a:lnTo>
                    <a:pt x="2872340" y="0"/>
                  </a:lnTo>
                  <a:lnTo>
                    <a:pt x="2914072" y="0"/>
                  </a:lnTo>
                  <a:lnTo>
                    <a:pt x="2920034" y="0"/>
                  </a:lnTo>
                  <a:lnTo>
                    <a:pt x="2958347" y="0"/>
                  </a:lnTo>
                  <a:cubicBezTo>
                    <a:pt x="3119312" y="0"/>
                    <a:pt x="3119312" y="0"/>
                    <a:pt x="3119312" y="0"/>
                  </a:cubicBezTo>
                  <a:cubicBezTo>
                    <a:pt x="3146565" y="0"/>
                    <a:pt x="3179269" y="19088"/>
                    <a:pt x="3192896" y="42265"/>
                  </a:cubicBezTo>
                  <a:cubicBezTo>
                    <a:pt x="3383669" y="372888"/>
                    <a:pt x="3383669" y="372888"/>
                    <a:pt x="3383669" y="372888"/>
                  </a:cubicBezTo>
                  <a:cubicBezTo>
                    <a:pt x="3397295" y="396066"/>
                    <a:pt x="3397295" y="434241"/>
                    <a:pt x="3383669" y="457418"/>
                  </a:cubicBezTo>
                  <a:cubicBezTo>
                    <a:pt x="3192896" y="788041"/>
                    <a:pt x="3192896" y="788041"/>
                    <a:pt x="3192896" y="788041"/>
                  </a:cubicBezTo>
                  <a:cubicBezTo>
                    <a:pt x="3179269" y="811219"/>
                    <a:pt x="3146565" y="830306"/>
                    <a:pt x="3119312" y="830306"/>
                  </a:cubicBezTo>
                  <a:close/>
                </a:path>
              </a:pathLst>
            </a:custGeom>
            <a:solidFill>
              <a:schemeClr val="bg1">
                <a:alpha val="0"/>
              </a:schemeClr>
            </a:solidFill>
            <a:ln w="38100">
              <a:gradFill flip="none" rotWithShape="1">
                <a:gsLst>
                  <a:gs pos="100000">
                    <a:schemeClr val="bg1"/>
                  </a:gs>
                  <a:gs pos="0">
                    <a:srgbClr val="B6B6B6"/>
                  </a:gs>
                </a:gsLst>
                <a:lin ang="2700000" scaled="1"/>
                <a:tileRect/>
              </a:gradFill>
            </a:ln>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grpSp>
      <p:grpSp>
        <p:nvGrpSpPr>
          <p:cNvPr id="104" name="组合 104"/>
          <p:cNvGrpSpPr/>
          <p:nvPr/>
        </p:nvGrpSpPr>
        <p:grpSpPr>
          <a:xfrm>
            <a:off x="5439395" y="3943267"/>
            <a:ext cx="1603916" cy="1429949"/>
            <a:chOff x="7251581" y="4115042"/>
            <a:chExt cx="2138277" cy="1907040"/>
          </a:xfrm>
        </p:grpSpPr>
        <p:sp>
          <p:nvSpPr>
            <p:cNvPr id="105" name="任意多边形 105"/>
            <p:cNvSpPr>
              <a:spLocks/>
            </p:cNvSpPr>
            <p:nvPr/>
          </p:nvSpPr>
          <p:spPr bwMode="auto">
            <a:xfrm rot="10800000">
              <a:off x="7256410" y="4115042"/>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gradFill>
              <a:gsLst>
                <a:gs pos="100000">
                  <a:schemeClr val="bg1">
                    <a:lumMod val="95000"/>
                  </a:schemeClr>
                </a:gs>
                <a:gs pos="0">
                  <a:schemeClr val="bg1">
                    <a:lumMod val="85000"/>
                  </a:schemeClr>
                </a:gs>
              </a:gsLst>
              <a:lin ang="2700000" scaled="1"/>
            </a:gradFill>
            <a:ln w="19050">
              <a:noFill/>
            </a:ln>
            <a:effectLst>
              <a:outerShdw blurRad="152400" dist="88900" dir="2700000" algn="tl" rotWithShape="0">
                <a:prstClr val="black">
                  <a:alpha val="40000"/>
                </a:prstClr>
              </a:outerShdw>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sp>
          <p:nvSpPr>
            <p:cNvPr id="106" name="Freeform 5"/>
            <p:cNvSpPr>
              <a:spLocks/>
            </p:cNvSpPr>
            <p:nvPr/>
          </p:nvSpPr>
          <p:spPr bwMode="auto">
            <a:xfrm rot="10800000">
              <a:off x="7251581" y="4126947"/>
              <a:ext cx="2138277" cy="18951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65000"/>
                    </a:schemeClr>
                  </a:gs>
                </a:gsLst>
                <a:lin ang="2700000" scaled="1"/>
                <a:tileRect/>
              </a:gradFill>
            </a:ln>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107" name="Freeform 5"/>
            <p:cNvSpPr>
              <a:spLocks/>
            </p:cNvSpPr>
            <p:nvPr/>
          </p:nvSpPr>
          <p:spPr bwMode="auto">
            <a:xfrm rot="10800000">
              <a:off x="7570224" y="4409649"/>
              <a:ext cx="1495486" cy="13254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rgbClr val="F7F7F7"/>
                  </a:gs>
                  <a:gs pos="100000">
                    <a:schemeClr val="bg1">
                      <a:lumMod val="75000"/>
                    </a:schemeClr>
                  </a:gs>
                </a:gsLst>
                <a:lin ang="2700000" scaled="1"/>
                <a:tileRect/>
              </a:gradFill>
            </a:ln>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sp>
        <p:nvSpPr>
          <p:cNvPr id="108" name="文本框 269"/>
          <p:cNvSpPr txBox="1"/>
          <p:nvPr/>
        </p:nvSpPr>
        <p:spPr>
          <a:xfrm>
            <a:off x="1067665" y="2530009"/>
            <a:ext cx="520490" cy="461665"/>
          </a:xfrm>
          <a:prstGeom prst="rect">
            <a:avLst/>
          </a:prstGeom>
          <a:noFill/>
        </p:spPr>
        <p:txBody>
          <a:bodyPr wrap="square" rtlCol="0">
            <a:spAutoFit/>
          </a:bodyPr>
          <a:lstStyle/>
          <a:p>
            <a:pPr algn="ctr"/>
            <a:r>
              <a:rPr lang="en-US" altLang="zh-CN" sz="2400" dirty="0">
                <a:solidFill>
                  <a:srgbClr val="01ACBE"/>
                </a:solidFill>
                <a:effectLst>
                  <a:innerShdw blurRad="63500" dist="50800" dir="13500000">
                    <a:prstClr val="black">
                      <a:alpha val="50000"/>
                    </a:prstClr>
                  </a:innerShdw>
                </a:effectLst>
                <a:latin typeface="Impact" panose="020B0806030902050204" pitchFamily="34" charset="0"/>
              </a:rPr>
              <a:t>01</a:t>
            </a:r>
            <a:endParaRPr lang="zh-CN" altLang="en-US" sz="2400" dirty="0">
              <a:solidFill>
                <a:srgbClr val="01ACBE"/>
              </a:solidFill>
              <a:effectLst>
                <a:innerShdw blurRad="63500" dist="50800" dir="13500000">
                  <a:prstClr val="black">
                    <a:alpha val="50000"/>
                  </a:prstClr>
                </a:innerShdw>
              </a:effectLst>
              <a:latin typeface="Impact" panose="020B0806030902050204" pitchFamily="34" charset="0"/>
            </a:endParaRPr>
          </a:p>
        </p:txBody>
      </p:sp>
      <p:sp>
        <p:nvSpPr>
          <p:cNvPr id="109" name="文本框 270"/>
          <p:cNvSpPr txBox="1"/>
          <p:nvPr/>
        </p:nvSpPr>
        <p:spPr>
          <a:xfrm>
            <a:off x="4984333" y="2530009"/>
            <a:ext cx="520490" cy="461665"/>
          </a:xfrm>
          <a:prstGeom prst="rect">
            <a:avLst/>
          </a:prstGeom>
          <a:noFill/>
        </p:spPr>
        <p:txBody>
          <a:bodyPr wrap="square" rtlCol="0">
            <a:spAutoFit/>
          </a:bodyPr>
          <a:lstStyle/>
          <a:p>
            <a:pPr algn="ctr"/>
            <a:r>
              <a:rPr lang="en-US" altLang="zh-CN" sz="2400" dirty="0">
                <a:solidFill>
                  <a:srgbClr val="FFB850"/>
                </a:solidFill>
                <a:effectLst>
                  <a:innerShdw blurRad="63500" dist="50800" dir="13500000">
                    <a:prstClr val="black">
                      <a:alpha val="50000"/>
                    </a:prstClr>
                  </a:innerShdw>
                </a:effectLst>
                <a:latin typeface="Impact" panose="020B0806030902050204" pitchFamily="34" charset="0"/>
              </a:rPr>
              <a:t>02</a:t>
            </a:r>
            <a:endParaRPr lang="zh-CN" altLang="en-US" sz="2400" dirty="0">
              <a:solidFill>
                <a:srgbClr val="FFB850"/>
              </a:solidFill>
              <a:effectLst>
                <a:innerShdw blurRad="63500" dist="50800" dir="13500000">
                  <a:prstClr val="black">
                    <a:alpha val="50000"/>
                  </a:prstClr>
                </a:innerShdw>
              </a:effectLst>
              <a:latin typeface="Impact" panose="020B0806030902050204" pitchFamily="34" charset="0"/>
            </a:endParaRPr>
          </a:p>
        </p:txBody>
      </p:sp>
      <p:sp>
        <p:nvSpPr>
          <p:cNvPr id="110" name="文本框 271"/>
          <p:cNvSpPr txBox="1"/>
          <p:nvPr/>
        </p:nvSpPr>
        <p:spPr>
          <a:xfrm>
            <a:off x="1061950" y="4448223"/>
            <a:ext cx="520490" cy="461665"/>
          </a:xfrm>
          <a:prstGeom prst="rect">
            <a:avLst/>
          </a:prstGeom>
          <a:noFill/>
        </p:spPr>
        <p:txBody>
          <a:bodyPr wrap="square" rtlCol="0">
            <a:spAutoFit/>
          </a:bodyPr>
          <a:lstStyle/>
          <a:p>
            <a:pPr algn="ctr"/>
            <a:r>
              <a:rPr lang="en-US" altLang="zh-CN" sz="2400" dirty="0">
                <a:solidFill>
                  <a:srgbClr val="E87071"/>
                </a:solidFill>
                <a:effectLst>
                  <a:innerShdw blurRad="63500" dist="50800" dir="13500000">
                    <a:prstClr val="black">
                      <a:alpha val="50000"/>
                    </a:prstClr>
                  </a:innerShdw>
                </a:effectLst>
                <a:latin typeface="Impact" panose="020B0806030902050204" pitchFamily="34" charset="0"/>
              </a:rPr>
              <a:t>03</a:t>
            </a:r>
            <a:endParaRPr lang="zh-CN" altLang="en-US" sz="2400" dirty="0">
              <a:solidFill>
                <a:srgbClr val="E87071"/>
              </a:solidFill>
              <a:effectLst>
                <a:innerShdw blurRad="63500" dist="50800" dir="13500000">
                  <a:prstClr val="black">
                    <a:alpha val="50000"/>
                  </a:prstClr>
                </a:innerShdw>
              </a:effectLst>
              <a:latin typeface="Impact" panose="020B0806030902050204" pitchFamily="34" charset="0"/>
            </a:endParaRPr>
          </a:p>
        </p:txBody>
      </p:sp>
      <p:sp>
        <p:nvSpPr>
          <p:cNvPr id="111" name="文本框 272"/>
          <p:cNvSpPr txBox="1"/>
          <p:nvPr/>
        </p:nvSpPr>
        <p:spPr>
          <a:xfrm>
            <a:off x="4962559" y="4448223"/>
            <a:ext cx="520490" cy="461665"/>
          </a:xfrm>
          <a:prstGeom prst="rect">
            <a:avLst/>
          </a:prstGeom>
          <a:noFill/>
        </p:spPr>
        <p:txBody>
          <a:bodyPr wrap="square" rtlCol="0">
            <a:spAutoFit/>
          </a:bodyPr>
          <a:lstStyle/>
          <a:p>
            <a:pPr algn="ctr"/>
            <a:r>
              <a:rPr lang="en-US" altLang="zh-CN" sz="2400" dirty="0">
                <a:solidFill>
                  <a:srgbClr val="00AF92"/>
                </a:solidFill>
                <a:effectLst>
                  <a:innerShdw blurRad="63500" dist="50800" dir="13500000">
                    <a:prstClr val="black">
                      <a:alpha val="50000"/>
                    </a:prstClr>
                  </a:innerShdw>
                </a:effectLst>
                <a:latin typeface="Impact" panose="020B0806030902050204" pitchFamily="34" charset="0"/>
              </a:rPr>
              <a:t>04</a:t>
            </a:r>
            <a:endParaRPr lang="zh-CN" altLang="en-US" sz="2400" dirty="0">
              <a:solidFill>
                <a:srgbClr val="00AF92"/>
              </a:solidFill>
              <a:effectLst>
                <a:innerShdw blurRad="63500" dist="50800" dir="13500000">
                  <a:prstClr val="black">
                    <a:alpha val="50000"/>
                  </a:prstClr>
                </a:innerShdw>
              </a:effectLst>
              <a:latin typeface="Impact" panose="020B0806030902050204" pitchFamily="34" charset="0"/>
            </a:endParaRPr>
          </a:p>
        </p:txBody>
      </p:sp>
      <p:sp>
        <p:nvSpPr>
          <p:cNvPr id="112" name="文本框 273"/>
          <p:cNvSpPr txBox="1"/>
          <p:nvPr/>
        </p:nvSpPr>
        <p:spPr>
          <a:xfrm>
            <a:off x="1817353" y="2538447"/>
            <a:ext cx="1116901" cy="757130"/>
          </a:xfrm>
          <a:prstGeom prst="rect">
            <a:avLst/>
          </a:prstGeom>
          <a:noFill/>
        </p:spPr>
        <p:txBody>
          <a:bodyPr wrap="square" rtlCol="0">
            <a:spAutoFit/>
          </a:bodyPr>
          <a:lstStyle/>
          <a:p>
            <a:pPr algn="ctr">
              <a:lnSpc>
                <a:spcPct val="120000"/>
              </a:lnSpc>
            </a:pPr>
            <a:r>
              <a:rPr lang="zh-CN" altLang="en-US" dirty="0" smtClean="0">
                <a:solidFill>
                  <a:srgbClr val="00B3C5"/>
                </a:solidFill>
                <a:latin typeface="微软雅黑" panose="020B0503020204020204" pitchFamily="18" charset="-122"/>
                <a:ea typeface="微软雅黑" panose="020B0503020204020204" pitchFamily="18" charset="-122"/>
              </a:rPr>
              <a:t>开发测试</a:t>
            </a:r>
            <a:endParaRPr lang="en-US" altLang="zh-CN" dirty="0">
              <a:solidFill>
                <a:srgbClr val="00B3C5"/>
              </a:solidFill>
              <a:latin typeface="微软雅黑" panose="020B0503020204020204" pitchFamily="18" charset="-122"/>
              <a:ea typeface="微软雅黑" panose="020B0503020204020204" pitchFamily="18" charset="-122"/>
            </a:endParaRPr>
          </a:p>
          <a:p>
            <a:pPr algn="ctr">
              <a:lnSpc>
                <a:spcPct val="120000"/>
              </a:lnSpc>
            </a:pPr>
            <a:endParaRPr lang="zh-CN" altLang="en-US" sz="1800" dirty="0">
              <a:solidFill>
                <a:prstClr val="black">
                  <a:lumMod val="50000"/>
                  <a:lumOff val="50000"/>
                </a:prstClr>
              </a:solidFill>
              <a:latin typeface="微软雅黑" panose="020B0503020204020204" pitchFamily="34" charset="-122"/>
              <a:ea typeface="微软雅黑" panose="020B0503020204020204" pitchFamily="34" charset="-122"/>
            </a:endParaRPr>
          </a:p>
        </p:txBody>
      </p:sp>
      <p:sp>
        <p:nvSpPr>
          <p:cNvPr id="113" name="文本框 274"/>
          <p:cNvSpPr txBox="1"/>
          <p:nvPr/>
        </p:nvSpPr>
        <p:spPr>
          <a:xfrm>
            <a:off x="5720694" y="2553612"/>
            <a:ext cx="1116901" cy="396583"/>
          </a:xfrm>
          <a:prstGeom prst="rect">
            <a:avLst/>
          </a:prstGeom>
          <a:noFill/>
        </p:spPr>
        <p:txBody>
          <a:bodyPr wrap="square" rtlCol="0">
            <a:spAutoFit/>
          </a:bodyPr>
          <a:lstStyle/>
          <a:p>
            <a:pPr algn="ctr">
              <a:lnSpc>
                <a:spcPct val="120000"/>
              </a:lnSpc>
            </a:pPr>
            <a:r>
              <a:rPr lang="zh-CN" altLang="en-US" dirty="0" smtClean="0">
                <a:solidFill>
                  <a:srgbClr val="FFC000"/>
                </a:solidFill>
                <a:latin typeface="微软雅黑" panose="020B0503020204020204" pitchFamily="34" charset="-122"/>
                <a:ea typeface="微软雅黑" panose="020B0503020204020204" pitchFamily="34" charset="-122"/>
              </a:rPr>
              <a:t>时间管理</a:t>
            </a:r>
            <a:endParaRPr lang="zh-CN" altLang="en-US" sz="1800" dirty="0">
              <a:solidFill>
                <a:srgbClr val="FFC000"/>
              </a:solidFill>
              <a:latin typeface="微软雅黑" panose="020B0503020204020204" pitchFamily="34" charset="-122"/>
              <a:ea typeface="微软雅黑" panose="020B0503020204020204" pitchFamily="34" charset="-122"/>
            </a:endParaRPr>
          </a:p>
        </p:txBody>
      </p:sp>
      <p:sp>
        <p:nvSpPr>
          <p:cNvPr id="114" name="文本框 275"/>
          <p:cNvSpPr txBox="1"/>
          <p:nvPr/>
        </p:nvSpPr>
        <p:spPr>
          <a:xfrm>
            <a:off x="1801753" y="4465310"/>
            <a:ext cx="1116901" cy="396583"/>
          </a:xfrm>
          <a:prstGeom prst="rect">
            <a:avLst/>
          </a:prstGeom>
          <a:noFill/>
        </p:spPr>
        <p:txBody>
          <a:bodyPr wrap="square" rtlCol="0">
            <a:spAutoFit/>
          </a:bodyPr>
          <a:lstStyle/>
          <a:p>
            <a:pPr algn="ctr">
              <a:lnSpc>
                <a:spcPct val="120000"/>
              </a:lnSpc>
            </a:pPr>
            <a:r>
              <a:rPr lang="zh-CN" altLang="en-US" dirty="0" smtClean="0">
                <a:solidFill>
                  <a:schemeClr val="accent2">
                    <a:lumMod val="60000"/>
                    <a:lumOff val="40000"/>
                  </a:schemeClr>
                </a:solidFill>
                <a:latin typeface="微软雅黑" panose="020B0503020204020204" pitchFamily="34" charset="-122"/>
                <a:ea typeface="微软雅黑" panose="020B0503020204020204" pitchFamily="34" charset="-122"/>
              </a:rPr>
              <a:t>日语能力</a:t>
            </a:r>
            <a:endParaRPr lang="zh-CN" altLang="en-US" sz="1800" dirty="0">
              <a:solidFill>
                <a:schemeClr val="accent2">
                  <a:lumMod val="60000"/>
                  <a:lumOff val="40000"/>
                </a:schemeClr>
              </a:solidFill>
              <a:latin typeface="微软雅黑" panose="020B0503020204020204" pitchFamily="34" charset="-122"/>
              <a:ea typeface="微软雅黑" panose="020B0503020204020204" pitchFamily="34" charset="-122"/>
            </a:endParaRPr>
          </a:p>
        </p:txBody>
      </p:sp>
      <p:sp>
        <p:nvSpPr>
          <p:cNvPr id="115" name="文本框 276"/>
          <p:cNvSpPr txBox="1"/>
          <p:nvPr/>
        </p:nvSpPr>
        <p:spPr>
          <a:xfrm>
            <a:off x="5720694" y="4465310"/>
            <a:ext cx="1116901" cy="396583"/>
          </a:xfrm>
          <a:prstGeom prst="rect">
            <a:avLst/>
          </a:prstGeom>
          <a:noFill/>
        </p:spPr>
        <p:txBody>
          <a:bodyPr wrap="square" rtlCol="0">
            <a:spAutoFit/>
          </a:bodyPr>
          <a:lstStyle/>
          <a:p>
            <a:pPr algn="ctr">
              <a:lnSpc>
                <a:spcPct val="120000"/>
              </a:lnSpc>
            </a:pPr>
            <a:r>
              <a:rPr lang="zh-CN" altLang="en-US" dirty="0" smtClean="0">
                <a:solidFill>
                  <a:srgbClr val="41B5A2"/>
                </a:solidFill>
                <a:latin typeface="微软雅黑" panose="020B0503020204020204" pitchFamily="34" charset="-122"/>
                <a:ea typeface="微软雅黑" panose="020B0503020204020204" pitchFamily="34" charset="-122"/>
              </a:rPr>
              <a:t>作业品质</a:t>
            </a:r>
            <a:endParaRPr lang="zh-CN" altLang="en-US" sz="1800" dirty="0">
              <a:solidFill>
                <a:srgbClr val="41B5A2"/>
              </a:solidFill>
              <a:latin typeface="微软雅黑" panose="020B0503020204020204" pitchFamily="34" charset="-122"/>
              <a:ea typeface="微软雅黑" panose="020B0503020204020204" pitchFamily="34" charset="-122"/>
            </a:endParaRPr>
          </a:p>
        </p:txBody>
      </p:sp>
      <p:sp>
        <p:nvSpPr>
          <p:cNvPr id="116" name="文本框 113"/>
          <p:cNvSpPr txBox="1"/>
          <p:nvPr/>
        </p:nvSpPr>
        <p:spPr>
          <a:xfrm>
            <a:off x="3221204" y="2001819"/>
            <a:ext cx="1290900" cy="1518044"/>
          </a:xfrm>
          <a:prstGeom prst="rect">
            <a:avLst/>
          </a:prstGeom>
          <a:noFill/>
        </p:spPr>
        <p:txBody>
          <a:bodyPr wrap="square" rtlCol="0">
            <a:spAutoFit/>
          </a:bodyPr>
          <a:lstStyle/>
          <a:p>
            <a:pPr algn="just">
              <a:lnSpc>
                <a:spcPct val="15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1.</a:t>
            </a:r>
            <a:r>
              <a:rPr lang="zh-CN" altLang="ja-JP" sz="1050" dirty="0">
                <a:solidFill>
                  <a:schemeClr val="tx1">
                    <a:lumMod val="50000"/>
                    <a:lumOff val="50000"/>
                  </a:schemeClr>
                </a:solidFill>
                <a:latin typeface="微软雅黑" panose="020B0503020204020204" pitchFamily="34" charset="-122"/>
                <a:ea typeface="微软雅黑" panose="020B0503020204020204" pitchFamily="34" charset="-122"/>
              </a:rPr>
              <a:t>注意代码规范  </a:t>
            </a:r>
            <a:endPar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endParaRPr>
          </a:p>
          <a:p>
            <a:pPr algn="just">
              <a:lnSpc>
                <a:spcPct val="15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2.</a:t>
            </a:r>
            <a:r>
              <a:rPr lang="zh-CN" altLang="en-US" sz="1050" dirty="0">
                <a:solidFill>
                  <a:schemeClr val="tx1">
                    <a:lumMod val="50000"/>
                    <a:lumOff val="50000"/>
                  </a:schemeClr>
                </a:solidFill>
                <a:latin typeface="微软雅黑" panose="020B0503020204020204" pitchFamily="34" charset="-122"/>
                <a:ea typeface="微软雅黑" panose="020B0503020204020204" pitchFamily="34" charset="-122"/>
              </a:rPr>
              <a:t>加强</a:t>
            </a:r>
            <a:r>
              <a:rPr lang="zh-CN" altLang="ja-JP" sz="1050" dirty="0">
                <a:solidFill>
                  <a:schemeClr val="tx1">
                    <a:lumMod val="50000"/>
                    <a:lumOff val="50000"/>
                  </a:schemeClr>
                </a:solidFill>
                <a:latin typeface="微软雅黑" panose="020B0503020204020204" pitchFamily="34" charset="-122"/>
                <a:ea typeface="微软雅黑" panose="020B0503020204020204" pitchFamily="34" charset="-122"/>
              </a:rPr>
              <a:t>代码优化</a:t>
            </a:r>
          </a:p>
          <a:p>
            <a:pPr algn="just">
              <a:lnSpc>
                <a:spcPct val="15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3.</a:t>
            </a:r>
            <a:r>
              <a:rPr lang="zh-CN" altLang="en-US" sz="1050" dirty="0">
                <a:solidFill>
                  <a:schemeClr val="tx1">
                    <a:lumMod val="50000"/>
                    <a:lumOff val="50000"/>
                  </a:schemeClr>
                </a:solidFill>
                <a:latin typeface="微软雅黑" panose="020B0503020204020204" pitchFamily="34" charset="-122"/>
                <a:ea typeface="微软雅黑" panose="020B0503020204020204" pitchFamily="34" charset="-122"/>
              </a:rPr>
              <a:t>减少</a:t>
            </a: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bug</a:t>
            </a:r>
            <a:r>
              <a:rPr lang="zh-CN" altLang="en-US" sz="1050" dirty="0">
                <a:solidFill>
                  <a:schemeClr val="tx1">
                    <a:lumMod val="50000"/>
                    <a:lumOff val="50000"/>
                  </a:schemeClr>
                </a:solidFill>
                <a:latin typeface="微软雅黑" panose="020B0503020204020204" pitchFamily="34" charset="-122"/>
                <a:ea typeface="微软雅黑" panose="020B0503020204020204" pitchFamily="34" charset="-122"/>
              </a:rPr>
              <a:t>产出  </a:t>
            </a:r>
            <a:endPar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endParaRPr>
          </a:p>
          <a:p>
            <a:pPr algn="just">
              <a:lnSpc>
                <a:spcPct val="15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4.</a:t>
            </a:r>
            <a:r>
              <a:rPr lang="zh-CN" altLang="ja-JP" sz="1050" dirty="0">
                <a:solidFill>
                  <a:schemeClr val="tx1">
                    <a:lumMod val="50000"/>
                    <a:lumOff val="50000"/>
                  </a:schemeClr>
                </a:solidFill>
                <a:latin typeface="微软雅黑" panose="020B0503020204020204" pitchFamily="34" charset="-122"/>
                <a:ea typeface="微软雅黑" panose="020B0503020204020204" pitchFamily="34" charset="-122"/>
              </a:rPr>
              <a:t>提升开发能力</a:t>
            </a:r>
            <a:endPar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endParaRPr>
          </a:p>
          <a:p>
            <a:pPr algn="just">
              <a:lnSpc>
                <a:spcPct val="15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5.</a:t>
            </a:r>
            <a:r>
              <a:rPr lang="zh-CN" altLang="en-US" sz="1050" dirty="0">
                <a:solidFill>
                  <a:schemeClr val="tx1">
                    <a:lumMod val="50000"/>
                    <a:lumOff val="50000"/>
                  </a:schemeClr>
                </a:solidFill>
                <a:latin typeface="微软雅黑" panose="020B0503020204020204" pitchFamily="34" charset="-122"/>
                <a:ea typeface="微软雅黑" panose="020B0503020204020204" pitchFamily="34" charset="-122"/>
              </a:rPr>
              <a:t>提升</a:t>
            </a: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case</a:t>
            </a:r>
            <a:r>
              <a:rPr lang="zh-CN" altLang="en-US" sz="1050" dirty="0">
                <a:solidFill>
                  <a:schemeClr val="tx1">
                    <a:lumMod val="50000"/>
                    <a:lumOff val="50000"/>
                  </a:schemeClr>
                </a:solidFill>
                <a:latin typeface="微软雅黑" panose="020B0503020204020204" pitchFamily="34" charset="-122"/>
                <a:ea typeface="微软雅黑" panose="020B0503020204020204" pitchFamily="34" charset="-122"/>
              </a:rPr>
              <a:t>覆盖率</a:t>
            </a:r>
            <a:endPar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endParaRPr>
          </a:p>
          <a:p>
            <a:pPr algn="just">
              <a:lnSpc>
                <a:spcPct val="15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6.</a:t>
            </a:r>
            <a:r>
              <a:rPr lang="zh-CN" altLang="en-US" sz="1050" dirty="0">
                <a:solidFill>
                  <a:schemeClr val="tx1">
                    <a:lumMod val="50000"/>
                    <a:lumOff val="50000"/>
                  </a:schemeClr>
                </a:solidFill>
                <a:latin typeface="微软雅黑" panose="020B0503020204020204" pitchFamily="34" charset="-122"/>
                <a:ea typeface="微软雅黑" panose="020B0503020204020204" pitchFamily="34" charset="-122"/>
              </a:rPr>
              <a:t>保证测试品质</a:t>
            </a:r>
          </a:p>
        </p:txBody>
      </p:sp>
      <p:sp>
        <p:nvSpPr>
          <p:cNvPr id="117" name="文本框 113"/>
          <p:cNvSpPr txBox="1"/>
          <p:nvPr/>
        </p:nvSpPr>
        <p:spPr>
          <a:xfrm>
            <a:off x="3220049" y="4152648"/>
            <a:ext cx="1290900" cy="1061829"/>
          </a:xfrm>
          <a:prstGeom prst="rect">
            <a:avLst/>
          </a:prstGeom>
          <a:noFill/>
        </p:spPr>
        <p:txBody>
          <a:bodyPr wrap="square" rtlCol="0">
            <a:spAutoFit/>
          </a:bodyPr>
          <a:lstStyle/>
          <a:p>
            <a:pPr algn="just">
              <a:lnSpc>
                <a:spcPct val="15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1.</a:t>
            </a:r>
            <a:r>
              <a:rPr lang="zh-CN" altLang="en-US" sz="1050" dirty="0">
                <a:solidFill>
                  <a:schemeClr val="tx1">
                    <a:lumMod val="50000"/>
                    <a:lumOff val="50000"/>
                  </a:schemeClr>
                </a:solidFill>
                <a:latin typeface="微软雅黑" panose="020B0503020204020204" pitchFamily="34" charset="-122"/>
                <a:ea typeface="微软雅黑" panose="020B0503020204020204" pitchFamily="34" charset="-122"/>
              </a:rPr>
              <a:t>确保上课出勤率</a:t>
            </a:r>
            <a:endPar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endParaRPr>
          </a:p>
          <a:p>
            <a:pPr algn="just">
              <a:lnSpc>
                <a:spcPct val="15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2.</a:t>
            </a:r>
            <a:r>
              <a:rPr lang="zh-CN" altLang="en-US" sz="1050" dirty="0">
                <a:solidFill>
                  <a:schemeClr val="tx1">
                    <a:lumMod val="50000"/>
                    <a:lumOff val="50000"/>
                  </a:schemeClr>
                </a:solidFill>
                <a:latin typeface="微软雅黑" panose="020B0503020204020204" pitchFamily="34" charset="-122"/>
                <a:ea typeface="微软雅黑" panose="020B0503020204020204" pitchFamily="34" charset="-122"/>
              </a:rPr>
              <a:t>及时完成作业</a:t>
            </a:r>
            <a:endPar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endParaRPr>
          </a:p>
          <a:p>
            <a:pPr algn="just">
              <a:lnSpc>
                <a:spcPct val="15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3.</a:t>
            </a:r>
            <a:r>
              <a:rPr lang="zh-CN" altLang="en-US" sz="1050" dirty="0">
                <a:solidFill>
                  <a:schemeClr val="tx1">
                    <a:lumMod val="50000"/>
                    <a:lumOff val="50000"/>
                  </a:schemeClr>
                </a:solidFill>
                <a:latin typeface="微软雅黑" panose="020B0503020204020204" pitchFamily="34" charset="-122"/>
                <a:ea typeface="微软雅黑" panose="020B0503020204020204" pitchFamily="34" charset="-122"/>
              </a:rPr>
              <a:t>按时复习课程</a:t>
            </a:r>
            <a:endPar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endParaRPr>
          </a:p>
          <a:p>
            <a:pPr algn="just">
              <a:lnSpc>
                <a:spcPct val="15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4.</a:t>
            </a:r>
            <a:r>
              <a:rPr lang="zh-CN" altLang="en-US" sz="1050" dirty="0">
                <a:solidFill>
                  <a:schemeClr val="tx1">
                    <a:lumMod val="50000"/>
                    <a:lumOff val="50000"/>
                  </a:schemeClr>
                </a:solidFill>
                <a:latin typeface="微软雅黑" panose="020B0503020204020204" pitchFamily="34" charset="-122"/>
                <a:ea typeface="微软雅黑" panose="020B0503020204020204" pitchFamily="34" charset="-122"/>
              </a:rPr>
              <a:t>一次通过能力考</a:t>
            </a:r>
            <a:endPar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18" name="文本框 113"/>
          <p:cNvSpPr txBox="1"/>
          <p:nvPr/>
        </p:nvSpPr>
        <p:spPr>
          <a:xfrm>
            <a:off x="7111754" y="2226799"/>
            <a:ext cx="1501338" cy="1033296"/>
          </a:xfrm>
          <a:prstGeom prst="rect">
            <a:avLst/>
          </a:prstGeom>
          <a:noFill/>
        </p:spPr>
        <p:txBody>
          <a:bodyPr wrap="square" rtlCol="0">
            <a:spAutoFit/>
          </a:bodyPr>
          <a:lstStyle/>
          <a:p>
            <a:pPr>
              <a:lnSpc>
                <a:spcPct val="15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1.</a:t>
            </a:r>
            <a:r>
              <a:rPr lang="zh-CN" altLang="en-US" sz="1050" dirty="0">
                <a:solidFill>
                  <a:schemeClr val="tx1">
                    <a:lumMod val="50000"/>
                    <a:lumOff val="50000"/>
                  </a:schemeClr>
                </a:solidFill>
                <a:latin typeface="微软雅黑" panose="020B0503020204020204" pitchFamily="34" charset="-122"/>
                <a:ea typeface="微软雅黑" panose="020B0503020204020204" pitchFamily="34" charset="-122"/>
              </a:rPr>
              <a:t>掌握优先次序</a:t>
            </a:r>
            <a:endPar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2.</a:t>
            </a:r>
            <a:r>
              <a:rPr lang="zh-CN" altLang="en-US" sz="1050" dirty="0">
                <a:solidFill>
                  <a:schemeClr val="tx1">
                    <a:lumMod val="50000"/>
                    <a:lumOff val="50000"/>
                  </a:schemeClr>
                </a:solidFill>
                <a:latin typeface="微软雅黑" panose="020B0503020204020204" pitchFamily="34" charset="-122"/>
                <a:ea typeface="微软雅黑" panose="020B0503020204020204" pitchFamily="34" charset="-122"/>
              </a:rPr>
              <a:t>杜绝拖延时间</a:t>
            </a:r>
            <a:endPar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3.</a:t>
            </a:r>
            <a:r>
              <a:rPr lang="zh-CN" altLang="en-US" sz="1050" dirty="0">
                <a:solidFill>
                  <a:schemeClr val="tx1">
                    <a:lumMod val="50000"/>
                    <a:lumOff val="50000"/>
                  </a:schemeClr>
                </a:solidFill>
                <a:latin typeface="微软雅黑" panose="020B0503020204020204" pitchFamily="34" charset="-122"/>
                <a:ea typeface="微软雅黑" panose="020B0503020204020204" pitchFamily="34" charset="-122"/>
              </a:rPr>
              <a:t>计划执行任务</a:t>
            </a:r>
            <a:endPar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4.</a:t>
            </a:r>
            <a:r>
              <a:rPr lang="zh-CN" altLang="en-US" sz="1050" dirty="0">
                <a:solidFill>
                  <a:schemeClr val="tx1">
                    <a:lumMod val="50000"/>
                    <a:lumOff val="50000"/>
                  </a:schemeClr>
                </a:solidFill>
                <a:latin typeface="微软雅黑" panose="020B0503020204020204" pitchFamily="34" charset="-122"/>
                <a:ea typeface="微软雅黑" panose="020B0503020204020204" pitchFamily="34" charset="-122"/>
              </a:rPr>
              <a:t>加强工作效率</a:t>
            </a:r>
            <a:endPar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19" name="文本框 113"/>
          <p:cNvSpPr txBox="1"/>
          <p:nvPr/>
        </p:nvSpPr>
        <p:spPr>
          <a:xfrm>
            <a:off x="7127765" y="4269327"/>
            <a:ext cx="1511831" cy="819455"/>
          </a:xfrm>
          <a:prstGeom prst="rect">
            <a:avLst/>
          </a:prstGeom>
          <a:noFill/>
        </p:spPr>
        <p:txBody>
          <a:bodyPr wrap="square" rtlCol="0">
            <a:spAutoFit/>
          </a:bodyPr>
          <a:lstStyle/>
          <a:p>
            <a:pPr algn="just">
              <a:lnSpc>
                <a:spcPct val="150000"/>
              </a:lnSpc>
            </a:pPr>
            <a:r>
              <a:rPr lang="en-US" altLang="zh-CN" sz="1050" dirty="0" smtClean="0">
                <a:solidFill>
                  <a:schemeClr val="tx1">
                    <a:lumMod val="50000"/>
                    <a:lumOff val="50000"/>
                  </a:schemeClr>
                </a:solidFill>
                <a:latin typeface="微软雅黑" panose="020B0503020204020204" pitchFamily="34" charset="-122"/>
                <a:ea typeface="微软雅黑" panose="020B0503020204020204" pitchFamily="34" charset="-122"/>
              </a:rPr>
              <a:t>1.</a:t>
            </a:r>
            <a:r>
              <a:rPr lang="zh-CN" altLang="en-US" sz="1050" dirty="0" smtClean="0">
                <a:solidFill>
                  <a:schemeClr val="tx1">
                    <a:lumMod val="50000"/>
                    <a:lumOff val="50000"/>
                  </a:schemeClr>
                </a:solidFill>
                <a:latin typeface="微软雅黑" panose="020B0503020204020204" pitchFamily="34" charset="-122"/>
                <a:ea typeface="微软雅黑" panose="020B0503020204020204" pitchFamily="34" charset="-122"/>
              </a:rPr>
              <a:t>提升作业品质</a:t>
            </a:r>
            <a:endParaRPr lang="en-US" altLang="zh-CN" sz="1050" dirty="0" smtClean="0">
              <a:solidFill>
                <a:schemeClr val="tx1">
                  <a:lumMod val="50000"/>
                  <a:lumOff val="50000"/>
                </a:schemeClr>
              </a:solidFill>
              <a:latin typeface="微软雅黑" panose="020B0503020204020204" pitchFamily="34" charset="-122"/>
              <a:ea typeface="微软雅黑" panose="020B0503020204020204" pitchFamily="34" charset="-122"/>
            </a:endParaRPr>
          </a:p>
          <a:p>
            <a:pPr algn="just">
              <a:lnSpc>
                <a:spcPct val="150000"/>
              </a:lnSpc>
            </a:pPr>
            <a:r>
              <a:rPr lang="en-US" altLang="zh-CN" sz="1050" dirty="0" smtClean="0">
                <a:solidFill>
                  <a:schemeClr val="tx1">
                    <a:lumMod val="50000"/>
                    <a:lumOff val="50000"/>
                  </a:schemeClr>
                </a:solidFill>
                <a:latin typeface="微软雅黑" panose="020B0503020204020204" pitchFamily="34" charset="-122"/>
                <a:ea typeface="微软雅黑" panose="020B0503020204020204" pitchFamily="34" charset="-122"/>
              </a:rPr>
              <a:t>2.</a:t>
            </a:r>
            <a:r>
              <a:rPr lang="zh-CN" altLang="en-US" sz="1050" dirty="0" smtClean="0">
                <a:solidFill>
                  <a:schemeClr val="tx1">
                    <a:lumMod val="50000"/>
                    <a:lumOff val="50000"/>
                  </a:schemeClr>
                </a:solidFill>
                <a:latin typeface="微软雅黑" panose="020B0503020204020204" pitchFamily="34" charset="-122"/>
                <a:ea typeface="微软雅黑" panose="020B0503020204020204" pitchFamily="34" charset="-122"/>
              </a:rPr>
              <a:t>减少</a:t>
            </a:r>
            <a:r>
              <a:rPr lang="en-US" altLang="zh-CN" sz="1050" dirty="0" smtClean="0">
                <a:solidFill>
                  <a:schemeClr val="tx1">
                    <a:lumMod val="50000"/>
                    <a:lumOff val="50000"/>
                  </a:schemeClr>
                </a:solidFill>
                <a:latin typeface="微软雅黑" panose="020B0503020204020204" pitchFamily="34" charset="-122"/>
                <a:ea typeface="微软雅黑" panose="020B0503020204020204" pitchFamily="34" charset="-122"/>
              </a:rPr>
              <a:t>review</a:t>
            </a:r>
            <a:r>
              <a:rPr lang="zh-CN" altLang="en-US" sz="1050" dirty="0" smtClean="0">
                <a:solidFill>
                  <a:schemeClr val="tx1">
                    <a:lumMod val="50000"/>
                    <a:lumOff val="50000"/>
                  </a:schemeClr>
                </a:solidFill>
                <a:latin typeface="微软雅黑" panose="020B0503020204020204" pitchFamily="34" charset="-122"/>
                <a:ea typeface="微软雅黑" panose="020B0503020204020204" pitchFamily="34" charset="-122"/>
              </a:rPr>
              <a:t>次数</a:t>
            </a:r>
            <a:endParaRPr lang="en-US" altLang="zh-CN" sz="1050" dirty="0" smtClean="0">
              <a:solidFill>
                <a:schemeClr val="tx1">
                  <a:lumMod val="50000"/>
                  <a:lumOff val="50000"/>
                </a:schemeClr>
              </a:solidFill>
              <a:latin typeface="微软雅黑" panose="020B0503020204020204" pitchFamily="34" charset="-122"/>
              <a:ea typeface="微软雅黑" panose="020B0503020204020204" pitchFamily="34" charset="-122"/>
            </a:endParaRPr>
          </a:p>
          <a:p>
            <a:pPr algn="just">
              <a:lnSpc>
                <a:spcPct val="150000"/>
              </a:lnSpc>
            </a:pPr>
            <a:r>
              <a:rPr lang="en-US" altLang="zh-CN" sz="1050" dirty="0" smtClean="0">
                <a:solidFill>
                  <a:schemeClr val="tx1">
                    <a:lumMod val="50000"/>
                    <a:lumOff val="50000"/>
                  </a:schemeClr>
                </a:solidFill>
                <a:latin typeface="微软雅黑" panose="020B0503020204020204" pitchFamily="34" charset="-122"/>
                <a:ea typeface="微软雅黑" panose="020B0503020204020204" pitchFamily="34" charset="-122"/>
              </a:rPr>
              <a:t>3.</a:t>
            </a:r>
            <a:r>
              <a:rPr lang="zh-CN" altLang="en-US" sz="1050" dirty="0" smtClean="0">
                <a:solidFill>
                  <a:schemeClr val="tx1">
                    <a:lumMod val="50000"/>
                    <a:lumOff val="50000"/>
                  </a:schemeClr>
                </a:solidFill>
                <a:latin typeface="微软雅黑" panose="020B0503020204020204" pitchFamily="34" charset="-122"/>
                <a:ea typeface="微软雅黑" panose="020B0503020204020204" pitchFamily="34" charset="-122"/>
              </a:rPr>
              <a:t>减少指摘率</a:t>
            </a:r>
            <a:endParaRPr lang="zh-CN" altLang="en-US" sz="105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121" name="组合 5"/>
          <p:cNvGrpSpPr/>
          <p:nvPr/>
        </p:nvGrpSpPr>
        <p:grpSpPr>
          <a:xfrm>
            <a:off x="123088" y="166423"/>
            <a:ext cx="4319423" cy="852875"/>
            <a:chOff x="3129129" y="1121776"/>
            <a:chExt cx="5933741" cy="1171624"/>
          </a:xfrm>
        </p:grpSpPr>
        <p:sp>
          <p:nvSpPr>
            <p:cNvPr id="122" name="圆角矩形 6"/>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sp>
          <p:nvSpPr>
            <p:cNvPr id="123" name="圆角矩形 7"/>
            <p:cNvSpPr/>
            <p:nvPr/>
          </p:nvSpPr>
          <p:spPr>
            <a:xfrm>
              <a:off x="3289330" y="1253414"/>
              <a:ext cx="5613340" cy="908350"/>
            </a:xfrm>
            <a:prstGeom prst="roundRect">
              <a:avLst>
                <a:gd name="adj" fmla="val 50000"/>
              </a:avLst>
            </a:prstGeom>
            <a:gradFill>
              <a:gsLst>
                <a:gs pos="0">
                  <a:srgbClr val="663A77"/>
                </a:gs>
                <a:gs pos="100000">
                  <a:srgbClr val="A26CB8"/>
                </a:gs>
              </a:gsLst>
              <a:lin ang="0" scaled="0"/>
            </a:gradFill>
            <a:ln w="19050">
              <a:gradFill flip="none" rotWithShape="1">
                <a:gsLst>
                  <a:gs pos="0">
                    <a:srgbClr val="A26CB8"/>
                  </a:gs>
                  <a:gs pos="100000">
                    <a:srgbClr val="663A77"/>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grpSp>
      <p:grpSp>
        <p:nvGrpSpPr>
          <p:cNvPr id="124" name="组合 8"/>
          <p:cNvGrpSpPr/>
          <p:nvPr/>
        </p:nvGrpSpPr>
        <p:grpSpPr>
          <a:xfrm>
            <a:off x="73596" y="81953"/>
            <a:ext cx="1169945" cy="1379589"/>
            <a:chOff x="3150395" y="933507"/>
            <a:chExt cx="1559927" cy="1839452"/>
          </a:xfrm>
        </p:grpSpPr>
        <p:grpSp>
          <p:nvGrpSpPr>
            <p:cNvPr id="125" name="组合 9"/>
            <p:cNvGrpSpPr/>
            <p:nvPr/>
          </p:nvGrpSpPr>
          <p:grpSpPr>
            <a:xfrm>
              <a:off x="3150395" y="933507"/>
              <a:ext cx="1559927" cy="1839452"/>
              <a:chOff x="3222820" y="1148080"/>
              <a:chExt cx="1484216" cy="1750177"/>
            </a:xfrm>
          </p:grpSpPr>
          <p:grpSp>
            <p:nvGrpSpPr>
              <p:cNvPr id="129" name="组合 13"/>
              <p:cNvGrpSpPr/>
              <p:nvPr/>
            </p:nvGrpSpPr>
            <p:grpSpPr>
              <a:xfrm>
                <a:off x="3420363" y="1295115"/>
                <a:ext cx="1286673" cy="1603142"/>
                <a:chOff x="7380501" y="2927402"/>
                <a:chExt cx="2311887" cy="2880512"/>
              </a:xfrm>
            </p:grpSpPr>
            <p:sp>
              <p:nvSpPr>
                <p:cNvPr id="131"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 fmla="*/ 13249 w 1687745"/>
                    <a:gd name="connsiteY0" fmla="*/ 1035368 h 2070736"/>
                    <a:gd name="connsiteX1" fmla="*/ 850497 w 1687745"/>
                    <a:gd name="connsiteY1" fmla="*/ 0 h 2070736"/>
                    <a:gd name="connsiteX2" fmla="*/ 1687745 w 1687745"/>
                    <a:gd name="connsiteY2" fmla="*/ 1035368 h 2070736"/>
                    <a:gd name="connsiteX3" fmla="*/ 850497 w 1687745"/>
                    <a:gd name="connsiteY3" fmla="*/ 2070736 h 2070736"/>
                    <a:gd name="connsiteX4" fmla="*/ 13249 w 1687745"/>
                    <a:gd name="connsiteY4" fmla="*/ 1035368 h 2070736"/>
                    <a:gd name="connsiteX0" fmla="*/ 13249 w 1696474"/>
                    <a:gd name="connsiteY0" fmla="*/ 1035368 h 2070736"/>
                    <a:gd name="connsiteX1" fmla="*/ 850497 w 1696474"/>
                    <a:gd name="connsiteY1" fmla="*/ 0 h 2070736"/>
                    <a:gd name="connsiteX2" fmla="*/ 1687745 w 1696474"/>
                    <a:gd name="connsiteY2" fmla="*/ 1035368 h 2070736"/>
                    <a:gd name="connsiteX3" fmla="*/ 850497 w 1696474"/>
                    <a:gd name="connsiteY3" fmla="*/ 2070736 h 2070736"/>
                    <a:gd name="connsiteX4" fmla="*/ 13249 w 1696474"/>
                    <a:gd name="connsiteY4" fmla="*/ 1035368 h 2070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sp>
              <p:nvSpPr>
                <p:cNvPr id="132" name="椭圆 16"/>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sp>
              <p:nvSpPr>
                <p:cNvPr id="133" name="椭圆 17"/>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grpSp>
          <p:sp>
            <p:nvSpPr>
              <p:cNvPr id="130" name="椭圆 14"/>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grpSp>
        <p:grpSp>
          <p:nvGrpSpPr>
            <p:cNvPr id="126" name="组合 10"/>
            <p:cNvGrpSpPr/>
            <p:nvPr/>
          </p:nvGrpSpPr>
          <p:grpSpPr>
            <a:xfrm>
              <a:off x="3437036" y="1269298"/>
              <a:ext cx="775805" cy="690872"/>
              <a:chOff x="1460111" y="2419508"/>
              <a:chExt cx="1032597" cy="919547"/>
            </a:xfrm>
          </p:grpSpPr>
          <p:sp>
            <p:nvSpPr>
              <p:cNvPr id="127" name="文本框 11"/>
              <p:cNvSpPr txBox="1"/>
              <p:nvPr/>
            </p:nvSpPr>
            <p:spPr>
              <a:xfrm>
                <a:off x="1460111" y="2419508"/>
                <a:ext cx="1030514" cy="819298"/>
              </a:xfrm>
              <a:prstGeom prst="rect">
                <a:avLst/>
              </a:prstGeom>
              <a:noFill/>
            </p:spPr>
            <p:txBody>
              <a:bodyPr wrap="square" rtlCol="0">
                <a:spAutoFit/>
              </a:bodyPr>
              <a:lstStyle/>
              <a:p>
                <a:pPr algn="ctr"/>
                <a:r>
                  <a:rPr lang="en-US" altLang="zh-CN" sz="2400" dirty="0" smtClean="0">
                    <a:solidFill>
                      <a:srgbClr val="663A77"/>
                    </a:solidFill>
                    <a:latin typeface="Impact" panose="020B0806030902050204" pitchFamily="34" charset="0"/>
                  </a:rPr>
                  <a:t>04</a:t>
                </a:r>
                <a:endParaRPr lang="zh-CN" altLang="en-US" sz="2400" dirty="0">
                  <a:solidFill>
                    <a:srgbClr val="663A77"/>
                  </a:solidFill>
                  <a:latin typeface="Impact" panose="020B0806030902050204" pitchFamily="34" charset="0"/>
                </a:endParaRPr>
              </a:p>
            </p:txBody>
          </p:sp>
          <p:sp>
            <p:nvSpPr>
              <p:cNvPr id="128" name="文本框 12"/>
              <p:cNvSpPr txBox="1"/>
              <p:nvPr/>
            </p:nvSpPr>
            <p:spPr>
              <a:xfrm>
                <a:off x="1462194" y="2949888"/>
                <a:ext cx="1030514" cy="389167"/>
              </a:xfrm>
              <a:prstGeom prst="rect">
                <a:avLst/>
              </a:prstGeom>
              <a:noFill/>
            </p:spPr>
            <p:txBody>
              <a:bodyPr wrap="square" rtlCol="0">
                <a:spAutoFit/>
              </a:bodyPr>
              <a:lstStyle/>
              <a:p>
                <a:pPr algn="ctr"/>
                <a:r>
                  <a:rPr lang="en-US" altLang="zh-CN" sz="825" dirty="0">
                    <a:solidFill>
                      <a:srgbClr val="663A77"/>
                    </a:solidFill>
                    <a:latin typeface="LiHei Pro" panose="020B0500000000000000" pitchFamily="34" charset="-122"/>
                    <a:ea typeface="LiHei Pro" panose="020B0500000000000000" pitchFamily="34" charset="-122"/>
                  </a:rPr>
                  <a:t>OPTION</a:t>
                </a:r>
                <a:endParaRPr lang="zh-CN" altLang="en-US" sz="825" dirty="0">
                  <a:solidFill>
                    <a:srgbClr val="663A77"/>
                  </a:solidFill>
                  <a:latin typeface="LiHei Pro" panose="020B0500000000000000" pitchFamily="34" charset="-122"/>
                  <a:ea typeface="LiHei Pro" panose="020B0500000000000000" pitchFamily="34" charset="-122"/>
                </a:endParaRPr>
              </a:p>
            </p:txBody>
          </p:sp>
        </p:grpSp>
      </p:grpSp>
      <p:sp>
        <p:nvSpPr>
          <p:cNvPr id="134" name="文本框 19"/>
          <p:cNvSpPr txBox="1"/>
          <p:nvPr/>
        </p:nvSpPr>
        <p:spPr>
          <a:xfrm>
            <a:off x="1279252" y="357070"/>
            <a:ext cx="2284635" cy="738664"/>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吾日三省，扬长避短</a:t>
            </a:r>
          </a:p>
          <a:p>
            <a:endParaRPr lang="zh-CN" altLang="en-US" sz="24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35" name="太陽 134"/>
          <p:cNvSpPr/>
          <p:nvPr/>
        </p:nvSpPr>
        <p:spPr bwMode="auto">
          <a:xfrm>
            <a:off x="3473683" y="291629"/>
            <a:ext cx="615324" cy="592545"/>
          </a:xfrm>
          <a:prstGeom prst="sun">
            <a:avLst/>
          </a:prstGeom>
          <a:solidFill>
            <a:schemeClr val="accent3"/>
          </a:solidFill>
          <a:ln w="9525" cap="flat" cmpd="sng" algn="ctr">
            <a:solidFill>
              <a:srgbClr val="57564F"/>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Tree>
    <p:extLst>
      <p:ext uri="{BB962C8B-B14F-4D97-AF65-F5344CB8AC3E}">
        <p14:creationId xmlns:p14="http://schemas.microsoft.com/office/powerpoint/2010/main" val="2498966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80"/>
                                        </p:tgtEl>
                                        <p:attrNameLst>
                                          <p:attrName>style.visibility</p:attrName>
                                        </p:attrNameLst>
                                      </p:cBhvr>
                                      <p:to>
                                        <p:strVal val="visible"/>
                                      </p:to>
                                    </p:set>
                                    <p:anim calcmode="lin" valueType="num">
                                      <p:cBhvr>
                                        <p:cTn id="7" dur="500" fill="hold"/>
                                        <p:tgtEl>
                                          <p:spTgt spid="80"/>
                                        </p:tgtEl>
                                        <p:attrNameLst>
                                          <p:attrName>ppt_w</p:attrName>
                                        </p:attrNameLst>
                                      </p:cBhvr>
                                      <p:tavLst>
                                        <p:tav tm="0">
                                          <p:val>
                                            <p:fltVal val="0"/>
                                          </p:val>
                                        </p:tav>
                                        <p:tav tm="100000">
                                          <p:val>
                                            <p:strVal val="#ppt_w"/>
                                          </p:val>
                                        </p:tav>
                                      </p:tavLst>
                                    </p:anim>
                                    <p:anim calcmode="lin" valueType="num">
                                      <p:cBhvr>
                                        <p:cTn id="8" dur="500" fill="hold"/>
                                        <p:tgtEl>
                                          <p:spTgt spid="80"/>
                                        </p:tgtEl>
                                        <p:attrNameLst>
                                          <p:attrName>ppt_h</p:attrName>
                                        </p:attrNameLst>
                                      </p:cBhvr>
                                      <p:tavLst>
                                        <p:tav tm="0">
                                          <p:val>
                                            <p:fltVal val="0"/>
                                          </p:val>
                                        </p:tav>
                                        <p:tav tm="100000">
                                          <p:val>
                                            <p:strVal val="#ppt_h"/>
                                          </p:val>
                                        </p:tav>
                                      </p:tavLst>
                                    </p:anim>
                                    <p:animEffect transition="in" filter="fade">
                                      <p:cBhvr>
                                        <p:cTn id="9" dur="500"/>
                                        <p:tgtEl>
                                          <p:spTgt spid="80"/>
                                        </p:tgtEl>
                                      </p:cBhvr>
                                    </p:animEffect>
                                  </p:childTnLst>
                                </p:cTn>
                              </p:par>
                              <p:par>
                                <p:cTn id="10" presetID="53" presetClass="entr" presetSubtype="16" fill="hold" nodeType="withEffect">
                                  <p:stCondLst>
                                    <p:cond delay="0"/>
                                  </p:stCondLst>
                                  <p:childTnLst>
                                    <p:set>
                                      <p:cBhvr>
                                        <p:cTn id="11" dur="1" fill="hold">
                                          <p:stCondLst>
                                            <p:cond delay="0"/>
                                          </p:stCondLst>
                                        </p:cTn>
                                        <p:tgtEl>
                                          <p:spTgt spid="96"/>
                                        </p:tgtEl>
                                        <p:attrNameLst>
                                          <p:attrName>style.visibility</p:attrName>
                                        </p:attrNameLst>
                                      </p:cBhvr>
                                      <p:to>
                                        <p:strVal val="visible"/>
                                      </p:to>
                                    </p:set>
                                    <p:anim calcmode="lin" valueType="num">
                                      <p:cBhvr>
                                        <p:cTn id="12" dur="500" fill="hold"/>
                                        <p:tgtEl>
                                          <p:spTgt spid="96"/>
                                        </p:tgtEl>
                                        <p:attrNameLst>
                                          <p:attrName>ppt_w</p:attrName>
                                        </p:attrNameLst>
                                      </p:cBhvr>
                                      <p:tavLst>
                                        <p:tav tm="0">
                                          <p:val>
                                            <p:fltVal val="0"/>
                                          </p:val>
                                        </p:tav>
                                        <p:tav tm="100000">
                                          <p:val>
                                            <p:strVal val="#ppt_w"/>
                                          </p:val>
                                        </p:tav>
                                      </p:tavLst>
                                    </p:anim>
                                    <p:anim calcmode="lin" valueType="num">
                                      <p:cBhvr>
                                        <p:cTn id="13" dur="500" fill="hold"/>
                                        <p:tgtEl>
                                          <p:spTgt spid="96"/>
                                        </p:tgtEl>
                                        <p:attrNameLst>
                                          <p:attrName>ppt_h</p:attrName>
                                        </p:attrNameLst>
                                      </p:cBhvr>
                                      <p:tavLst>
                                        <p:tav tm="0">
                                          <p:val>
                                            <p:fltVal val="0"/>
                                          </p:val>
                                        </p:tav>
                                        <p:tav tm="100000">
                                          <p:val>
                                            <p:strVal val="#ppt_h"/>
                                          </p:val>
                                        </p:tav>
                                      </p:tavLst>
                                    </p:anim>
                                    <p:animEffect transition="in" filter="fade">
                                      <p:cBhvr>
                                        <p:cTn id="14" dur="500"/>
                                        <p:tgtEl>
                                          <p:spTgt spid="96"/>
                                        </p:tgtEl>
                                      </p:cBhvr>
                                    </p:animEffect>
                                  </p:childTnLst>
                                </p:cTn>
                              </p:par>
                              <p:par>
                                <p:cTn id="15" presetID="53" presetClass="entr" presetSubtype="16" fill="hold" nodeType="withEffect">
                                  <p:stCondLst>
                                    <p:cond delay="0"/>
                                  </p:stCondLst>
                                  <p:childTnLst>
                                    <p:set>
                                      <p:cBhvr>
                                        <p:cTn id="16" dur="1" fill="hold">
                                          <p:stCondLst>
                                            <p:cond delay="0"/>
                                          </p:stCondLst>
                                        </p:cTn>
                                        <p:tgtEl>
                                          <p:spTgt spid="88"/>
                                        </p:tgtEl>
                                        <p:attrNameLst>
                                          <p:attrName>style.visibility</p:attrName>
                                        </p:attrNameLst>
                                      </p:cBhvr>
                                      <p:to>
                                        <p:strVal val="visible"/>
                                      </p:to>
                                    </p:set>
                                    <p:anim calcmode="lin" valueType="num">
                                      <p:cBhvr>
                                        <p:cTn id="17" dur="500" fill="hold"/>
                                        <p:tgtEl>
                                          <p:spTgt spid="88"/>
                                        </p:tgtEl>
                                        <p:attrNameLst>
                                          <p:attrName>ppt_w</p:attrName>
                                        </p:attrNameLst>
                                      </p:cBhvr>
                                      <p:tavLst>
                                        <p:tav tm="0">
                                          <p:val>
                                            <p:fltVal val="0"/>
                                          </p:val>
                                        </p:tav>
                                        <p:tav tm="100000">
                                          <p:val>
                                            <p:strVal val="#ppt_w"/>
                                          </p:val>
                                        </p:tav>
                                      </p:tavLst>
                                    </p:anim>
                                    <p:anim calcmode="lin" valueType="num">
                                      <p:cBhvr>
                                        <p:cTn id="18" dur="500" fill="hold"/>
                                        <p:tgtEl>
                                          <p:spTgt spid="88"/>
                                        </p:tgtEl>
                                        <p:attrNameLst>
                                          <p:attrName>ppt_h</p:attrName>
                                        </p:attrNameLst>
                                      </p:cBhvr>
                                      <p:tavLst>
                                        <p:tav tm="0">
                                          <p:val>
                                            <p:fltVal val="0"/>
                                          </p:val>
                                        </p:tav>
                                        <p:tav tm="100000">
                                          <p:val>
                                            <p:strVal val="#ppt_h"/>
                                          </p:val>
                                        </p:tav>
                                      </p:tavLst>
                                    </p:anim>
                                    <p:animEffect transition="in" filter="fade">
                                      <p:cBhvr>
                                        <p:cTn id="19" dur="500"/>
                                        <p:tgtEl>
                                          <p:spTgt spid="88"/>
                                        </p:tgtEl>
                                      </p:cBhvr>
                                    </p:animEffect>
                                  </p:childTnLst>
                                </p:cTn>
                              </p:par>
                              <p:par>
                                <p:cTn id="20" presetID="53" presetClass="entr" presetSubtype="16" fill="hold" nodeType="withEffect">
                                  <p:stCondLst>
                                    <p:cond delay="0"/>
                                  </p:stCondLst>
                                  <p:childTnLst>
                                    <p:set>
                                      <p:cBhvr>
                                        <p:cTn id="21" dur="1" fill="hold">
                                          <p:stCondLst>
                                            <p:cond delay="0"/>
                                          </p:stCondLst>
                                        </p:cTn>
                                        <p:tgtEl>
                                          <p:spTgt spid="104"/>
                                        </p:tgtEl>
                                        <p:attrNameLst>
                                          <p:attrName>style.visibility</p:attrName>
                                        </p:attrNameLst>
                                      </p:cBhvr>
                                      <p:to>
                                        <p:strVal val="visible"/>
                                      </p:to>
                                    </p:set>
                                    <p:anim calcmode="lin" valueType="num">
                                      <p:cBhvr>
                                        <p:cTn id="22" dur="500" fill="hold"/>
                                        <p:tgtEl>
                                          <p:spTgt spid="104"/>
                                        </p:tgtEl>
                                        <p:attrNameLst>
                                          <p:attrName>ppt_w</p:attrName>
                                        </p:attrNameLst>
                                      </p:cBhvr>
                                      <p:tavLst>
                                        <p:tav tm="0">
                                          <p:val>
                                            <p:fltVal val="0"/>
                                          </p:val>
                                        </p:tav>
                                        <p:tav tm="100000">
                                          <p:val>
                                            <p:strVal val="#ppt_w"/>
                                          </p:val>
                                        </p:tav>
                                      </p:tavLst>
                                    </p:anim>
                                    <p:anim calcmode="lin" valueType="num">
                                      <p:cBhvr>
                                        <p:cTn id="23" dur="500" fill="hold"/>
                                        <p:tgtEl>
                                          <p:spTgt spid="104"/>
                                        </p:tgtEl>
                                        <p:attrNameLst>
                                          <p:attrName>ppt_h</p:attrName>
                                        </p:attrNameLst>
                                      </p:cBhvr>
                                      <p:tavLst>
                                        <p:tav tm="0">
                                          <p:val>
                                            <p:fltVal val="0"/>
                                          </p:val>
                                        </p:tav>
                                        <p:tav tm="100000">
                                          <p:val>
                                            <p:strVal val="#ppt_h"/>
                                          </p:val>
                                        </p:tav>
                                      </p:tavLst>
                                    </p:anim>
                                    <p:animEffect transition="in" filter="fade">
                                      <p:cBhvr>
                                        <p:cTn id="24" dur="500"/>
                                        <p:tgtEl>
                                          <p:spTgt spid="104"/>
                                        </p:tgtEl>
                                      </p:cBhvr>
                                    </p:animEffect>
                                  </p:childTnLst>
                                </p:cTn>
                              </p:par>
                            </p:childTnLst>
                          </p:cTn>
                        </p:par>
                        <p:par>
                          <p:cTn id="25" fill="hold">
                            <p:stCondLst>
                              <p:cond delay="500"/>
                            </p:stCondLst>
                            <p:childTnLst>
                              <p:par>
                                <p:cTn id="26" presetID="12" presetClass="entr" presetSubtype="2" fill="hold" nodeType="afterEffect">
                                  <p:stCondLst>
                                    <p:cond delay="0"/>
                                  </p:stCondLst>
                                  <p:childTnLst>
                                    <p:set>
                                      <p:cBhvr>
                                        <p:cTn id="27" dur="1" fill="hold">
                                          <p:stCondLst>
                                            <p:cond delay="0"/>
                                          </p:stCondLst>
                                        </p:cTn>
                                        <p:tgtEl>
                                          <p:spTgt spid="67"/>
                                        </p:tgtEl>
                                        <p:attrNameLst>
                                          <p:attrName>style.visibility</p:attrName>
                                        </p:attrNameLst>
                                      </p:cBhvr>
                                      <p:to>
                                        <p:strVal val="visible"/>
                                      </p:to>
                                    </p:set>
                                    <p:anim calcmode="lin" valueType="num">
                                      <p:cBhvr additive="base">
                                        <p:cTn id="28" dur="500"/>
                                        <p:tgtEl>
                                          <p:spTgt spid="67"/>
                                        </p:tgtEl>
                                        <p:attrNameLst>
                                          <p:attrName>ppt_x</p:attrName>
                                        </p:attrNameLst>
                                      </p:cBhvr>
                                      <p:tavLst>
                                        <p:tav tm="0">
                                          <p:val>
                                            <p:strVal val="#ppt_x+#ppt_w*1.125000"/>
                                          </p:val>
                                        </p:tav>
                                        <p:tav tm="100000">
                                          <p:val>
                                            <p:strVal val="#ppt_x"/>
                                          </p:val>
                                        </p:tav>
                                      </p:tavLst>
                                    </p:anim>
                                    <p:animEffect transition="in" filter="wipe(left)">
                                      <p:cBhvr>
                                        <p:cTn id="29" dur="500"/>
                                        <p:tgtEl>
                                          <p:spTgt spid="67"/>
                                        </p:tgtEl>
                                      </p:cBhvr>
                                    </p:animEffect>
                                  </p:childTnLst>
                                </p:cTn>
                              </p:par>
                              <p:par>
                                <p:cTn id="30" presetID="12" presetClass="entr" presetSubtype="2" fill="hold" nodeType="withEffect">
                                  <p:stCondLst>
                                    <p:cond delay="0"/>
                                  </p:stCondLst>
                                  <p:childTnLst>
                                    <p:set>
                                      <p:cBhvr>
                                        <p:cTn id="31" dur="1" fill="hold">
                                          <p:stCondLst>
                                            <p:cond delay="0"/>
                                          </p:stCondLst>
                                        </p:cTn>
                                        <p:tgtEl>
                                          <p:spTgt spid="92"/>
                                        </p:tgtEl>
                                        <p:attrNameLst>
                                          <p:attrName>style.visibility</p:attrName>
                                        </p:attrNameLst>
                                      </p:cBhvr>
                                      <p:to>
                                        <p:strVal val="visible"/>
                                      </p:to>
                                    </p:set>
                                    <p:anim calcmode="lin" valueType="num">
                                      <p:cBhvr additive="base">
                                        <p:cTn id="32" dur="500"/>
                                        <p:tgtEl>
                                          <p:spTgt spid="92"/>
                                        </p:tgtEl>
                                        <p:attrNameLst>
                                          <p:attrName>ppt_x</p:attrName>
                                        </p:attrNameLst>
                                      </p:cBhvr>
                                      <p:tavLst>
                                        <p:tav tm="0">
                                          <p:val>
                                            <p:strVal val="#ppt_x+#ppt_w*1.125000"/>
                                          </p:val>
                                        </p:tav>
                                        <p:tav tm="100000">
                                          <p:val>
                                            <p:strVal val="#ppt_x"/>
                                          </p:val>
                                        </p:tav>
                                      </p:tavLst>
                                    </p:anim>
                                    <p:animEffect transition="in" filter="wipe(left)">
                                      <p:cBhvr>
                                        <p:cTn id="33" dur="500"/>
                                        <p:tgtEl>
                                          <p:spTgt spid="92"/>
                                        </p:tgtEl>
                                      </p:cBhvr>
                                    </p:animEffect>
                                  </p:childTnLst>
                                </p:cTn>
                              </p:par>
                              <p:par>
                                <p:cTn id="34" presetID="12" presetClass="entr" presetSubtype="2" fill="hold" nodeType="withEffect">
                                  <p:stCondLst>
                                    <p:cond delay="0"/>
                                  </p:stCondLst>
                                  <p:childTnLst>
                                    <p:set>
                                      <p:cBhvr>
                                        <p:cTn id="35" dur="1" fill="hold">
                                          <p:stCondLst>
                                            <p:cond delay="0"/>
                                          </p:stCondLst>
                                        </p:cTn>
                                        <p:tgtEl>
                                          <p:spTgt spid="84"/>
                                        </p:tgtEl>
                                        <p:attrNameLst>
                                          <p:attrName>style.visibility</p:attrName>
                                        </p:attrNameLst>
                                      </p:cBhvr>
                                      <p:to>
                                        <p:strVal val="visible"/>
                                      </p:to>
                                    </p:set>
                                    <p:anim calcmode="lin" valueType="num">
                                      <p:cBhvr additive="base">
                                        <p:cTn id="36" dur="500"/>
                                        <p:tgtEl>
                                          <p:spTgt spid="84"/>
                                        </p:tgtEl>
                                        <p:attrNameLst>
                                          <p:attrName>ppt_x</p:attrName>
                                        </p:attrNameLst>
                                      </p:cBhvr>
                                      <p:tavLst>
                                        <p:tav tm="0">
                                          <p:val>
                                            <p:strVal val="#ppt_x+#ppt_w*1.125000"/>
                                          </p:val>
                                        </p:tav>
                                        <p:tav tm="100000">
                                          <p:val>
                                            <p:strVal val="#ppt_x"/>
                                          </p:val>
                                        </p:tav>
                                      </p:tavLst>
                                    </p:anim>
                                    <p:animEffect transition="in" filter="wipe(left)">
                                      <p:cBhvr>
                                        <p:cTn id="37" dur="500"/>
                                        <p:tgtEl>
                                          <p:spTgt spid="84"/>
                                        </p:tgtEl>
                                      </p:cBhvr>
                                    </p:animEffect>
                                  </p:childTnLst>
                                </p:cTn>
                              </p:par>
                              <p:par>
                                <p:cTn id="38" presetID="12" presetClass="entr" presetSubtype="2" fill="hold" nodeType="withEffect">
                                  <p:stCondLst>
                                    <p:cond delay="0"/>
                                  </p:stCondLst>
                                  <p:childTnLst>
                                    <p:set>
                                      <p:cBhvr>
                                        <p:cTn id="39" dur="1" fill="hold">
                                          <p:stCondLst>
                                            <p:cond delay="0"/>
                                          </p:stCondLst>
                                        </p:cTn>
                                        <p:tgtEl>
                                          <p:spTgt spid="100"/>
                                        </p:tgtEl>
                                        <p:attrNameLst>
                                          <p:attrName>style.visibility</p:attrName>
                                        </p:attrNameLst>
                                      </p:cBhvr>
                                      <p:to>
                                        <p:strVal val="visible"/>
                                      </p:to>
                                    </p:set>
                                    <p:anim calcmode="lin" valueType="num">
                                      <p:cBhvr additive="base">
                                        <p:cTn id="40" dur="500"/>
                                        <p:tgtEl>
                                          <p:spTgt spid="100"/>
                                        </p:tgtEl>
                                        <p:attrNameLst>
                                          <p:attrName>ppt_x</p:attrName>
                                        </p:attrNameLst>
                                      </p:cBhvr>
                                      <p:tavLst>
                                        <p:tav tm="0">
                                          <p:val>
                                            <p:strVal val="#ppt_x+#ppt_w*1.125000"/>
                                          </p:val>
                                        </p:tav>
                                        <p:tav tm="100000">
                                          <p:val>
                                            <p:strVal val="#ppt_x"/>
                                          </p:val>
                                        </p:tav>
                                      </p:tavLst>
                                    </p:anim>
                                    <p:animEffect transition="in" filter="wipe(left)">
                                      <p:cBhvr>
                                        <p:cTn id="41" dur="500"/>
                                        <p:tgtEl>
                                          <p:spTgt spid="100"/>
                                        </p:tgtEl>
                                      </p:cBhvr>
                                    </p:animEffect>
                                  </p:childTnLst>
                                </p:cTn>
                              </p:par>
                            </p:childTnLst>
                          </p:cTn>
                        </p:par>
                        <p:par>
                          <p:cTn id="42" fill="hold">
                            <p:stCondLst>
                              <p:cond delay="1000"/>
                            </p:stCondLst>
                            <p:childTnLst>
                              <p:par>
                                <p:cTn id="43" presetID="14" presetClass="entr" presetSubtype="10" fill="hold" grpId="0" nodeType="afterEffect">
                                  <p:stCondLst>
                                    <p:cond delay="0"/>
                                  </p:stCondLst>
                                  <p:childTnLst>
                                    <p:set>
                                      <p:cBhvr>
                                        <p:cTn id="44" dur="1" fill="hold">
                                          <p:stCondLst>
                                            <p:cond delay="0"/>
                                          </p:stCondLst>
                                        </p:cTn>
                                        <p:tgtEl>
                                          <p:spTgt spid="108"/>
                                        </p:tgtEl>
                                        <p:attrNameLst>
                                          <p:attrName>style.visibility</p:attrName>
                                        </p:attrNameLst>
                                      </p:cBhvr>
                                      <p:to>
                                        <p:strVal val="visible"/>
                                      </p:to>
                                    </p:set>
                                    <p:animEffect transition="in" filter="randombar(horizontal)">
                                      <p:cBhvr>
                                        <p:cTn id="45" dur="500"/>
                                        <p:tgtEl>
                                          <p:spTgt spid="108"/>
                                        </p:tgtEl>
                                      </p:cBhvr>
                                    </p:animEffect>
                                  </p:childTnLst>
                                </p:cTn>
                              </p:par>
                              <p:par>
                                <p:cTn id="46" presetID="14" presetClass="entr" presetSubtype="10" fill="hold" grpId="0" nodeType="withEffect">
                                  <p:stCondLst>
                                    <p:cond delay="0"/>
                                  </p:stCondLst>
                                  <p:childTnLst>
                                    <p:set>
                                      <p:cBhvr>
                                        <p:cTn id="47" dur="1" fill="hold">
                                          <p:stCondLst>
                                            <p:cond delay="0"/>
                                          </p:stCondLst>
                                        </p:cTn>
                                        <p:tgtEl>
                                          <p:spTgt spid="109"/>
                                        </p:tgtEl>
                                        <p:attrNameLst>
                                          <p:attrName>style.visibility</p:attrName>
                                        </p:attrNameLst>
                                      </p:cBhvr>
                                      <p:to>
                                        <p:strVal val="visible"/>
                                      </p:to>
                                    </p:set>
                                    <p:animEffect transition="in" filter="randombar(horizontal)">
                                      <p:cBhvr>
                                        <p:cTn id="48" dur="500"/>
                                        <p:tgtEl>
                                          <p:spTgt spid="109"/>
                                        </p:tgtEl>
                                      </p:cBhvr>
                                    </p:animEffect>
                                  </p:childTnLst>
                                </p:cTn>
                              </p:par>
                              <p:par>
                                <p:cTn id="49" presetID="14" presetClass="entr" presetSubtype="10" fill="hold" grpId="0" nodeType="withEffect">
                                  <p:stCondLst>
                                    <p:cond delay="0"/>
                                  </p:stCondLst>
                                  <p:childTnLst>
                                    <p:set>
                                      <p:cBhvr>
                                        <p:cTn id="50" dur="1" fill="hold">
                                          <p:stCondLst>
                                            <p:cond delay="0"/>
                                          </p:stCondLst>
                                        </p:cTn>
                                        <p:tgtEl>
                                          <p:spTgt spid="111"/>
                                        </p:tgtEl>
                                        <p:attrNameLst>
                                          <p:attrName>style.visibility</p:attrName>
                                        </p:attrNameLst>
                                      </p:cBhvr>
                                      <p:to>
                                        <p:strVal val="visible"/>
                                      </p:to>
                                    </p:set>
                                    <p:animEffect transition="in" filter="randombar(horizontal)">
                                      <p:cBhvr>
                                        <p:cTn id="51" dur="500"/>
                                        <p:tgtEl>
                                          <p:spTgt spid="111"/>
                                        </p:tgtEl>
                                      </p:cBhvr>
                                    </p:animEffect>
                                  </p:childTnLst>
                                </p:cTn>
                              </p:par>
                              <p:par>
                                <p:cTn id="52" presetID="14" presetClass="entr" presetSubtype="10" fill="hold" grpId="0" nodeType="withEffect">
                                  <p:stCondLst>
                                    <p:cond delay="0"/>
                                  </p:stCondLst>
                                  <p:childTnLst>
                                    <p:set>
                                      <p:cBhvr>
                                        <p:cTn id="53" dur="1" fill="hold">
                                          <p:stCondLst>
                                            <p:cond delay="0"/>
                                          </p:stCondLst>
                                        </p:cTn>
                                        <p:tgtEl>
                                          <p:spTgt spid="110"/>
                                        </p:tgtEl>
                                        <p:attrNameLst>
                                          <p:attrName>style.visibility</p:attrName>
                                        </p:attrNameLst>
                                      </p:cBhvr>
                                      <p:to>
                                        <p:strVal val="visible"/>
                                      </p:to>
                                    </p:set>
                                    <p:animEffect transition="in" filter="randombar(horizontal)">
                                      <p:cBhvr>
                                        <p:cTn id="54" dur="500"/>
                                        <p:tgtEl>
                                          <p:spTgt spid="110"/>
                                        </p:tgtEl>
                                      </p:cBhvr>
                                    </p:animEffect>
                                  </p:childTnLst>
                                </p:cTn>
                              </p:par>
                            </p:childTnLst>
                          </p:cTn>
                        </p:par>
                        <p:par>
                          <p:cTn id="55" fill="hold">
                            <p:stCondLst>
                              <p:cond delay="1500"/>
                            </p:stCondLst>
                            <p:childTnLst>
                              <p:par>
                                <p:cTn id="56" presetID="22" presetClass="entr" presetSubtype="8" fill="hold" grpId="0" nodeType="afterEffect">
                                  <p:stCondLst>
                                    <p:cond delay="0"/>
                                  </p:stCondLst>
                                  <p:childTnLst>
                                    <p:set>
                                      <p:cBhvr>
                                        <p:cTn id="57" dur="1" fill="hold">
                                          <p:stCondLst>
                                            <p:cond delay="0"/>
                                          </p:stCondLst>
                                        </p:cTn>
                                        <p:tgtEl>
                                          <p:spTgt spid="112"/>
                                        </p:tgtEl>
                                        <p:attrNameLst>
                                          <p:attrName>style.visibility</p:attrName>
                                        </p:attrNameLst>
                                      </p:cBhvr>
                                      <p:to>
                                        <p:strVal val="visible"/>
                                      </p:to>
                                    </p:set>
                                    <p:animEffect transition="in" filter="wipe(left)">
                                      <p:cBhvr>
                                        <p:cTn id="58" dur="500"/>
                                        <p:tgtEl>
                                          <p:spTgt spid="112"/>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113"/>
                                        </p:tgtEl>
                                        <p:attrNameLst>
                                          <p:attrName>style.visibility</p:attrName>
                                        </p:attrNameLst>
                                      </p:cBhvr>
                                      <p:to>
                                        <p:strVal val="visible"/>
                                      </p:to>
                                    </p:set>
                                    <p:animEffect transition="in" filter="wipe(left)">
                                      <p:cBhvr>
                                        <p:cTn id="61" dur="500"/>
                                        <p:tgtEl>
                                          <p:spTgt spid="113"/>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114"/>
                                        </p:tgtEl>
                                        <p:attrNameLst>
                                          <p:attrName>style.visibility</p:attrName>
                                        </p:attrNameLst>
                                      </p:cBhvr>
                                      <p:to>
                                        <p:strVal val="visible"/>
                                      </p:to>
                                    </p:set>
                                    <p:animEffect transition="in" filter="wipe(left)">
                                      <p:cBhvr>
                                        <p:cTn id="64" dur="500"/>
                                        <p:tgtEl>
                                          <p:spTgt spid="114"/>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115"/>
                                        </p:tgtEl>
                                        <p:attrNameLst>
                                          <p:attrName>style.visibility</p:attrName>
                                        </p:attrNameLst>
                                      </p:cBhvr>
                                      <p:to>
                                        <p:strVal val="visible"/>
                                      </p:to>
                                    </p:set>
                                    <p:animEffect transition="in" filter="wipe(left)">
                                      <p:cBhvr>
                                        <p:cTn id="67" dur="500"/>
                                        <p:tgtEl>
                                          <p:spTgt spid="115"/>
                                        </p:tgtEl>
                                      </p:cBhvr>
                                    </p:animEffect>
                                  </p:childTnLst>
                                </p:cTn>
                              </p:par>
                            </p:childTnLst>
                          </p:cTn>
                        </p:par>
                        <p:par>
                          <p:cTn id="68" fill="hold">
                            <p:stCondLst>
                              <p:cond delay="2000"/>
                            </p:stCondLst>
                            <p:childTnLst>
                              <p:par>
                                <p:cTn id="69" presetID="14" presetClass="entr" presetSubtype="10" fill="hold" grpId="0" nodeType="afterEffect">
                                  <p:stCondLst>
                                    <p:cond delay="0"/>
                                  </p:stCondLst>
                                  <p:childTnLst>
                                    <p:set>
                                      <p:cBhvr>
                                        <p:cTn id="70" dur="1" fill="hold">
                                          <p:stCondLst>
                                            <p:cond delay="0"/>
                                          </p:stCondLst>
                                        </p:cTn>
                                        <p:tgtEl>
                                          <p:spTgt spid="116"/>
                                        </p:tgtEl>
                                        <p:attrNameLst>
                                          <p:attrName>style.visibility</p:attrName>
                                        </p:attrNameLst>
                                      </p:cBhvr>
                                      <p:to>
                                        <p:strVal val="visible"/>
                                      </p:to>
                                    </p:set>
                                    <p:animEffect transition="in" filter="randombar(horizontal)">
                                      <p:cBhvr>
                                        <p:cTn id="71" dur="500"/>
                                        <p:tgtEl>
                                          <p:spTgt spid="116"/>
                                        </p:tgtEl>
                                      </p:cBhvr>
                                    </p:animEffect>
                                  </p:childTnLst>
                                </p:cTn>
                              </p:par>
                              <p:par>
                                <p:cTn id="72" presetID="14" presetClass="entr" presetSubtype="10" fill="hold" grpId="0" nodeType="withEffect">
                                  <p:stCondLst>
                                    <p:cond delay="0"/>
                                  </p:stCondLst>
                                  <p:childTnLst>
                                    <p:set>
                                      <p:cBhvr>
                                        <p:cTn id="73" dur="1" fill="hold">
                                          <p:stCondLst>
                                            <p:cond delay="0"/>
                                          </p:stCondLst>
                                        </p:cTn>
                                        <p:tgtEl>
                                          <p:spTgt spid="118"/>
                                        </p:tgtEl>
                                        <p:attrNameLst>
                                          <p:attrName>style.visibility</p:attrName>
                                        </p:attrNameLst>
                                      </p:cBhvr>
                                      <p:to>
                                        <p:strVal val="visible"/>
                                      </p:to>
                                    </p:set>
                                    <p:animEffect transition="in" filter="randombar(horizontal)">
                                      <p:cBhvr>
                                        <p:cTn id="74" dur="500"/>
                                        <p:tgtEl>
                                          <p:spTgt spid="118"/>
                                        </p:tgtEl>
                                      </p:cBhvr>
                                    </p:animEffect>
                                  </p:childTnLst>
                                </p:cTn>
                              </p:par>
                              <p:par>
                                <p:cTn id="75" presetID="14" presetClass="entr" presetSubtype="10" fill="hold" grpId="0" nodeType="withEffect">
                                  <p:stCondLst>
                                    <p:cond delay="0"/>
                                  </p:stCondLst>
                                  <p:childTnLst>
                                    <p:set>
                                      <p:cBhvr>
                                        <p:cTn id="76" dur="1" fill="hold">
                                          <p:stCondLst>
                                            <p:cond delay="0"/>
                                          </p:stCondLst>
                                        </p:cTn>
                                        <p:tgtEl>
                                          <p:spTgt spid="117"/>
                                        </p:tgtEl>
                                        <p:attrNameLst>
                                          <p:attrName>style.visibility</p:attrName>
                                        </p:attrNameLst>
                                      </p:cBhvr>
                                      <p:to>
                                        <p:strVal val="visible"/>
                                      </p:to>
                                    </p:set>
                                    <p:animEffect transition="in" filter="randombar(horizontal)">
                                      <p:cBhvr>
                                        <p:cTn id="77" dur="500"/>
                                        <p:tgtEl>
                                          <p:spTgt spid="117"/>
                                        </p:tgtEl>
                                      </p:cBhvr>
                                    </p:animEffect>
                                  </p:childTnLst>
                                </p:cTn>
                              </p:par>
                              <p:par>
                                <p:cTn id="78" presetID="14" presetClass="entr" presetSubtype="10" fill="hold" grpId="0" nodeType="withEffect">
                                  <p:stCondLst>
                                    <p:cond delay="0"/>
                                  </p:stCondLst>
                                  <p:childTnLst>
                                    <p:set>
                                      <p:cBhvr>
                                        <p:cTn id="79" dur="1" fill="hold">
                                          <p:stCondLst>
                                            <p:cond delay="0"/>
                                          </p:stCondLst>
                                        </p:cTn>
                                        <p:tgtEl>
                                          <p:spTgt spid="119"/>
                                        </p:tgtEl>
                                        <p:attrNameLst>
                                          <p:attrName>style.visibility</p:attrName>
                                        </p:attrNameLst>
                                      </p:cBhvr>
                                      <p:to>
                                        <p:strVal val="visible"/>
                                      </p:to>
                                    </p:set>
                                    <p:animEffect transition="in" filter="randombar(horizontal)">
                                      <p:cBhvr>
                                        <p:cTn id="80" dur="500"/>
                                        <p:tgtEl>
                                          <p:spTgt spid="119"/>
                                        </p:tgtEl>
                                      </p:cBhvr>
                                    </p:animEffect>
                                  </p:childTnLst>
                                </p:cTn>
                              </p:par>
                            </p:childTnLst>
                          </p:cTn>
                        </p:par>
                        <p:par>
                          <p:cTn id="81" fill="hold">
                            <p:stCondLst>
                              <p:cond delay="2500"/>
                            </p:stCondLst>
                            <p:childTnLst>
                              <p:par>
                                <p:cTn id="82" presetID="2" presetClass="entr" presetSubtype="8" fill="hold" nodeType="afterEffect">
                                  <p:stCondLst>
                                    <p:cond delay="0"/>
                                  </p:stCondLst>
                                  <p:childTnLst>
                                    <p:set>
                                      <p:cBhvr>
                                        <p:cTn id="83" dur="1" fill="hold">
                                          <p:stCondLst>
                                            <p:cond delay="0"/>
                                          </p:stCondLst>
                                        </p:cTn>
                                        <p:tgtEl>
                                          <p:spTgt spid="124"/>
                                        </p:tgtEl>
                                        <p:attrNameLst>
                                          <p:attrName>style.visibility</p:attrName>
                                        </p:attrNameLst>
                                      </p:cBhvr>
                                      <p:to>
                                        <p:strVal val="visible"/>
                                      </p:to>
                                    </p:set>
                                    <p:anim calcmode="lin" valueType="num">
                                      <p:cBhvr additive="base">
                                        <p:cTn id="84" dur="500" fill="hold"/>
                                        <p:tgtEl>
                                          <p:spTgt spid="124"/>
                                        </p:tgtEl>
                                        <p:attrNameLst>
                                          <p:attrName>ppt_x</p:attrName>
                                        </p:attrNameLst>
                                      </p:cBhvr>
                                      <p:tavLst>
                                        <p:tav tm="0">
                                          <p:val>
                                            <p:strVal val="0-#ppt_w/2"/>
                                          </p:val>
                                        </p:tav>
                                        <p:tav tm="100000">
                                          <p:val>
                                            <p:strVal val="#ppt_x"/>
                                          </p:val>
                                        </p:tav>
                                      </p:tavLst>
                                    </p:anim>
                                    <p:anim calcmode="lin" valueType="num">
                                      <p:cBhvr additive="base">
                                        <p:cTn id="85" dur="500" fill="hold"/>
                                        <p:tgtEl>
                                          <p:spTgt spid="124"/>
                                        </p:tgtEl>
                                        <p:attrNameLst>
                                          <p:attrName>ppt_y</p:attrName>
                                        </p:attrNameLst>
                                      </p:cBhvr>
                                      <p:tavLst>
                                        <p:tav tm="0">
                                          <p:val>
                                            <p:strVal val="#ppt_y"/>
                                          </p:val>
                                        </p:tav>
                                        <p:tav tm="100000">
                                          <p:val>
                                            <p:strVal val="#ppt_y"/>
                                          </p:val>
                                        </p:tav>
                                      </p:tavLst>
                                    </p:anim>
                                  </p:childTnLst>
                                </p:cTn>
                              </p:par>
                              <p:par>
                                <p:cTn id="86" presetID="2" presetClass="entr" presetSubtype="2" fill="hold" nodeType="withEffect">
                                  <p:stCondLst>
                                    <p:cond delay="0"/>
                                  </p:stCondLst>
                                  <p:childTnLst>
                                    <p:set>
                                      <p:cBhvr>
                                        <p:cTn id="87" dur="1" fill="hold">
                                          <p:stCondLst>
                                            <p:cond delay="0"/>
                                          </p:stCondLst>
                                        </p:cTn>
                                        <p:tgtEl>
                                          <p:spTgt spid="121"/>
                                        </p:tgtEl>
                                        <p:attrNameLst>
                                          <p:attrName>style.visibility</p:attrName>
                                        </p:attrNameLst>
                                      </p:cBhvr>
                                      <p:to>
                                        <p:strVal val="visible"/>
                                      </p:to>
                                    </p:set>
                                    <p:anim calcmode="lin" valueType="num">
                                      <p:cBhvr additive="base">
                                        <p:cTn id="88" dur="500" fill="hold"/>
                                        <p:tgtEl>
                                          <p:spTgt spid="121"/>
                                        </p:tgtEl>
                                        <p:attrNameLst>
                                          <p:attrName>ppt_x</p:attrName>
                                        </p:attrNameLst>
                                      </p:cBhvr>
                                      <p:tavLst>
                                        <p:tav tm="0">
                                          <p:val>
                                            <p:strVal val="1+#ppt_w/2"/>
                                          </p:val>
                                        </p:tav>
                                        <p:tav tm="100000">
                                          <p:val>
                                            <p:strVal val="#ppt_x"/>
                                          </p:val>
                                        </p:tav>
                                      </p:tavLst>
                                    </p:anim>
                                    <p:anim calcmode="lin" valueType="num">
                                      <p:cBhvr additive="base">
                                        <p:cTn id="89" dur="500" fill="hold"/>
                                        <p:tgtEl>
                                          <p:spTgt spid="1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09" grpId="0"/>
      <p:bldP spid="110" grpId="0"/>
      <p:bldP spid="111" grpId="0"/>
      <p:bldP spid="112" grpId="0"/>
      <p:bldP spid="113" grpId="0"/>
      <p:bldP spid="114" grpId="0"/>
      <p:bldP spid="115" grpId="0"/>
      <p:bldP spid="116" grpId="0"/>
      <p:bldP spid="117" grpId="0"/>
      <p:bldP spid="118" grpId="0"/>
      <p:bldP spid="1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右矢印 129"/>
          <p:cNvSpPr/>
          <p:nvPr/>
        </p:nvSpPr>
        <p:spPr bwMode="auto">
          <a:xfrm>
            <a:off x="6603837" y="2564068"/>
            <a:ext cx="1944394" cy="963530"/>
          </a:xfrm>
          <a:prstGeom prst="rightArrow">
            <a:avLst/>
          </a:prstGeom>
          <a:solidFill>
            <a:schemeClr val="bg2">
              <a:lumMod val="20000"/>
              <a:lumOff val="80000"/>
            </a:schemeClr>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129" name="右矢印 128"/>
          <p:cNvSpPr/>
          <p:nvPr/>
        </p:nvSpPr>
        <p:spPr bwMode="auto">
          <a:xfrm>
            <a:off x="6601641" y="1392764"/>
            <a:ext cx="1944394" cy="963530"/>
          </a:xfrm>
          <a:prstGeom prst="rightArrow">
            <a:avLst/>
          </a:prstGeom>
          <a:solidFill>
            <a:schemeClr val="bg2">
              <a:lumMod val="20000"/>
              <a:lumOff val="80000"/>
            </a:schemeClr>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74" name="右矢印 73"/>
          <p:cNvSpPr/>
          <p:nvPr/>
        </p:nvSpPr>
        <p:spPr bwMode="auto">
          <a:xfrm>
            <a:off x="2674006" y="1906704"/>
            <a:ext cx="1144639" cy="1134712"/>
          </a:xfrm>
          <a:prstGeom prst="rightArrow">
            <a:avLst/>
          </a:prstGeom>
          <a:solidFill>
            <a:schemeClr val="bg2">
              <a:lumMod val="20000"/>
              <a:lumOff val="80000"/>
            </a:schemeClr>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26" name="右矢印 25"/>
          <p:cNvSpPr/>
          <p:nvPr/>
        </p:nvSpPr>
        <p:spPr bwMode="auto">
          <a:xfrm>
            <a:off x="1167769" y="1906704"/>
            <a:ext cx="1144639" cy="1134712"/>
          </a:xfrm>
          <a:prstGeom prst="rightArrow">
            <a:avLst/>
          </a:prstGeom>
          <a:solidFill>
            <a:schemeClr val="bg2">
              <a:lumMod val="20000"/>
              <a:lumOff val="80000"/>
            </a:schemeClr>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4" name="灯片编号占位符 3"/>
          <p:cNvSpPr>
            <a:spLocks noGrp="1"/>
          </p:cNvSpPr>
          <p:nvPr>
            <p:ph type="sldNum" sz="quarter" idx="10"/>
          </p:nvPr>
        </p:nvSpPr>
        <p:spPr/>
        <p:txBody>
          <a:bodyPr/>
          <a:lstStyle/>
          <a:p>
            <a:fld id="{81BB7609-8E8F-4B57-9227-14DAD6151A60}" type="slidenum">
              <a:rPr lang="de-DE" altLang="ja-JP" smtClean="0">
                <a:solidFill>
                  <a:srgbClr val="000000"/>
                </a:solidFill>
              </a:rPr>
              <a:pPr/>
              <a:t>15</a:t>
            </a:fld>
            <a:endParaRPr lang="de-DE" altLang="ja-JP">
              <a:solidFill>
                <a:srgbClr val="000000"/>
              </a:solidFill>
            </a:endParaRPr>
          </a:p>
        </p:txBody>
      </p:sp>
      <p:sp>
        <p:nvSpPr>
          <p:cNvPr id="5" name="页脚占位符 4"/>
          <p:cNvSpPr>
            <a:spLocks noGrp="1"/>
          </p:cNvSpPr>
          <p:nvPr>
            <p:ph type="ftr" sz="quarter" idx="11"/>
          </p:nvPr>
        </p:nvSpPr>
        <p:spPr/>
        <p:txBody>
          <a:bodyPr/>
          <a:lstStyle/>
          <a:p>
            <a:r>
              <a:rPr lang="de-DE" altLang="ja-JP" dirty="0" smtClean="0">
                <a:solidFill>
                  <a:srgbClr val="000000"/>
                </a:solidFill>
              </a:rPr>
              <a:t>Copyright 2018 FUJITSU LIMITED</a:t>
            </a:r>
            <a:endParaRPr lang="de-DE" altLang="ja-JP" dirty="0">
              <a:solidFill>
                <a:srgbClr val="000000"/>
              </a:solidFill>
            </a:endParaRPr>
          </a:p>
        </p:txBody>
      </p:sp>
      <p:grpSp>
        <p:nvGrpSpPr>
          <p:cNvPr id="6" name="组合 5"/>
          <p:cNvGrpSpPr/>
          <p:nvPr/>
        </p:nvGrpSpPr>
        <p:grpSpPr>
          <a:xfrm>
            <a:off x="123088" y="166423"/>
            <a:ext cx="4319423" cy="852875"/>
            <a:chOff x="3129129" y="1121776"/>
            <a:chExt cx="5933741" cy="1171624"/>
          </a:xfrm>
        </p:grpSpPr>
        <p:sp>
          <p:nvSpPr>
            <p:cNvPr id="7" name="圆角矩形 6"/>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sp>
          <p:nvSpPr>
            <p:cNvPr id="8" name="圆角矩形 7"/>
            <p:cNvSpPr/>
            <p:nvPr/>
          </p:nvSpPr>
          <p:spPr>
            <a:xfrm>
              <a:off x="3289330" y="1253414"/>
              <a:ext cx="5613340" cy="908350"/>
            </a:xfrm>
            <a:prstGeom prst="roundRect">
              <a:avLst>
                <a:gd name="adj" fmla="val 50000"/>
              </a:avLst>
            </a:prstGeom>
            <a:solidFill>
              <a:schemeClr val="accent3">
                <a:lumMod val="50000"/>
              </a:schemeClr>
            </a:solidFill>
            <a:ln w="19050">
              <a:solidFill>
                <a:schemeClr val="accent3">
                  <a:lumMod val="50000"/>
                </a:schemeClr>
              </a:soli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AA2D"/>
                </a:solidFill>
              </a:endParaRPr>
            </a:p>
          </p:txBody>
        </p:sp>
      </p:grpSp>
      <p:sp>
        <p:nvSpPr>
          <p:cNvPr id="16" name="椭圆 50"/>
          <p:cNvSpPr/>
          <p:nvPr/>
        </p:nvSpPr>
        <p:spPr>
          <a:xfrm rot="18900000">
            <a:off x="259993" y="196994"/>
            <a:ext cx="960951" cy="1263688"/>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 fmla="*/ 13249 w 1687745"/>
              <a:gd name="connsiteY0" fmla="*/ 1035368 h 2070736"/>
              <a:gd name="connsiteX1" fmla="*/ 850497 w 1687745"/>
              <a:gd name="connsiteY1" fmla="*/ 0 h 2070736"/>
              <a:gd name="connsiteX2" fmla="*/ 1687745 w 1687745"/>
              <a:gd name="connsiteY2" fmla="*/ 1035368 h 2070736"/>
              <a:gd name="connsiteX3" fmla="*/ 850497 w 1687745"/>
              <a:gd name="connsiteY3" fmla="*/ 2070736 h 2070736"/>
              <a:gd name="connsiteX4" fmla="*/ 13249 w 1687745"/>
              <a:gd name="connsiteY4" fmla="*/ 1035368 h 2070736"/>
              <a:gd name="connsiteX0" fmla="*/ 13249 w 1696474"/>
              <a:gd name="connsiteY0" fmla="*/ 1035368 h 2070736"/>
              <a:gd name="connsiteX1" fmla="*/ 850497 w 1696474"/>
              <a:gd name="connsiteY1" fmla="*/ 0 h 2070736"/>
              <a:gd name="connsiteX2" fmla="*/ 1687745 w 1696474"/>
              <a:gd name="connsiteY2" fmla="*/ 1035368 h 2070736"/>
              <a:gd name="connsiteX3" fmla="*/ 850497 w 1696474"/>
              <a:gd name="connsiteY3" fmla="*/ 2070736 h 2070736"/>
              <a:gd name="connsiteX4" fmla="*/ 13249 w 1696474"/>
              <a:gd name="connsiteY4" fmla="*/ 1035368 h 2070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rgbClr val="FFFFFF"/>
              </a:solidFill>
              <a:ea typeface="微软雅黑" panose="020B0503020204020204" pitchFamily="34" charset="-122"/>
              <a:sym typeface="Arial" panose="020B0604020202020204" pitchFamily="34" charset="0"/>
            </a:endParaRPr>
          </a:p>
        </p:txBody>
      </p:sp>
      <p:grpSp>
        <p:nvGrpSpPr>
          <p:cNvPr id="19" name="组合 18"/>
          <p:cNvGrpSpPr/>
          <p:nvPr/>
        </p:nvGrpSpPr>
        <p:grpSpPr>
          <a:xfrm>
            <a:off x="1279252" y="332613"/>
            <a:ext cx="2812633" cy="510577"/>
            <a:chOff x="3446960" y="1681551"/>
            <a:chExt cx="2812633" cy="510577"/>
          </a:xfrm>
          <a:solidFill>
            <a:srgbClr val="92D050"/>
          </a:solidFill>
        </p:grpSpPr>
        <p:sp>
          <p:nvSpPr>
            <p:cNvPr id="20" name="文本框 19"/>
            <p:cNvSpPr txBox="1"/>
            <p:nvPr/>
          </p:nvSpPr>
          <p:spPr>
            <a:xfrm>
              <a:off x="3446960" y="1706008"/>
              <a:ext cx="2246149"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生命不息，奋斗不止</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nvGrpSpPr>
            <p:cNvPr id="21" name="组合 20"/>
            <p:cNvGrpSpPr/>
            <p:nvPr/>
          </p:nvGrpSpPr>
          <p:grpSpPr>
            <a:xfrm>
              <a:off x="5790400" y="1681551"/>
              <a:ext cx="469193" cy="510577"/>
              <a:chOff x="4873620" y="1965325"/>
              <a:chExt cx="269882" cy="293688"/>
            </a:xfrm>
            <a:grpFill/>
            <a:effectLst/>
          </p:grpSpPr>
          <p:sp>
            <p:nvSpPr>
              <p:cNvPr id="22" name="Freeform 502"/>
              <p:cNvSpPr>
                <a:spLocks/>
              </p:cNvSpPr>
              <p:nvPr/>
            </p:nvSpPr>
            <p:spPr bwMode="auto">
              <a:xfrm>
                <a:off x="4873620" y="2127250"/>
                <a:ext cx="112713" cy="131763"/>
              </a:xfrm>
              <a:custGeom>
                <a:avLst/>
                <a:gdLst>
                  <a:gd name="T0" fmla="*/ 2 w 30"/>
                  <a:gd name="T1" fmla="*/ 0 h 35"/>
                  <a:gd name="T2" fmla="*/ 28 w 30"/>
                  <a:gd name="T3" fmla="*/ 0 h 35"/>
                  <a:gd name="T4" fmla="*/ 30 w 30"/>
                  <a:gd name="T5" fmla="*/ 1 h 35"/>
                  <a:gd name="T6" fmla="*/ 28 w 30"/>
                  <a:gd name="T7" fmla="*/ 3 h 35"/>
                  <a:gd name="T8" fmla="*/ 3 w 30"/>
                  <a:gd name="T9" fmla="*/ 3 h 35"/>
                  <a:gd name="T10" fmla="*/ 3 w 30"/>
                  <a:gd name="T11" fmla="*/ 33 h 35"/>
                  <a:gd name="T12" fmla="*/ 2 w 30"/>
                  <a:gd name="T13" fmla="*/ 35 h 35"/>
                  <a:gd name="T14" fmla="*/ 0 w 30"/>
                  <a:gd name="T15" fmla="*/ 33 h 35"/>
                  <a:gd name="T16" fmla="*/ 0 w 30"/>
                  <a:gd name="T17" fmla="*/ 1 h 35"/>
                  <a:gd name="T18" fmla="*/ 2 w 30"/>
                  <a:gd name="T19"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35">
                    <a:moveTo>
                      <a:pt x="2" y="0"/>
                    </a:moveTo>
                    <a:cubicBezTo>
                      <a:pt x="28" y="0"/>
                      <a:pt x="28" y="0"/>
                      <a:pt x="28" y="0"/>
                    </a:cubicBezTo>
                    <a:cubicBezTo>
                      <a:pt x="29" y="0"/>
                      <a:pt x="30" y="1"/>
                      <a:pt x="30" y="1"/>
                    </a:cubicBezTo>
                    <a:cubicBezTo>
                      <a:pt x="30" y="2"/>
                      <a:pt x="29" y="3"/>
                      <a:pt x="28" y="3"/>
                    </a:cubicBezTo>
                    <a:cubicBezTo>
                      <a:pt x="3" y="3"/>
                      <a:pt x="3" y="3"/>
                      <a:pt x="3" y="3"/>
                    </a:cubicBezTo>
                    <a:cubicBezTo>
                      <a:pt x="3" y="33"/>
                      <a:pt x="3" y="33"/>
                      <a:pt x="3" y="33"/>
                    </a:cubicBezTo>
                    <a:cubicBezTo>
                      <a:pt x="3" y="34"/>
                      <a:pt x="3" y="35"/>
                      <a:pt x="2" y="35"/>
                    </a:cubicBezTo>
                    <a:cubicBezTo>
                      <a:pt x="1" y="35"/>
                      <a:pt x="0" y="34"/>
                      <a:pt x="0" y="33"/>
                    </a:cubicBezTo>
                    <a:cubicBezTo>
                      <a:pt x="0" y="1"/>
                      <a:pt x="0" y="1"/>
                      <a:pt x="0" y="1"/>
                    </a:cubicBezTo>
                    <a:cubicBezTo>
                      <a:pt x="0" y="1"/>
                      <a:pt x="1" y="0"/>
                      <a:pt x="2"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23" name="Freeform 503"/>
              <p:cNvSpPr>
                <a:spLocks/>
              </p:cNvSpPr>
              <p:nvPr/>
            </p:nvSpPr>
            <p:spPr bwMode="auto">
              <a:xfrm>
                <a:off x="4884737" y="1973263"/>
                <a:ext cx="41275" cy="146050"/>
              </a:xfrm>
              <a:custGeom>
                <a:avLst/>
                <a:gdLst>
                  <a:gd name="T0" fmla="*/ 11 w 11"/>
                  <a:gd name="T1" fmla="*/ 34 h 39"/>
                  <a:gd name="T2" fmla="*/ 11 w 11"/>
                  <a:gd name="T3" fmla="*/ 6 h 39"/>
                  <a:gd name="T4" fmla="*/ 5 w 11"/>
                  <a:gd name="T5" fmla="*/ 0 h 39"/>
                  <a:gd name="T6" fmla="*/ 0 w 11"/>
                  <a:gd name="T7" fmla="*/ 6 h 39"/>
                  <a:gd name="T8" fmla="*/ 0 w 11"/>
                  <a:gd name="T9" fmla="*/ 34 h 39"/>
                  <a:gd name="T10" fmla="*/ 5 w 11"/>
                  <a:gd name="T11" fmla="*/ 39 h 39"/>
                  <a:gd name="T12" fmla="*/ 11 w 11"/>
                  <a:gd name="T13" fmla="*/ 34 h 39"/>
                </a:gdLst>
                <a:ahLst/>
                <a:cxnLst>
                  <a:cxn ang="0">
                    <a:pos x="T0" y="T1"/>
                  </a:cxn>
                  <a:cxn ang="0">
                    <a:pos x="T2" y="T3"/>
                  </a:cxn>
                  <a:cxn ang="0">
                    <a:pos x="T4" y="T5"/>
                  </a:cxn>
                  <a:cxn ang="0">
                    <a:pos x="T6" y="T7"/>
                  </a:cxn>
                  <a:cxn ang="0">
                    <a:pos x="T8" y="T9"/>
                  </a:cxn>
                  <a:cxn ang="0">
                    <a:pos x="T10" y="T11"/>
                  </a:cxn>
                  <a:cxn ang="0">
                    <a:pos x="T12" y="T13"/>
                  </a:cxn>
                </a:cxnLst>
                <a:rect l="0" t="0" r="r" b="b"/>
                <a:pathLst>
                  <a:path w="11" h="39">
                    <a:moveTo>
                      <a:pt x="11" y="34"/>
                    </a:moveTo>
                    <a:cubicBezTo>
                      <a:pt x="11" y="6"/>
                      <a:pt x="11" y="6"/>
                      <a:pt x="11" y="6"/>
                    </a:cubicBezTo>
                    <a:cubicBezTo>
                      <a:pt x="11" y="3"/>
                      <a:pt x="9" y="0"/>
                      <a:pt x="5" y="0"/>
                    </a:cubicBezTo>
                    <a:cubicBezTo>
                      <a:pt x="2" y="0"/>
                      <a:pt x="0" y="3"/>
                      <a:pt x="0" y="6"/>
                    </a:cubicBezTo>
                    <a:cubicBezTo>
                      <a:pt x="0" y="34"/>
                      <a:pt x="0" y="34"/>
                      <a:pt x="0" y="34"/>
                    </a:cubicBezTo>
                    <a:cubicBezTo>
                      <a:pt x="0" y="37"/>
                      <a:pt x="2" y="39"/>
                      <a:pt x="5" y="39"/>
                    </a:cubicBezTo>
                    <a:cubicBezTo>
                      <a:pt x="9" y="39"/>
                      <a:pt x="11" y="37"/>
                      <a:pt x="11" y="3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24" name="Freeform 504"/>
              <p:cNvSpPr>
                <a:spLocks/>
              </p:cNvSpPr>
              <p:nvPr/>
            </p:nvSpPr>
            <p:spPr bwMode="auto">
              <a:xfrm>
                <a:off x="4940303" y="1965325"/>
                <a:ext cx="177800" cy="293688"/>
              </a:xfrm>
              <a:custGeom>
                <a:avLst/>
                <a:gdLst>
                  <a:gd name="T0" fmla="*/ 5 w 47"/>
                  <a:gd name="T1" fmla="*/ 69 h 78"/>
                  <a:gd name="T2" fmla="*/ 6 w 47"/>
                  <a:gd name="T3" fmla="*/ 77 h 78"/>
                  <a:gd name="T4" fmla="*/ 9 w 47"/>
                  <a:gd name="T5" fmla="*/ 78 h 78"/>
                  <a:gd name="T6" fmla="*/ 14 w 47"/>
                  <a:gd name="T7" fmla="*/ 76 h 78"/>
                  <a:gd name="T8" fmla="*/ 26 w 47"/>
                  <a:gd name="T9" fmla="*/ 57 h 78"/>
                  <a:gd name="T10" fmla="*/ 46 w 47"/>
                  <a:gd name="T11" fmla="*/ 57 h 78"/>
                  <a:gd name="T12" fmla="*/ 47 w 47"/>
                  <a:gd name="T13" fmla="*/ 56 h 78"/>
                  <a:gd name="T14" fmla="*/ 47 w 47"/>
                  <a:gd name="T15" fmla="*/ 42 h 78"/>
                  <a:gd name="T16" fmla="*/ 32 w 47"/>
                  <a:gd name="T17" fmla="*/ 19 h 78"/>
                  <a:gd name="T18" fmla="*/ 30 w 47"/>
                  <a:gd name="T19" fmla="*/ 20 h 78"/>
                  <a:gd name="T20" fmla="*/ 35 w 47"/>
                  <a:gd name="T21" fmla="*/ 10 h 78"/>
                  <a:gd name="T22" fmla="*/ 24 w 47"/>
                  <a:gd name="T23" fmla="*/ 0 h 78"/>
                  <a:gd name="T24" fmla="*/ 14 w 47"/>
                  <a:gd name="T25" fmla="*/ 10 h 78"/>
                  <a:gd name="T26" fmla="*/ 24 w 47"/>
                  <a:gd name="T27" fmla="*/ 21 h 78"/>
                  <a:gd name="T28" fmla="*/ 27 w 47"/>
                  <a:gd name="T29" fmla="*/ 20 h 78"/>
                  <a:gd name="T30" fmla="*/ 21 w 47"/>
                  <a:gd name="T31" fmla="*/ 27 h 78"/>
                  <a:gd name="T32" fmla="*/ 5 w 47"/>
                  <a:gd name="T33" fmla="*/ 31 h 78"/>
                  <a:gd name="T34" fmla="*/ 1 w 47"/>
                  <a:gd name="T35" fmla="*/ 34 h 78"/>
                  <a:gd name="T36" fmla="*/ 1 w 47"/>
                  <a:gd name="T37" fmla="*/ 38 h 78"/>
                  <a:gd name="T38" fmla="*/ 6 w 47"/>
                  <a:gd name="T39" fmla="*/ 42 h 78"/>
                  <a:gd name="T40" fmla="*/ 8 w 47"/>
                  <a:gd name="T41" fmla="*/ 42 h 78"/>
                  <a:gd name="T42" fmla="*/ 17 w 47"/>
                  <a:gd name="T43" fmla="*/ 40 h 78"/>
                  <a:gd name="T44" fmla="*/ 17 w 47"/>
                  <a:gd name="T45" fmla="*/ 43 h 78"/>
                  <a:gd name="T46" fmla="*/ 17 w 47"/>
                  <a:gd name="T47" fmla="*/ 47 h 78"/>
                  <a:gd name="T48" fmla="*/ 5 w 47"/>
                  <a:gd name="T49" fmla="*/ 6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7" h="78">
                    <a:moveTo>
                      <a:pt x="5" y="69"/>
                    </a:moveTo>
                    <a:cubicBezTo>
                      <a:pt x="3" y="72"/>
                      <a:pt x="3" y="76"/>
                      <a:pt x="6" y="77"/>
                    </a:cubicBezTo>
                    <a:cubicBezTo>
                      <a:pt x="7" y="78"/>
                      <a:pt x="8" y="78"/>
                      <a:pt x="9" y="78"/>
                    </a:cubicBezTo>
                    <a:cubicBezTo>
                      <a:pt x="11" y="78"/>
                      <a:pt x="13" y="77"/>
                      <a:pt x="14" y="76"/>
                    </a:cubicBezTo>
                    <a:cubicBezTo>
                      <a:pt x="26" y="57"/>
                      <a:pt x="26" y="57"/>
                      <a:pt x="26" y="57"/>
                    </a:cubicBezTo>
                    <a:cubicBezTo>
                      <a:pt x="46" y="57"/>
                      <a:pt x="46" y="57"/>
                      <a:pt x="46" y="57"/>
                    </a:cubicBezTo>
                    <a:cubicBezTo>
                      <a:pt x="47" y="57"/>
                      <a:pt x="47" y="57"/>
                      <a:pt x="47" y="56"/>
                    </a:cubicBezTo>
                    <a:cubicBezTo>
                      <a:pt x="47" y="42"/>
                      <a:pt x="47" y="42"/>
                      <a:pt x="47" y="42"/>
                    </a:cubicBezTo>
                    <a:cubicBezTo>
                      <a:pt x="47" y="29"/>
                      <a:pt x="41" y="19"/>
                      <a:pt x="32" y="19"/>
                    </a:cubicBezTo>
                    <a:cubicBezTo>
                      <a:pt x="31" y="19"/>
                      <a:pt x="30" y="19"/>
                      <a:pt x="30" y="20"/>
                    </a:cubicBezTo>
                    <a:cubicBezTo>
                      <a:pt x="33" y="18"/>
                      <a:pt x="35" y="14"/>
                      <a:pt x="35" y="10"/>
                    </a:cubicBezTo>
                    <a:cubicBezTo>
                      <a:pt x="35" y="5"/>
                      <a:pt x="30" y="0"/>
                      <a:pt x="24" y="0"/>
                    </a:cubicBezTo>
                    <a:cubicBezTo>
                      <a:pt x="19" y="0"/>
                      <a:pt x="14" y="5"/>
                      <a:pt x="14" y="10"/>
                    </a:cubicBezTo>
                    <a:cubicBezTo>
                      <a:pt x="14" y="16"/>
                      <a:pt x="19" y="21"/>
                      <a:pt x="24" y="21"/>
                    </a:cubicBezTo>
                    <a:cubicBezTo>
                      <a:pt x="25" y="21"/>
                      <a:pt x="26" y="21"/>
                      <a:pt x="27" y="20"/>
                    </a:cubicBezTo>
                    <a:cubicBezTo>
                      <a:pt x="25" y="22"/>
                      <a:pt x="23" y="24"/>
                      <a:pt x="21" y="27"/>
                    </a:cubicBezTo>
                    <a:cubicBezTo>
                      <a:pt x="5" y="31"/>
                      <a:pt x="5" y="31"/>
                      <a:pt x="5" y="31"/>
                    </a:cubicBezTo>
                    <a:cubicBezTo>
                      <a:pt x="3" y="32"/>
                      <a:pt x="2" y="32"/>
                      <a:pt x="1" y="34"/>
                    </a:cubicBezTo>
                    <a:cubicBezTo>
                      <a:pt x="1" y="35"/>
                      <a:pt x="0" y="37"/>
                      <a:pt x="1" y="38"/>
                    </a:cubicBezTo>
                    <a:cubicBezTo>
                      <a:pt x="1" y="41"/>
                      <a:pt x="4" y="42"/>
                      <a:pt x="6" y="42"/>
                    </a:cubicBezTo>
                    <a:cubicBezTo>
                      <a:pt x="7" y="42"/>
                      <a:pt x="7" y="42"/>
                      <a:pt x="8" y="42"/>
                    </a:cubicBezTo>
                    <a:cubicBezTo>
                      <a:pt x="17" y="40"/>
                      <a:pt x="17" y="40"/>
                      <a:pt x="17" y="40"/>
                    </a:cubicBezTo>
                    <a:cubicBezTo>
                      <a:pt x="17" y="41"/>
                      <a:pt x="17" y="42"/>
                      <a:pt x="17" y="43"/>
                    </a:cubicBezTo>
                    <a:cubicBezTo>
                      <a:pt x="17" y="47"/>
                      <a:pt x="17" y="47"/>
                      <a:pt x="17" y="47"/>
                    </a:cubicBezTo>
                    <a:lnTo>
                      <a:pt x="5" y="6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25" name="Freeform 505"/>
              <p:cNvSpPr>
                <a:spLocks/>
              </p:cNvSpPr>
              <p:nvPr/>
            </p:nvSpPr>
            <p:spPr bwMode="auto">
              <a:xfrm>
                <a:off x="5046664" y="2093913"/>
                <a:ext cx="96838" cy="112713"/>
              </a:xfrm>
              <a:custGeom>
                <a:avLst/>
                <a:gdLst>
                  <a:gd name="T0" fmla="*/ 1 w 26"/>
                  <a:gd name="T1" fmla="*/ 27 h 30"/>
                  <a:gd name="T2" fmla="*/ 23 w 26"/>
                  <a:gd name="T3" fmla="*/ 27 h 30"/>
                  <a:gd name="T4" fmla="*/ 23 w 26"/>
                  <a:gd name="T5" fmla="*/ 2 h 30"/>
                  <a:gd name="T6" fmla="*/ 24 w 26"/>
                  <a:gd name="T7" fmla="*/ 0 h 30"/>
                  <a:gd name="T8" fmla="*/ 26 w 26"/>
                  <a:gd name="T9" fmla="*/ 2 h 30"/>
                  <a:gd name="T10" fmla="*/ 26 w 26"/>
                  <a:gd name="T11" fmla="*/ 28 h 30"/>
                  <a:gd name="T12" fmla="*/ 24 w 26"/>
                  <a:gd name="T13" fmla="*/ 30 h 30"/>
                  <a:gd name="T14" fmla="*/ 1 w 26"/>
                  <a:gd name="T15" fmla="*/ 30 h 30"/>
                  <a:gd name="T16" fmla="*/ 0 w 26"/>
                  <a:gd name="T17" fmla="*/ 28 h 30"/>
                  <a:gd name="T18" fmla="*/ 1 w 26"/>
                  <a:gd name="T19" fmla="*/ 27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0">
                    <a:moveTo>
                      <a:pt x="1" y="27"/>
                    </a:moveTo>
                    <a:cubicBezTo>
                      <a:pt x="23" y="27"/>
                      <a:pt x="23" y="27"/>
                      <a:pt x="23" y="27"/>
                    </a:cubicBezTo>
                    <a:cubicBezTo>
                      <a:pt x="23" y="2"/>
                      <a:pt x="23" y="2"/>
                      <a:pt x="23" y="2"/>
                    </a:cubicBezTo>
                    <a:cubicBezTo>
                      <a:pt x="23" y="1"/>
                      <a:pt x="23" y="0"/>
                      <a:pt x="24" y="0"/>
                    </a:cubicBezTo>
                    <a:cubicBezTo>
                      <a:pt x="25" y="0"/>
                      <a:pt x="26" y="1"/>
                      <a:pt x="26" y="2"/>
                    </a:cubicBezTo>
                    <a:cubicBezTo>
                      <a:pt x="26" y="28"/>
                      <a:pt x="26" y="28"/>
                      <a:pt x="26" y="28"/>
                    </a:cubicBezTo>
                    <a:cubicBezTo>
                      <a:pt x="26" y="29"/>
                      <a:pt x="25" y="30"/>
                      <a:pt x="24" y="30"/>
                    </a:cubicBezTo>
                    <a:cubicBezTo>
                      <a:pt x="1" y="30"/>
                      <a:pt x="1" y="30"/>
                      <a:pt x="1" y="30"/>
                    </a:cubicBezTo>
                    <a:cubicBezTo>
                      <a:pt x="0" y="30"/>
                      <a:pt x="0" y="29"/>
                      <a:pt x="0" y="28"/>
                    </a:cubicBezTo>
                    <a:cubicBezTo>
                      <a:pt x="0" y="27"/>
                      <a:pt x="0" y="27"/>
                      <a:pt x="1" y="27"/>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sp>
        <p:nvSpPr>
          <p:cNvPr id="2" name="円/楕円 1"/>
          <p:cNvSpPr/>
          <p:nvPr/>
        </p:nvSpPr>
        <p:spPr bwMode="auto">
          <a:xfrm>
            <a:off x="802257" y="2177320"/>
            <a:ext cx="576064" cy="576064"/>
          </a:xfrm>
          <a:prstGeom prst="ellipse">
            <a:avLst/>
          </a:prstGeom>
          <a:solidFill>
            <a:srgbClr val="CCECFF"/>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3" name="正方形/長方形 2"/>
          <p:cNvSpPr/>
          <p:nvPr/>
        </p:nvSpPr>
        <p:spPr>
          <a:xfrm>
            <a:off x="802257" y="2203742"/>
            <a:ext cx="543739" cy="523220"/>
          </a:xfrm>
          <a:prstGeom prst="rect">
            <a:avLst/>
          </a:prstGeom>
          <a:noFill/>
        </p:spPr>
        <p:txBody>
          <a:bodyPr wrap="none" lIns="91440" tIns="45720" rIns="91440" bIns="45720">
            <a:spAutoFit/>
          </a:bodyPr>
          <a:lstStyle/>
          <a:p>
            <a:pPr algn="ctr"/>
            <a:r>
              <a:rPr lang="zh-CN" altLang="en-US" sz="1400" dirty="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rPr>
              <a:t>新</a:t>
            </a:r>
            <a:endParaRPr lang="en-US" altLang="zh-CN" sz="1400" dirty="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endParaRPr>
          </a:p>
          <a:p>
            <a:pPr algn="ctr"/>
            <a:r>
              <a:rPr lang="zh-CN" altLang="en-US" sz="1400" dirty="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rPr>
              <a:t>员工</a:t>
            </a:r>
            <a:endParaRPr lang="ja-JP" altLang="en-US" sz="1400" dirty="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endParaRPr>
          </a:p>
        </p:txBody>
      </p:sp>
      <p:sp>
        <p:nvSpPr>
          <p:cNvPr id="72" name="円/楕円 71"/>
          <p:cNvSpPr/>
          <p:nvPr/>
        </p:nvSpPr>
        <p:spPr bwMode="auto">
          <a:xfrm>
            <a:off x="2312408" y="2186028"/>
            <a:ext cx="576064" cy="576064"/>
          </a:xfrm>
          <a:prstGeom prst="ellipse">
            <a:avLst/>
          </a:prstGeom>
          <a:solidFill>
            <a:srgbClr val="CCECFF"/>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27" name="正方形/長方形 26"/>
          <p:cNvSpPr/>
          <p:nvPr/>
        </p:nvSpPr>
        <p:spPr>
          <a:xfrm>
            <a:off x="313204" y="2223130"/>
            <a:ext cx="4572000" cy="523220"/>
          </a:xfrm>
          <a:prstGeom prst="rect">
            <a:avLst/>
          </a:prstGeom>
        </p:spPr>
        <p:txBody>
          <a:bodyPr>
            <a:spAutoFit/>
          </a:bodyPr>
          <a:lstStyle/>
          <a:p>
            <a:pPr algn="ctr"/>
            <a:r>
              <a:rPr lang="zh-CN" altLang="en-US" sz="1400" dirty="0" smtClean="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rPr>
              <a:t>普通</a:t>
            </a:r>
            <a:endParaRPr lang="en-US" altLang="zh-CN" sz="1400" dirty="0" smtClean="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endParaRPr>
          </a:p>
          <a:p>
            <a:pPr algn="ctr"/>
            <a:r>
              <a:rPr lang="zh-CN" altLang="en-US" sz="1400" dirty="0" smtClean="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rPr>
              <a:t>员工</a:t>
            </a:r>
            <a:endParaRPr lang="ja-JP" altLang="en-US" sz="1400" dirty="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endParaRPr>
          </a:p>
        </p:txBody>
      </p:sp>
      <p:sp>
        <p:nvSpPr>
          <p:cNvPr id="75" name="円/楕円 74"/>
          <p:cNvSpPr/>
          <p:nvPr/>
        </p:nvSpPr>
        <p:spPr bwMode="auto">
          <a:xfrm>
            <a:off x="3799847" y="1968098"/>
            <a:ext cx="994508" cy="994508"/>
          </a:xfrm>
          <a:prstGeom prst="ellipse">
            <a:avLst/>
          </a:prstGeom>
          <a:solidFill>
            <a:srgbClr val="CCECFF"/>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28" name="正方形/長方形 27"/>
          <p:cNvSpPr/>
          <p:nvPr/>
        </p:nvSpPr>
        <p:spPr>
          <a:xfrm>
            <a:off x="2011101" y="2111409"/>
            <a:ext cx="4572000" cy="707886"/>
          </a:xfrm>
          <a:prstGeom prst="rect">
            <a:avLst/>
          </a:prstGeom>
        </p:spPr>
        <p:txBody>
          <a:bodyPr>
            <a:spAutoFit/>
          </a:bodyPr>
          <a:lstStyle/>
          <a:p>
            <a:pPr algn="ctr"/>
            <a:r>
              <a:rPr lang="zh-CN" altLang="en-US" sz="2000" dirty="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rPr>
              <a:t>核心</a:t>
            </a:r>
            <a:endParaRPr lang="en-US" altLang="zh-CN" sz="2000" dirty="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endParaRPr>
          </a:p>
          <a:p>
            <a:pPr algn="ctr"/>
            <a:r>
              <a:rPr lang="zh-CN" altLang="en-US" sz="2000" dirty="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rPr>
              <a:t>员工</a:t>
            </a:r>
            <a:endParaRPr lang="ja-JP" altLang="en-US" sz="2000" dirty="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endParaRPr>
          </a:p>
        </p:txBody>
      </p:sp>
      <p:sp>
        <p:nvSpPr>
          <p:cNvPr id="77" name="円/楕円 76"/>
          <p:cNvSpPr/>
          <p:nvPr/>
        </p:nvSpPr>
        <p:spPr bwMode="auto">
          <a:xfrm>
            <a:off x="4696841" y="2772367"/>
            <a:ext cx="269050" cy="269050"/>
          </a:xfrm>
          <a:prstGeom prst="ellipse">
            <a:avLst/>
          </a:prstGeom>
          <a:solidFill>
            <a:srgbClr val="CCECFF"/>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78" name="円/楕円 77"/>
          <p:cNvSpPr/>
          <p:nvPr/>
        </p:nvSpPr>
        <p:spPr bwMode="auto">
          <a:xfrm>
            <a:off x="4965891" y="2986543"/>
            <a:ext cx="134525" cy="134525"/>
          </a:xfrm>
          <a:prstGeom prst="ellipse">
            <a:avLst/>
          </a:prstGeom>
          <a:solidFill>
            <a:srgbClr val="CCECFF"/>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79" name="円/楕円 78"/>
          <p:cNvSpPr/>
          <p:nvPr/>
        </p:nvSpPr>
        <p:spPr bwMode="auto">
          <a:xfrm>
            <a:off x="5148303" y="2986543"/>
            <a:ext cx="134525" cy="134525"/>
          </a:xfrm>
          <a:prstGeom prst="ellipse">
            <a:avLst/>
          </a:prstGeom>
          <a:solidFill>
            <a:srgbClr val="CCECFF"/>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120" name="円/楕円 119"/>
          <p:cNvSpPr/>
          <p:nvPr/>
        </p:nvSpPr>
        <p:spPr bwMode="auto">
          <a:xfrm>
            <a:off x="5330715" y="2986543"/>
            <a:ext cx="134525" cy="134525"/>
          </a:xfrm>
          <a:prstGeom prst="ellipse">
            <a:avLst/>
          </a:prstGeom>
          <a:solidFill>
            <a:srgbClr val="CCECFF"/>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121" name="円/楕円 120"/>
          <p:cNvSpPr/>
          <p:nvPr/>
        </p:nvSpPr>
        <p:spPr bwMode="auto">
          <a:xfrm>
            <a:off x="5486999" y="2986542"/>
            <a:ext cx="134525" cy="134525"/>
          </a:xfrm>
          <a:prstGeom prst="ellipse">
            <a:avLst/>
          </a:prstGeom>
          <a:solidFill>
            <a:srgbClr val="CCECFF"/>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122" name="円/楕円 121"/>
          <p:cNvSpPr/>
          <p:nvPr/>
        </p:nvSpPr>
        <p:spPr bwMode="auto">
          <a:xfrm>
            <a:off x="4696841" y="1919124"/>
            <a:ext cx="269050" cy="269050"/>
          </a:xfrm>
          <a:prstGeom prst="ellipse">
            <a:avLst/>
          </a:prstGeom>
          <a:solidFill>
            <a:srgbClr val="CCECFF"/>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123" name="円/楕円 122"/>
          <p:cNvSpPr/>
          <p:nvPr/>
        </p:nvSpPr>
        <p:spPr bwMode="auto">
          <a:xfrm>
            <a:off x="4969028" y="1807269"/>
            <a:ext cx="134525" cy="134525"/>
          </a:xfrm>
          <a:prstGeom prst="ellipse">
            <a:avLst/>
          </a:prstGeom>
          <a:solidFill>
            <a:srgbClr val="CCECFF"/>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124" name="円/楕円 123"/>
          <p:cNvSpPr/>
          <p:nvPr/>
        </p:nvSpPr>
        <p:spPr bwMode="auto">
          <a:xfrm>
            <a:off x="5148303" y="1807268"/>
            <a:ext cx="134525" cy="134525"/>
          </a:xfrm>
          <a:prstGeom prst="ellipse">
            <a:avLst/>
          </a:prstGeom>
          <a:solidFill>
            <a:srgbClr val="CCECFF"/>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125" name="円/楕円 124"/>
          <p:cNvSpPr/>
          <p:nvPr/>
        </p:nvSpPr>
        <p:spPr bwMode="auto">
          <a:xfrm>
            <a:off x="5327578" y="1807267"/>
            <a:ext cx="134525" cy="134525"/>
          </a:xfrm>
          <a:prstGeom prst="ellipse">
            <a:avLst/>
          </a:prstGeom>
          <a:solidFill>
            <a:srgbClr val="CCECFF"/>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126" name="円/楕円 125"/>
          <p:cNvSpPr/>
          <p:nvPr/>
        </p:nvSpPr>
        <p:spPr bwMode="auto">
          <a:xfrm>
            <a:off x="5506853" y="1810342"/>
            <a:ext cx="134525" cy="134525"/>
          </a:xfrm>
          <a:prstGeom prst="ellipse">
            <a:avLst/>
          </a:prstGeom>
          <a:solidFill>
            <a:srgbClr val="CCECFF"/>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29" name="正方形/長方形 28"/>
          <p:cNvSpPr/>
          <p:nvPr/>
        </p:nvSpPr>
        <p:spPr>
          <a:xfrm>
            <a:off x="2996828" y="2762378"/>
            <a:ext cx="4572000" cy="261610"/>
          </a:xfrm>
          <a:prstGeom prst="rect">
            <a:avLst/>
          </a:prstGeom>
        </p:spPr>
        <p:txBody>
          <a:bodyPr>
            <a:spAutoFit/>
          </a:bodyPr>
          <a:lstStyle/>
          <a:p>
            <a:pPr algn="ctr"/>
            <a:r>
              <a:rPr lang="zh-CN" altLang="en-US" sz="1100" dirty="0" smtClean="0">
                <a:ln w="0"/>
                <a:effectLst>
                  <a:outerShdw blurRad="38100" dist="19050" dir="2700000" algn="tl" rotWithShape="0">
                    <a:schemeClr val="dk1">
                      <a:alpha val="40000"/>
                    </a:schemeClr>
                  </a:outerShdw>
                </a:effectLst>
                <a:latin typeface="Arial Unicode MS" panose="020B0604020202020204" pitchFamily="50" charset="-128"/>
                <a:ea typeface="Arial Unicode MS" panose="020B0604020202020204" pitchFamily="50" charset="-128"/>
                <a:cs typeface="Arial Unicode MS" panose="020B0604020202020204" pitchFamily="50" charset="-128"/>
              </a:rPr>
              <a:t>管理路</a:t>
            </a:r>
            <a:r>
              <a:rPr lang="zh-CN" altLang="en-US" sz="1100" dirty="0">
                <a:ln w="0"/>
                <a:effectLst>
                  <a:outerShdw blurRad="38100" dist="19050" dir="2700000" algn="tl" rotWithShape="0">
                    <a:schemeClr val="dk1">
                      <a:alpha val="40000"/>
                    </a:schemeClr>
                  </a:outerShdw>
                </a:effectLst>
                <a:latin typeface="Arial Unicode MS" panose="020B0604020202020204" pitchFamily="50" charset="-128"/>
                <a:ea typeface="Arial Unicode MS" panose="020B0604020202020204" pitchFamily="50" charset="-128"/>
                <a:cs typeface="Arial Unicode MS" panose="020B0604020202020204" pitchFamily="50" charset="-128"/>
              </a:rPr>
              <a:t>线</a:t>
            </a:r>
            <a:endParaRPr lang="ja-JP" altLang="en-US" sz="1100" dirty="0">
              <a:ln w="0"/>
              <a:effectLst>
                <a:outerShdw blurRad="38100" dist="19050" dir="2700000" algn="tl" rotWithShape="0">
                  <a:schemeClr val="dk1">
                    <a:alpha val="40000"/>
                  </a:schemeClr>
                </a:outerShdw>
              </a:effectLst>
              <a:latin typeface="Arial Unicode MS" panose="020B0604020202020204" pitchFamily="50" charset="-128"/>
              <a:ea typeface="Arial Unicode MS" panose="020B0604020202020204" pitchFamily="50" charset="-128"/>
              <a:cs typeface="Arial Unicode MS" panose="020B0604020202020204" pitchFamily="50" charset="-128"/>
            </a:endParaRPr>
          </a:p>
        </p:txBody>
      </p:sp>
      <p:sp>
        <p:nvSpPr>
          <p:cNvPr id="30" name="正方形/長方形 29"/>
          <p:cNvSpPr/>
          <p:nvPr/>
        </p:nvSpPr>
        <p:spPr>
          <a:xfrm>
            <a:off x="4908366" y="1592264"/>
            <a:ext cx="748923" cy="261610"/>
          </a:xfrm>
          <a:prstGeom prst="rect">
            <a:avLst/>
          </a:prstGeom>
        </p:spPr>
        <p:txBody>
          <a:bodyPr wrap="none">
            <a:spAutoFit/>
          </a:bodyPr>
          <a:lstStyle/>
          <a:p>
            <a:pPr algn="ctr"/>
            <a:r>
              <a:rPr lang="zh-CN" altLang="en-US" sz="1100" dirty="0" smtClean="0">
                <a:ln w="0"/>
                <a:effectLst>
                  <a:outerShdw blurRad="38100" dist="19050" dir="2700000" algn="tl" rotWithShape="0">
                    <a:schemeClr val="dk1">
                      <a:alpha val="40000"/>
                    </a:schemeClr>
                  </a:outerShdw>
                </a:effectLst>
                <a:latin typeface="Arial Unicode MS" panose="020B0604020202020204" pitchFamily="50" charset="-128"/>
                <a:ea typeface="Arial Unicode MS" panose="020B0604020202020204" pitchFamily="50" charset="-128"/>
                <a:cs typeface="Arial Unicode MS" panose="020B0604020202020204" pitchFamily="50" charset="-128"/>
              </a:rPr>
              <a:t>技术路线</a:t>
            </a:r>
            <a:endParaRPr lang="ja-JP" altLang="en-US" sz="1100" dirty="0">
              <a:ln w="0"/>
              <a:effectLst>
                <a:outerShdw blurRad="38100" dist="19050" dir="2700000" algn="tl" rotWithShape="0">
                  <a:schemeClr val="dk1">
                    <a:alpha val="40000"/>
                  </a:schemeClr>
                </a:outerShdw>
              </a:effectLst>
              <a:latin typeface="Arial Unicode MS" panose="020B0604020202020204" pitchFamily="50" charset="-128"/>
              <a:ea typeface="Arial Unicode MS" panose="020B0604020202020204" pitchFamily="50" charset="-128"/>
              <a:cs typeface="Arial Unicode MS" panose="020B0604020202020204" pitchFamily="50" charset="-128"/>
            </a:endParaRPr>
          </a:p>
        </p:txBody>
      </p:sp>
      <p:sp>
        <p:nvSpPr>
          <p:cNvPr id="127" name="円/楕円 126"/>
          <p:cNvSpPr/>
          <p:nvPr/>
        </p:nvSpPr>
        <p:spPr bwMode="auto">
          <a:xfrm>
            <a:off x="5689459" y="2556550"/>
            <a:ext cx="994508" cy="994508"/>
          </a:xfrm>
          <a:prstGeom prst="ellipse">
            <a:avLst/>
          </a:prstGeom>
          <a:solidFill>
            <a:srgbClr val="CCECFF"/>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128" name="円/楕円 127"/>
          <p:cNvSpPr/>
          <p:nvPr/>
        </p:nvSpPr>
        <p:spPr bwMode="auto">
          <a:xfrm>
            <a:off x="5685086" y="1377275"/>
            <a:ext cx="994508" cy="994508"/>
          </a:xfrm>
          <a:prstGeom prst="ellipse">
            <a:avLst/>
          </a:prstGeom>
          <a:solidFill>
            <a:srgbClr val="CCECFF"/>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smtClean="0">
              <a:ln>
                <a:noFill/>
              </a:ln>
              <a:solidFill>
                <a:srgbClr val="000000"/>
              </a:solidFill>
              <a:effectLst/>
              <a:latin typeface="ＭＳ Ｐゴシック" charset="-128"/>
              <a:ea typeface="ＭＳ Ｐゴシック" charset="-128"/>
            </a:endParaRPr>
          </a:p>
        </p:txBody>
      </p:sp>
      <p:sp>
        <p:nvSpPr>
          <p:cNvPr id="31" name="正方形/長方形 30"/>
          <p:cNvSpPr/>
          <p:nvPr/>
        </p:nvSpPr>
        <p:spPr>
          <a:xfrm>
            <a:off x="3896340" y="1520586"/>
            <a:ext cx="4572000" cy="707886"/>
          </a:xfrm>
          <a:prstGeom prst="rect">
            <a:avLst/>
          </a:prstGeom>
        </p:spPr>
        <p:txBody>
          <a:bodyPr>
            <a:spAutoFit/>
          </a:bodyPr>
          <a:lstStyle/>
          <a:p>
            <a:pPr algn="ctr"/>
            <a:r>
              <a:rPr lang="zh-CN" altLang="en-US" sz="2000" dirty="0" smtClean="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rPr>
              <a:t>技术</a:t>
            </a:r>
            <a:endParaRPr lang="en-US" altLang="zh-CN" sz="2000" dirty="0" smtClean="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endParaRPr>
          </a:p>
          <a:p>
            <a:pPr algn="ctr"/>
            <a:r>
              <a:rPr lang="zh-CN" altLang="en-US" sz="2000" dirty="0" smtClean="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rPr>
              <a:t>专家</a:t>
            </a:r>
            <a:endParaRPr lang="ja-JP" altLang="en-US" sz="2000" dirty="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endParaRPr>
          </a:p>
        </p:txBody>
      </p:sp>
      <p:sp>
        <p:nvSpPr>
          <p:cNvPr id="32" name="正方形/長方形 31"/>
          <p:cNvSpPr/>
          <p:nvPr/>
        </p:nvSpPr>
        <p:spPr>
          <a:xfrm>
            <a:off x="3896340" y="2694502"/>
            <a:ext cx="4572000" cy="707886"/>
          </a:xfrm>
          <a:prstGeom prst="rect">
            <a:avLst/>
          </a:prstGeom>
        </p:spPr>
        <p:txBody>
          <a:bodyPr>
            <a:spAutoFit/>
          </a:bodyPr>
          <a:lstStyle/>
          <a:p>
            <a:pPr algn="ctr"/>
            <a:r>
              <a:rPr lang="zh-CN" altLang="en-US" sz="2000" dirty="0" smtClean="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rPr>
              <a:t>管理</a:t>
            </a:r>
            <a:endParaRPr lang="en-US" altLang="zh-CN" sz="2000" dirty="0" smtClean="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endParaRPr>
          </a:p>
          <a:p>
            <a:pPr algn="ctr"/>
            <a:r>
              <a:rPr lang="zh-CN" altLang="en-US" sz="2000" dirty="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rPr>
              <a:t>人员</a:t>
            </a:r>
            <a:endParaRPr lang="ja-JP" altLang="en-US" sz="2000" dirty="0">
              <a:ln w="0"/>
              <a:effectLst>
                <a:outerShdw blurRad="38100" dist="19050" dir="2700000" algn="tl" rotWithShape="0">
                  <a:schemeClr val="dk1">
                    <a:alpha val="40000"/>
                  </a:schemeClr>
                </a:outerShdw>
              </a:effectLst>
              <a:latin typeface="HGP明朝B" panose="02020800000000000000" pitchFamily="18" charset="-128"/>
              <a:ea typeface="HGP明朝B" panose="02020800000000000000" pitchFamily="18" charset="-128"/>
            </a:endParaRPr>
          </a:p>
        </p:txBody>
      </p:sp>
      <p:sp>
        <p:nvSpPr>
          <p:cNvPr id="33" name="正方形/長方形 32"/>
          <p:cNvSpPr/>
          <p:nvPr/>
        </p:nvSpPr>
        <p:spPr>
          <a:xfrm>
            <a:off x="1724817" y="4098185"/>
            <a:ext cx="4645824" cy="1200329"/>
          </a:xfrm>
          <a:prstGeom prst="rect">
            <a:avLst/>
          </a:prstGeom>
          <a:noFill/>
        </p:spPr>
        <p:txBody>
          <a:bodyPr wrap="none" lIns="91440" tIns="45720" rIns="91440" bIns="45720">
            <a:spAutoFit/>
          </a:bodyPr>
          <a:lstStyle/>
          <a:p>
            <a:pPr algn="ctr"/>
            <a:r>
              <a:rPr lang="zh-CN" altLang="en-US" sz="2400" dirty="0" smtClean="0">
                <a:ln w="0"/>
                <a:effectLst>
                  <a:outerShdw blurRad="38100" dist="19050" dir="2700000" algn="tl" rotWithShape="0">
                    <a:schemeClr val="dk1">
                      <a:alpha val="40000"/>
                    </a:schemeClr>
                  </a:outerShdw>
                </a:effectLst>
              </a:rPr>
              <a:t> 惟以</a:t>
            </a:r>
            <a:r>
              <a:rPr lang="zh-CN" altLang="en-US" sz="2400" dirty="0">
                <a:ln w="0"/>
                <a:effectLst>
                  <a:outerShdw blurRad="38100" dist="19050" dir="2700000" algn="tl" rotWithShape="0">
                    <a:schemeClr val="dk1">
                      <a:alpha val="40000"/>
                    </a:schemeClr>
                  </a:outerShdw>
                </a:effectLst>
              </a:rPr>
              <a:t>求真的态度作踏实的</a:t>
            </a:r>
            <a:r>
              <a:rPr lang="zh-CN" altLang="en-US" sz="2400" dirty="0" smtClean="0">
                <a:ln w="0"/>
                <a:effectLst>
                  <a:outerShdw blurRad="38100" dist="19050" dir="2700000" algn="tl" rotWithShape="0">
                    <a:schemeClr val="dk1">
                      <a:alpha val="40000"/>
                    </a:schemeClr>
                  </a:outerShdw>
                </a:effectLst>
              </a:rPr>
              <a:t>工夫</a:t>
            </a:r>
            <a:endParaRPr lang="en-US" altLang="zh-CN" sz="2400" dirty="0" smtClean="0">
              <a:ln w="0"/>
              <a:effectLst>
                <a:outerShdw blurRad="38100" dist="19050" dir="2700000" algn="tl" rotWithShape="0">
                  <a:schemeClr val="dk1">
                    <a:alpha val="40000"/>
                  </a:schemeClr>
                </a:outerShdw>
              </a:effectLst>
            </a:endParaRPr>
          </a:p>
          <a:p>
            <a:pPr algn="ctr"/>
            <a:endParaRPr lang="en-US" altLang="zh-CN" sz="2400" dirty="0" smtClean="0">
              <a:ln w="0"/>
              <a:effectLst>
                <a:outerShdw blurRad="38100" dist="19050" dir="2700000" algn="tl" rotWithShape="0">
                  <a:schemeClr val="dk1">
                    <a:alpha val="40000"/>
                  </a:schemeClr>
                </a:outerShdw>
              </a:effectLst>
            </a:endParaRPr>
          </a:p>
          <a:p>
            <a:pPr algn="ctr"/>
            <a:r>
              <a:rPr lang="zh-CN" altLang="en-US" sz="2400" b="0" cap="none" spc="0" dirty="0" smtClean="0">
                <a:ln w="0"/>
                <a:solidFill>
                  <a:schemeClr val="tx1"/>
                </a:solidFill>
                <a:effectLst>
                  <a:outerShdw blurRad="38100" dist="19050" dir="2700000" algn="tl" rotWithShape="0">
                    <a:schemeClr val="dk1">
                      <a:alpha val="40000"/>
                    </a:schemeClr>
                  </a:outerShdw>
                </a:effectLst>
              </a:rPr>
              <a:t>   明确自己方向，朝着未来前进！</a:t>
            </a:r>
            <a:endParaRPr lang="ja-JP" altLang="en-US" sz="2400" b="0" cap="none" spc="0" dirty="0">
              <a:ln w="0"/>
              <a:solidFill>
                <a:schemeClr val="tx1"/>
              </a:solidFill>
              <a:effectLst>
                <a:outerShdw blurRad="38100" dist="19050" dir="2700000" algn="tl" rotWithShape="0">
                  <a:schemeClr val="dk1">
                    <a:alpha val="40000"/>
                  </a:schemeClr>
                </a:outerShdw>
              </a:effectLst>
            </a:endParaRPr>
          </a:p>
        </p:txBody>
      </p:sp>
      <p:grpSp>
        <p:nvGrpSpPr>
          <p:cNvPr id="51" name="组合 8"/>
          <p:cNvGrpSpPr/>
          <p:nvPr/>
        </p:nvGrpSpPr>
        <p:grpSpPr>
          <a:xfrm>
            <a:off x="73596" y="81953"/>
            <a:ext cx="1169945" cy="1379589"/>
            <a:chOff x="3150395" y="933507"/>
            <a:chExt cx="1559927" cy="1839452"/>
          </a:xfrm>
        </p:grpSpPr>
        <p:grpSp>
          <p:nvGrpSpPr>
            <p:cNvPr id="52" name="组合 9"/>
            <p:cNvGrpSpPr/>
            <p:nvPr/>
          </p:nvGrpSpPr>
          <p:grpSpPr>
            <a:xfrm>
              <a:off x="3150395" y="933507"/>
              <a:ext cx="1559927" cy="1839452"/>
              <a:chOff x="3222820" y="1148080"/>
              <a:chExt cx="1484216" cy="1750177"/>
            </a:xfrm>
          </p:grpSpPr>
          <p:grpSp>
            <p:nvGrpSpPr>
              <p:cNvPr id="56" name="组合 13"/>
              <p:cNvGrpSpPr/>
              <p:nvPr/>
            </p:nvGrpSpPr>
            <p:grpSpPr>
              <a:xfrm>
                <a:off x="3420363" y="1295115"/>
                <a:ext cx="1286673" cy="1603142"/>
                <a:chOff x="7380501" y="2927402"/>
                <a:chExt cx="2311887" cy="2880512"/>
              </a:xfrm>
            </p:grpSpPr>
            <p:sp>
              <p:nvSpPr>
                <p:cNvPr id="58"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 fmla="*/ 13249 w 1687745"/>
                    <a:gd name="connsiteY0" fmla="*/ 1035368 h 2070736"/>
                    <a:gd name="connsiteX1" fmla="*/ 850497 w 1687745"/>
                    <a:gd name="connsiteY1" fmla="*/ 0 h 2070736"/>
                    <a:gd name="connsiteX2" fmla="*/ 1687745 w 1687745"/>
                    <a:gd name="connsiteY2" fmla="*/ 1035368 h 2070736"/>
                    <a:gd name="connsiteX3" fmla="*/ 850497 w 1687745"/>
                    <a:gd name="connsiteY3" fmla="*/ 2070736 h 2070736"/>
                    <a:gd name="connsiteX4" fmla="*/ 13249 w 1687745"/>
                    <a:gd name="connsiteY4" fmla="*/ 1035368 h 2070736"/>
                    <a:gd name="connsiteX0" fmla="*/ 13249 w 1696474"/>
                    <a:gd name="connsiteY0" fmla="*/ 1035368 h 2070736"/>
                    <a:gd name="connsiteX1" fmla="*/ 850497 w 1696474"/>
                    <a:gd name="connsiteY1" fmla="*/ 0 h 2070736"/>
                    <a:gd name="connsiteX2" fmla="*/ 1687745 w 1696474"/>
                    <a:gd name="connsiteY2" fmla="*/ 1035368 h 2070736"/>
                    <a:gd name="connsiteX3" fmla="*/ 850497 w 1696474"/>
                    <a:gd name="connsiteY3" fmla="*/ 2070736 h 2070736"/>
                    <a:gd name="connsiteX4" fmla="*/ 13249 w 1696474"/>
                    <a:gd name="connsiteY4" fmla="*/ 1035368 h 2070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sp>
              <p:nvSpPr>
                <p:cNvPr id="59" name="椭圆 16"/>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sp>
              <p:nvSpPr>
                <p:cNvPr id="60" name="椭圆 17"/>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latin typeface="Arial" panose="020B0604020202020204" pitchFamily="34" charset="0"/>
                    <a:ea typeface="微软雅黑" panose="020B0503020204020204" pitchFamily="34" charset="-122"/>
                    <a:sym typeface="Arial" panose="020B0604020202020204" pitchFamily="34" charset="0"/>
                  </a:endParaRPr>
                </a:p>
              </p:txBody>
            </p:sp>
          </p:grpSp>
          <p:sp>
            <p:nvSpPr>
              <p:cNvPr id="57" name="椭圆 14"/>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grpSp>
        <p:grpSp>
          <p:nvGrpSpPr>
            <p:cNvPr id="53" name="组合 10"/>
            <p:cNvGrpSpPr/>
            <p:nvPr/>
          </p:nvGrpSpPr>
          <p:grpSpPr>
            <a:xfrm>
              <a:off x="3437036" y="1269298"/>
              <a:ext cx="775805" cy="690872"/>
              <a:chOff x="1460111" y="2419508"/>
              <a:chExt cx="1032597" cy="919547"/>
            </a:xfrm>
          </p:grpSpPr>
          <p:sp>
            <p:nvSpPr>
              <p:cNvPr id="54" name="文本框 11"/>
              <p:cNvSpPr txBox="1"/>
              <p:nvPr/>
            </p:nvSpPr>
            <p:spPr>
              <a:xfrm>
                <a:off x="1460111" y="2419508"/>
                <a:ext cx="1030514" cy="819298"/>
              </a:xfrm>
              <a:prstGeom prst="rect">
                <a:avLst/>
              </a:prstGeom>
              <a:noFill/>
            </p:spPr>
            <p:txBody>
              <a:bodyPr wrap="square" rtlCol="0">
                <a:spAutoFit/>
              </a:bodyPr>
              <a:lstStyle/>
              <a:p>
                <a:pPr algn="ctr"/>
                <a:r>
                  <a:rPr lang="en-US" altLang="zh-CN" sz="2400" dirty="0" smtClean="0">
                    <a:solidFill>
                      <a:schemeClr val="accent3">
                        <a:lumMod val="50000"/>
                      </a:schemeClr>
                    </a:solidFill>
                    <a:latin typeface="Impact" panose="020B0806030902050204" pitchFamily="34" charset="0"/>
                  </a:rPr>
                  <a:t>05</a:t>
                </a:r>
                <a:endParaRPr lang="zh-CN" altLang="en-US" sz="2400" dirty="0">
                  <a:solidFill>
                    <a:schemeClr val="accent3">
                      <a:lumMod val="50000"/>
                    </a:schemeClr>
                  </a:solidFill>
                  <a:latin typeface="Impact" panose="020B0806030902050204" pitchFamily="34" charset="0"/>
                </a:endParaRPr>
              </a:p>
            </p:txBody>
          </p:sp>
          <p:sp>
            <p:nvSpPr>
              <p:cNvPr id="55" name="文本框 12"/>
              <p:cNvSpPr txBox="1"/>
              <p:nvPr/>
            </p:nvSpPr>
            <p:spPr>
              <a:xfrm>
                <a:off x="1462194" y="2949888"/>
                <a:ext cx="1030514" cy="389167"/>
              </a:xfrm>
              <a:prstGeom prst="rect">
                <a:avLst/>
              </a:prstGeom>
              <a:noFill/>
            </p:spPr>
            <p:txBody>
              <a:bodyPr wrap="square" rtlCol="0">
                <a:spAutoFit/>
              </a:bodyPr>
              <a:lstStyle/>
              <a:p>
                <a:pPr algn="ctr"/>
                <a:r>
                  <a:rPr lang="en-US" altLang="zh-CN" sz="825" dirty="0">
                    <a:solidFill>
                      <a:schemeClr val="accent3">
                        <a:lumMod val="50000"/>
                      </a:schemeClr>
                    </a:solidFill>
                    <a:latin typeface="LiHei Pro" panose="020B0500000000000000" pitchFamily="34" charset="-122"/>
                    <a:ea typeface="LiHei Pro" panose="020B0500000000000000" pitchFamily="34" charset="-122"/>
                  </a:rPr>
                  <a:t>OPTION</a:t>
                </a:r>
                <a:endParaRPr lang="zh-CN" altLang="en-US" sz="825" dirty="0">
                  <a:solidFill>
                    <a:schemeClr val="accent3">
                      <a:lumMod val="50000"/>
                    </a:schemeClr>
                  </a:solidFill>
                  <a:latin typeface="LiHei Pro" panose="020B0500000000000000" pitchFamily="34" charset="-122"/>
                  <a:ea typeface="LiHei Pro" panose="020B0500000000000000" pitchFamily="34" charset="-122"/>
                </a:endParaRPr>
              </a:p>
            </p:txBody>
          </p:sp>
        </p:grpSp>
      </p:grpSp>
    </p:spTree>
    <p:extLst>
      <p:ext uri="{BB962C8B-B14F-4D97-AF65-F5344CB8AC3E}">
        <p14:creationId xmlns:p14="http://schemas.microsoft.com/office/powerpoint/2010/main" val="3637960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6" presetClass="entr" presetSubtype="21" fill="hold" nodeType="after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arn(inVertical)">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wipe(down)">
                                      <p:cBhvr>
                                        <p:cTn id="22" dur="500"/>
                                        <p:tgtEl>
                                          <p:spTgt spid="3">
                                            <p:txEl>
                                              <p:pRg st="0" end="0"/>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00"/>
                                        <p:tgtEl>
                                          <p:spTgt spid="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down)">
                                      <p:cBhvr>
                                        <p:cTn id="30" dur="500"/>
                                        <p:tgtEl>
                                          <p:spTgt spid="2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72"/>
                                        </p:tgtEl>
                                        <p:attrNameLst>
                                          <p:attrName>style.visibility</p:attrName>
                                        </p:attrNameLst>
                                      </p:cBhvr>
                                      <p:to>
                                        <p:strVal val="visible"/>
                                      </p:to>
                                    </p:set>
                                    <p:animEffect transition="in" filter="wipe(down)">
                                      <p:cBhvr>
                                        <p:cTn id="35" dur="500"/>
                                        <p:tgtEl>
                                          <p:spTgt spid="7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wipe(down)">
                                      <p:cBhvr>
                                        <p:cTn id="40" dur="500"/>
                                        <p:tgtEl>
                                          <p:spTgt spid="2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74"/>
                                        </p:tgtEl>
                                        <p:attrNameLst>
                                          <p:attrName>style.visibility</p:attrName>
                                        </p:attrNameLst>
                                      </p:cBhvr>
                                      <p:to>
                                        <p:strVal val="visible"/>
                                      </p:to>
                                    </p:set>
                                    <p:animEffect transition="in" filter="wipe(down)">
                                      <p:cBhvr>
                                        <p:cTn id="45" dur="500"/>
                                        <p:tgtEl>
                                          <p:spTgt spid="7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75"/>
                                        </p:tgtEl>
                                        <p:attrNameLst>
                                          <p:attrName>style.visibility</p:attrName>
                                        </p:attrNameLst>
                                      </p:cBhvr>
                                      <p:to>
                                        <p:strVal val="visible"/>
                                      </p:to>
                                    </p:set>
                                    <p:animEffect transition="in" filter="wipe(down)">
                                      <p:cBhvr>
                                        <p:cTn id="50" dur="500"/>
                                        <p:tgtEl>
                                          <p:spTgt spid="7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28">
                                            <p:txEl>
                                              <p:pRg st="0" end="0"/>
                                            </p:txEl>
                                          </p:spTgt>
                                        </p:tgtEl>
                                        <p:attrNameLst>
                                          <p:attrName>style.visibility</p:attrName>
                                        </p:attrNameLst>
                                      </p:cBhvr>
                                      <p:to>
                                        <p:strVal val="visible"/>
                                      </p:to>
                                    </p:set>
                                    <p:animEffect transition="in" filter="wipe(down)">
                                      <p:cBhvr>
                                        <p:cTn id="55" dur="500"/>
                                        <p:tgtEl>
                                          <p:spTgt spid="28">
                                            <p:txEl>
                                              <p:pRg st="0" end="0"/>
                                            </p:txEl>
                                          </p:spTgt>
                                        </p:tgtEl>
                                      </p:cBhvr>
                                    </p:animEffect>
                                  </p:childTnLst>
                                </p:cTn>
                              </p:par>
                              <p:par>
                                <p:cTn id="56" presetID="22" presetClass="entr" presetSubtype="4" fill="hold" nodeType="withEffect">
                                  <p:stCondLst>
                                    <p:cond delay="0"/>
                                  </p:stCondLst>
                                  <p:childTnLst>
                                    <p:set>
                                      <p:cBhvr>
                                        <p:cTn id="57" dur="1" fill="hold">
                                          <p:stCondLst>
                                            <p:cond delay="0"/>
                                          </p:stCondLst>
                                        </p:cTn>
                                        <p:tgtEl>
                                          <p:spTgt spid="28">
                                            <p:txEl>
                                              <p:pRg st="1" end="1"/>
                                            </p:txEl>
                                          </p:spTgt>
                                        </p:tgtEl>
                                        <p:attrNameLst>
                                          <p:attrName>style.visibility</p:attrName>
                                        </p:attrNameLst>
                                      </p:cBhvr>
                                      <p:to>
                                        <p:strVal val="visible"/>
                                      </p:to>
                                    </p:set>
                                    <p:animEffect transition="in" filter="wipe(down)">
                                      <p:cBhvr>
                                        <p:cTn id="58" dur="500"/>
                                        <p:tgtEl>
                                          <p:spTgt spid="28">
                                            <p:txEl>
                                              <p:pRg st="1" end="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77"/>
                                        </p:tgtEl>
                                        <p:attrNameLst>
                                          <p:attrName>style.visibility</p:attrName>
                                        </p:attrNameLst>
                                      </p:cBhvr>
                                      <p:to>
                                        <p:strVal val="visible"/>
                                      </p:to>
                                    </p:set>
                                    <p:animEffect transition="in" filter="wipe(down)">
                                      <p:cBhvr>
                                        <p:cTn id="63" dur="500"/>
                                        <p:tgtEl>
                                          <p:spTgt spid="77"/>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78"/>
                                        </p:tgtEl>
                                        <p:attrNameLst>
                                          <p:attrName>style.visibility</p:attrName>
                                        </p:attrNameLst>
                                      </p:cBhvr>
                                      <p:to>
                                        <p:strVal val="visible"/>
                                      </p:to>
                                    </p:set>
                                    <p:animEffect transition="in" filter="wipe(down)">
                                      <p:cBhvr>
                                        <p:cTn id="66" dur="500"/>
                                        <p:tgtEl>
                                          <p:spTgt spid="78"/>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79"/>
                                        </p:tgtEl>
                                        <p:attrNameLst>
                                          <p:attrName>style.visibility</p:attrName>
                                        </p:attrNameLst>
                                      </p:cBhvr>
                                      <p:to>
                                        <p:strVal val="visible"/>
                                      </p:to>
                                    </p:set>
                                    <p:animEffect transition="in" filter="wipe(down)">
                                      <p:cBhvr>
                                        <p:cTn id="69" dur="500"/>
                                        <p:tgtEl>
                                          <p:spTgt spid="79"/>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120"/>
                                        </p:tgtEl>
                                        <p:attrNameLst>
                                          <p:attrName>style.visibility</p:attrName>
                                        </p:attrNameLst>
                                      </p:cBhvr>
                                      <p:to>
                                        <p:strVal val="visible"/>
                                      </p:to>
                                    </p:set>
                                    <p:animEffect transition="in" filter="wipe(down)">
                                      <p:cBhvr>
                                        <p:cTn id="72" dur="500"/>
                                        <p:tgtEl>
                                          <p:spTgt spid="120"/>
                                        </p:tgtEl>
                                      </p:cBhvr>
                                    </p:animEffect>
                                  </p:childTnLst>
                                </p:cTn>
                              </p:par>
                              <p:par>
                                <p:cTn id="73" presetID="22" presetClass="entr" presetSubtype="4" fill="hold" grpId="0" nodeType="withEffect">
                                  <p:stCondLst>
                                    <p:cond delay="0"/>
                                  </p:stCondLst>
                                  <p:childTnLst>
                                    <p:set>
                                      <p:cBhvr>
                                        <p:cTn id="74" dur="1" fill="hold">
                                          <p:stCondLst>
                                            <p:cond delay="0"/>
                                          </p:stCondLst>
                                        </p:cTn>
                                        <p:tgtEl>
                                          <p:spTgt spid="121"/>
                                        </p:tgtEl>
                                        <p:attrNameLst>
                                          <p:attrName>style.visibility</p:attrName>
                                        </p:attrNameLst>
                                      </p:cBhvr>
                                      <p:to>
                                        <p:strVal val="visible"/>
                                      </p:to>
                                    </p:set>
                                    <p:animEffect transition="in" filter="wipe(down)">
                                      <p:cBhvr>
                                        <p:cTn id="75" dur="500"/>
                                        <p:tgtEl>
                                          <p:spTgt spid="121"/>
                                        </p:tgtEl>
                                      </p:cBhvr>
                                    </p:animEffect>
                                  </p:childTnLst>
                                </p:cTn>
                              </p:par>
                              <p:par>
                                <p:cTn id="76" presetID="22" presetClass="entr" presetSubtype="4" fill="hold" grpId="0" nodeType="withEffect">
                                  <p:stCondLst>
                                    <p:cond delay="0"/>
                                  </p:stCondLst>
                                  <p:childTnLst>
                                    <p:set>
                                      <p:cBhvr>
                                        <p:cTn id="77" dur="1" fill="hold">
                                          <p:stCondLst>
                                            <p:cond delay="0"/>
                                          </p:stCondLst>
                                        </p:cTn>
                                        <p:tgtEl>
                                          <p:spTgt spid="122"/>
                                        </p:tgtEl>
                                        <p:attrNameLst>
                                          <p:attrName>style.visibility</p:attrName>
                                        </p:attrNameLst>
                                      </p:cBhvr>
                                      <p:to>
                                        <p:strVal val="visible"/>
                                      </p:to>
                                    </p:set>
                                    <p:animEffect transition="in" filter="wipe(down)">
                                      <p:cBhvr>
                                        <p:cTn id="78" dur="500"/>
                                        <p:tgtEl>
                                          <p:spTgt spid="122"/>
                                        </p:tgtEl>
                                      </p:cBhvr>
                                    </p:animEffect>
                                  </p:childTnLst>
                                </p:cTn>
                              </p:par>
                              <p:par>
                                <p:cTn id="79" presetID="22" presetClass="entr" presetSubtype="4" fill="hold" grpId="0" nodeType="withEffect">
                                  <p:stCondLst>
                                    <p:cond delay="0"/>
                                  </p:stCondLst>
                                  <p:childTnLst>
                                    <p:set>
                                      <p:cBhvr>
                                        <p:cTn id="80" dur="1" fill="hold">
                                          <p:stCondLst>
                                            <p:cond delay="0"/>
                                          </p:stCondLst>
                                        </p:cTn>
                                        <p:tgtEl>
                                          <p:spTgt spid="123"/>
                                        </p:tgtEl>
                                        <p:attrNameLst>
                                          <p:attrName>style.visibility</p:attrName>
                                        </p:attrNameLst>
                                      </p:cBhvr>
                                      <p:to>
                                        <p:strVal val="visible"/>
                                      </p:to>
                                    </p:set>
                                    <p:animEffect transition="in" filter="wipe(down)">
                                      <p:cBhvr>
                                        <p:cTn id="81" dur="500"/>
                                        <p:tgtEl>
                                          <p:spTgt spid="123"/>
                                        </p:tgtEl>
                                      </p:cBhvr>
                                    </p:animEffect>
                                  </p:childTnLst>
                                </p:cTn>
                              </p:par>
                              <p:par>
                                <p:cTn id="82" presetID="22" presetClass="entr" presetSubtype="4" fill="hold" grpId="0" nodeType="withEffect">
                                  <p:stCondLst>
                                    <p:cond delay="0"/>
                                  </p:stCondLst>
                                  <p:childTnLst>
                                    <p:set>
                                      <p:cBhvr>
                                        <p:cTn id="83" dur="1" fill="hold">
                                          <p:stCondLst>
                                            <p:cond delay="0"/>
                                          </p:stCondLst>
                                        </p:cTn>
                                        <p:tgtEl>
                                          <p:spTgt spid="124"/>
                                        </p:tgtEl>
                                        <p:attrNameLst>
                                          <p:attrName>style.visibility</p:attrName>
                                        </p:attrNameLst>
                                      </p:cBhvr>
                                      <p:to>
                                        <p:strVal val="visible"/>
                                      </p:to>
                                    </p:set>
                                    <p:animEffect transition="in" filter="wipe(down)">
                                      <p:cBhvr>
                                        <p:cTn id="84" dur="500"/>
                                        <p:tgtEl>
                                          <p:spTgt spid="124"/>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125"/>
                                        </p:tgtEl>
                                        <p:attrNameLst>
                                          <p:attrName>style.visibility</p:attrName>
                                        </p:attrNameLst>
                                      </p:cBhvr>
                                      <p:to>
                                        <p:strVal val="visible"/>
                                      </p:to>
                                    </p:set>
                                    <p:animEffect transition="in" filter="wipe(down)">
                                      <p:cBhvr>
                                        <p:cTn id="87" dur="500"/>
                                        <p:tgtEl>
                                          <p:spTgt spid="125"/>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126"/>
                                        </p:tgtEl>
                                        <p:attrNameLst>
                                          <p:attrName>style.visibility</p:attrName>
                                        </p:attrNameLst>
                                      </p:cBhvr>
                                      <p:to>
                                        <p:strVal val="visible"/>
                                      </p:to>
                                    </p:set>
                                    <p:animEffect transition="in" filter="wipe(down)">
                                      <p:cBhvr>
                                        <p:cTn id="90" dur="500"/>
                                        <p:tgtEl>
                                          <p:spTgt spid="126"/>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nodeType="clickEffect">
                                  <p:stCondLst>
                                    <p:cond delay="0"/>
                                  </p:stCondLst>
                                  <p:childTnLst>
                                    <p:set>
                                      <p:cBhvr>
                                        <p:cTn id="94" dur="1" fill="hold">
                                          <p:stCondLst>
                                            <p:cond delay="0"/>
                                          </p:stCondLst>
                                        </p:cTn>
                                        <p:tgtEl>
                                          <p:spTgt spid="30">
                                            <p:txEl>
                                              <p:pRg st="0" end="0"/>
                                            </p:txEl>
                                          </p:spTgt>
                                        </p:tgtEl>
                                        <p:attrNameLst>
                                          <p:attrName>style.visibility</p:attrName>
                                        </p:attrNameLst>
                                      </p:cBhvr>
                                      <p:to>
                                        <p:strVal val="visible"/>
                                      </p:to>
                                    </p:set>
                                    <p:animEffect transition="in" filter="wipe(down)">
                                      <p:cBhvr>
                                        <p:cTn id="95" dur="500"/>
                                        <p:tgtEl>
                                          <p:spTgt spid="30">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nodeType="clickEffect">
                                  <p:stCondLst>
                                    <p:cond delay="0"/>
                                  </p:stCondLst>
                                  <p:childTnLst>
                                    <p:set>
                                      <p:cBhvr>
                                        <p:cTn id="99" dur="1" fill="hold">
                                          <p:stCondLst>
                                            <p:cond delay="0"/>
                                          </p:stCondLst>
                                        </p:cTn>
                                        <p:tgtEl>
                                          <p:spTgt spid="29">
                                            <p:txEl>
                                              <p:pRg st="0" end="0"/>
                                            </p:txEl>
                                          </p:spTgt>
                                        </p:tgtEl>
                                        <p:attrNameLst>
                                          <p:attrName>style.visibility</p:attrName>
                                        </p:attrNameLst>
                                      </p:cBhvr>
                                      <p:to>
                                        <p:strVal val="visible"/>
                                      </p:to>
                                    </p:set>
                                    <p:animEffect transition="in" filter="wipe(down)">
                                      <p:cBhvr>
                                        <p:cTn id="100" dur="500"/>
                                        <p:tgtEl>
                                          <p:spTgt spid="29">
                                            <p:txEl>
                                              <p:pRg st="0" end="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4" fill="hold" grpId="0" nodeType="clickEffect">
                                  <p:stCondLst>
                                    <p:cond delay="0"/>
                                  </p:stCondLst>
                                  <p:childTnLst>
                                    <p:set>
                                      <p:cBhvr>
                                        <p:cTn id="104" dur="1" fill="hold">
                                          <p:stCondLst>
                                            <p:cond delay="0"/>
                                          </p:stCondLst>
                                        </p:cTn>
                                        <p:tgtEl>
                                          <p:spTgt spid="130"/>
                                        </p:tgtEl>
                                        <p:attrNameLst>
                                          <p:attrName>style.visibility</p:attrName>
                                        </p:attrNameLst>
                                      </p:cBhvr>
                                      <p:to>
                                        <p:strVal val="visible"/>
                                      </p:to>
                                    </p:set>
                                    <p:animEffect transition="in" filter="wipe(down)">
                                      <p:cBhvr>
                                        <p:cTn id="105" dur="500"/>
                                        <p:tgtEl>
                                          <p:spTgt spid="130"/>
                                        </p:tgtEl>
                                      </p:cBhvr>
                                    </p:animEffect>
                                  </p:childTnLst>
                                </p:cTn>
                              </p:par>
                              <p:par>
                                <p:cTn id="106" presetID="22" presetClass="entr" presetSubtype="4" fill="hold" grpId="0" nodeType="withEffect">
                                  <p:stCondLst>
                                    <p:cond delay="0"/>
                                  </p:stCondLst>
                                  <p:childTnLst>
                                    <p:set>
                                      <p:cBhvr>
                                        <p:cTn id="107" dur="1" fill="hold">
                                          <p:stCondLst>
                                            <p:cond delay="0"/>
                                          </p:stCondLst>
                                        </p:cTn>
                                        <p:tgtEl>
                                          <p:spTgt spid="129"/>
                                        </p:tgtEl>
                                        <p:attrNameLst>
                                          <p:attrName>style.visibility</p:attrName>
                                        </p:attrNameLst>
                                      </p:cBhvr>
                                      <p:to>
                                        <p:strVal val="visible"/>
                                      </p:to>
                                    </p:set>
                                    <p:animEffect transition="in" filter="wipe(down)">
                                      <p:cBhvr>
                                        <p:cTn id="108" dur="500"/>
                                        <p:tgtEl>
                                          <p:spTgt spid="129"/>
                                        </p:tgtEl>
                                      </p:cBhvr>
                                    </p:animEffect>
                                  </p:childTnLst>
                                </p:cTn>
                              </p:par>
                              <p:par>
                                <p:cTn id="109" presetID="22" presetClass="entr" presetSubtype="4" fill="hold" grpId="0" nodeType="withEffect">
                                  <p:stCondLst>
                                    <p:cond delay="0"/>
                                  </p:stCondLst>
                                  <p:childTnLst>
                                    <p:set>
                                      <p:cBhvr>
                                        <p:cTn id="110" dur="1" fill="hold">
                                          <p:stCondLst>
                                            <p:cond delay="0"/>
                                          </p:stCondLst>
                                        </p:cTn>
                                        <p:tgtEl>
                                          <p:spTgt spid="127"/>
                                        </p:tgtEl>
                                        <p:attrNameLst>
                                          <p:attrName>style.visibility</p:attrName>
                                        </p:attrNameLst>
                                      </p:cBhvr>
                                      <p:to>
                                        <p:strVal val="visible"/>
                                      </p:to>
                                    </p:set>
                                    <p:animEffect transition="in" filter="wipe(down)">
                                      <p:cBhvr>
                                        <p:cTn id="111" dur="500"/>
                                        <p:tgtEl>
                                          <p:spTgt spid="127"/>
                                        </p:tgtEl>
                                      </p:cBhvr>
                                    </p:animEffect>
                                  </p:childTnLst>
                                </p:cTn>
                              </p:par>
                              <p:par>
                                <p:cTn id="112" presetID="22" presetClass="entr" presetSubtype="4" fill="hold" grpId="0" nodeType="withEffect">
                                  <p:stCondLst>
                                    <p:cond delay="0"/>
                                  </p:stCondLst>
                                  <p:childTnLst>
                                    <p:set>
                                      <p:cBhvr>
                                        <p:cTn id="113" dur="1" fill="hold">
                                          <p:stCondLst>
                                            <p:cond delay="0"/>
                                          </p:stCondLst>
                                        </p:cTn>
                                        <p:tgtEl>
                                          <p:spTgt spid="128"/>
                                        </p:tgtEl>
                                        <p:attrNameLst>
                                          <p:attrName>style.visibility</p:attrName>
                                        </p:attrNameLst>
                                      </p:cBhvr>
                                      <p:to>
                                        <p:strVal val="visible"/>
                                      </p:to>
                                    </p:set>
                                    <p:animEffect transition="in" filter="wipe(down)">
                                      <p:cBhvr>
                                        <p:cTn id="114" dur="500"/>
                                        <p:tgtEl>
                                          <p:spTgt spid="128"/>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4" fill="hold" nodeType="clickEffect">
                                  <p:stCondLst>
                                    <p:cond delay="0"/>
                                  </p:stCondLst>
                                  <p:childTnLst>
                                    <p:set>
                                      <p:cBhvr>
                                        <p:cTn id="118" dur="1" fill="hold">
                                          <p:stCondLst>
                                            <p:cond delay="0"/>
                                          </p:stCondLst>
                                        </p:cTn>
                                        <p:tgtEl>
                                          <p:spTgt spid="31">
                                            <p:txEl>
                                              <p:pRg st="0" end="0"/>
                                            </p:txEl>
                                          </p:spTgt>
                                        </p:tgtEl>
                                        <p:attrNameLst>
                                          <p:attrName>style.visibility</p:attrName>
                                        </p:attrNameLst>
                                      </p:cBhvr>
                                      <p:to>
                                        <p:strVal val="visible"/>
                                      </p:to>
                                    </p:set>
                                    <p:animEffect transition="in" filter="wipe(down)">
                                      <p:cBhvr>
                                        <p:cTn id="119" dur="500"/>
                                        <p:tgtEl>
                                          <p:spTgt spid="31">
                                            <p:txEl>
                                              <p:pRg st="0" end="0"/>
                                            </p:txEl>
                                          </p:spTgt>
                                        </p:tgtEl>
                                      </p:cBhvr>
                                    </p:animEffect>
                                  </p:childTnLst>
                                </p:cTn>
                              </p:par>
                              <p:par>
                                <p:cTn id="120" presetID="22" presetClass="entr" presetSubtype="4" fill="hold" nodeType="withEffect">
                                  <p:stCondLst>
                                    <p:cond delay="0"/>
                                  </p:stCondLst>
                                  <p:childTnLst>
                                    <p:set>
                                      <p:cBhvr>
                                        <p:cTn id="121" dur="1" fill="hold">
                                          <p:stCondLst>
                                            <p:cond delay="0"/>
                                          </p:stCondLst>
                                        </p:cTn>
                                        <p:tgtEl>
                                          <p:spTgt spid="31">
                                            <p:txEl>
                                              <p:pRg st="1" end="1"/>
                                            </p:txEl>
                                          </p:spTgt>
                                        </p:tgtEl>
                                        <p:attrNameLst>
                                          <p:attrName>style.visibility</p:attrName>
                                        </p:attrNameLst>
                                      </p:cBhvr>
                                      <p:to>
                                        <p:strVal val="visible"/>
                                      </p:to>
                                    </p:set>
                                    <p:animEffect transition="in" filter="wipe(down)">
                                      <p:cBhvr>
                                        <p:cTn id="122" dur="500"/>
                                        <p:tgtEl>
                                          <p:spTgt spid="31">
                                            <p:txEl>
                                              <p:pRg st="1" end="1"/>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4" fill="hold" nodeType="clickEffect">
                                  <p:stCondLst>
                                    <p:cond delay="0"/>
                                  </p:stCondLst>
                                  <p:childTnLst>
                                    <p:set>
                                      <p:cBhvr>
                                        <p:cTn id="126" dur="1" fill="hold">
                                          <p:stCondLst>
                                            <p:cond delay="0"/>
                                          </p:stCondLst>
                                        </p:cTn>
                                        <p:tgtEl>
                                          <p:spTgt spid="32">
                                            <p:txEl>
                                              <p:pRg st="0" end="0"/>
                                            </p:txEl>
                                          </p:spTgt>
                                        </p:tgtEl>
                                        <p:attrNameLst>
                                          <p:attrName>style.visibility</p:attrName>
                                        </p:attrNameLst>
                                      </p:cBhvr>
                                      <p:to>
                                        <p:strVal val="visible"/>
                                      </p:to>
                                    </p:set>
                                    <p:animEffect transition="in" filter="wipe(down)">
                                      <p:cBhvr>
                                        <p:cTn id="127" dur="500"/>
                                        <p:tgtEl>
                                          <p:spTgt spid="32">
                                            <p:txEl>
                                              <p:pRg st="0" end="0"/>
                                            </p:txEl>
                                          </p:spTgt>
                                        </p:tgtEl>
                                      </p:cBhvr>
                                    </p:animEffect>
                                  </p:childTnLst>
                                </p:cTn>
                              </p:par>
                              <p:par>
                                <p:cTn id="128" presetID="22" presetClass="entr" presetSubtype="4" fill="hold" nodeType="withEffect">
                                  <p:stCondLst>
                                    <p:cond delay="0"/>
                                  </p:stCondLst>
                                  <p:childTnLst>
                                    <p:set>
                                      <p:cBhvr>
                                        <p:cTn id="129" dur="1" fill="hold">
                                          <p:stCondLst>
                                            <p:cond delay="0"/>
                                          </p:stCondLst>
                                        </p:cTn>
                                        <p:tgtEl>
                                          <p:spTgt spid="32">
                                            <p:txEl>
                                              <p:pRg st="1" end="1"/>
                                            </p:txEl>
                                          </p:spTgt>
                                        </p:tgtEl>
                                        <p:attrNameLst>
                                          <p:attrName>style.visibility</p:attrName>
                                        </p:attrNameLst>
                                      </p:cBhvr>
                                      <p:to>
                                        <p:strVal val="visible"/>
                                      </p:to>
                                    </p:set>
                                    <p:animEffect transition="in" filter="wipe(down)">
                                      <p:cBhvr>
                                        <p:cTn id="130" dur="500"/>
                                        <p:tgtEl>
                                          <p:spTgt spid="32">
                                            <p:txEl>
                                              <p:pRg st="1" end="1"/>
                                            </p:txEl>
                                          </p:spTgt>
                                        </p:tgtEl>
                                      </p:cBhvr>
                                    </p:animEffect>
                                  </p:childTnLst>
                                </p:cTn>
                              </p:par>
                            </p:childTnLst>
                          </p:cTn>
                        </p:par>
                        <p:par>
                          <p:cTn id="131" fill="hold">
                            <p:stCondLst>
                              <p:cond delay="500"/>
                            </p:stCondLst>
                            <p:childTnLst>
                              <p:par>
                                <p:cTn id="132" presetID="2" presetClass="entr" presetSubtype="8" fill="hold" nodeType="afterEffect">
                                  <p:stCondLst>
                                    <p:cond delay="0"/>
                                  </p:stCondLst>
                                  <p:childTnLst>
                                    <p:set>
                                      <p:cBhvr>
                                        <p:cTn id="133" dur="1" fill="hold">
                                          <p:stCondLst>
                                            <p:cond delay="0"/>
                                          </p:stCondLst>
                                        </p:cTn>
                                        <p:tgtEl>
                                          <p:spTgt spid="51"/>
                                        </p:tgtEl>
                                        <p:attrNameLst>
                                          <p:attrName>style.visibility</p:attrName>
                                        </p:attrNameLst>
                                      </p:cBhvr>
                                      <p:to>
                                        <p:strVal val="visible"/>
                                      </p:to>
                                    </p:set>
                                    <p:anim calcmode="lin" valueType="num">
                                      <p:cBhvr additive="base">
                                        <p:cTn id="134" dur="500" fill="hold"/>
                                        <p:tgtEl>
                                          <p:spTgt spid="51"/>
                                        </p:tgtEl>
                                        <p:attrNameLst>
                                          <p:attrName>ppt_x</p:attrName>
                                        </p:attrNameLst>
                                      </p:cBhvr>
                                      <p:tavLst>
                                        <p:tav tm="0">
                                          <p:val>
                                            <p:strVal val="0-#ppt_w/2"/>
                                          </p:val>
                                        </p:tav>
                                        <p:tav tm="100000">
                                          <p:val>
                                            <p:strVal val="#ppt_x"/>
                                          </p:val>
                                        </p:tav>
                                      </p:tavLst>
                                    </p:anim>
                                    <p:anim calcmode="lin" valueType="num">
                                      <p:cBhvr additive="base">
                                        <p:cTn id="135" dur="500" fill="hold"/>
                                        <p:tgtEl>
                                          <p:spTgt spid="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animBg="1"/>
      <p:bldP spid="129" grpId="0" animBg="1"/>
      <p:bldP spid="74" grpId="0" animBg="1"/>
      <p:bldP spid="26" grpId="0" animBg="1"/>
      <p:bldP spid="2" grpId="0" animBg="1"/>
      <p:bldP spid="72" grpId="0" animBg="1"/>
      <p:bldP spid="27" grpId="0"/>
      <p:bldP spid="75" grpId="0" animBg="1"/>
      <p:bldP spid="77" grpId="0" animBg="1"/>
      <p:bldP spid="78" grpId="0" animBg="1"/>
      <p:bldP spid="7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0"/>
          </p:nvPr>
        </p:nvSpPr>
        <p:spPr/>
        <p:txBody>
          <a:bodyPr/>
          <a:lstStyle/>
          <a:p>
            <a:fld id="{CC5A0024-B69E-4973-B5F9-FFC1561A19E7}" type="slidenum">
              <a:rPr lang="de-DE" altLang="ja-JP" smtClean="0"/>
              <a:pPr/>
              <a:t>16</a:t>
            </a:fld>
            <a:endParaRPr lang="de-DE" altLang="ja-JP" dirty="0"/>
          </a:p>
        </p:txBody>
      </p:sp>
      <p:sp>
        <p:nvSpPr>
          <p:cNvPr id="39" name="Rectangle 23"/>
          <p:cNvSpPr>
            <a:spLocks noGrp="1" noChangeArrowheads="1"/>
          </p:cNvSpPr>
          <p:nvPr>
            <p:ph type="ftr" sz="quarter" idx="11"/>
          </p:nvPr>
        </p:nvSpPr>
        <p:spPr>
          <a:ln/>
        </p:spPr>
        <p:txBody>
          <a:bodyPr/>
          <a:lstStyle/>
          <a:p>
            <a:r>
              <a:rPr lang="de-DE" altLang="ja-JP" smtClean="0">
                <a:solidFill>
                  <a:srgbClr val="000000"/>
                </a:solidFill>
                <a:latin typeface="HGP創英角ｺﾞｼｯｸUB" pitchFamily="50" charset="-128"/>
                <a:ea typeface="HGP創英角ｺﾞｼｯｸUB" pitchFamily="50" charset="-128"/>
              </a:rPr>
              <a:t>Copyright 2017 FUJITSU LIMITED</a:t>
            </a:r>
            <a:endParaRPr lang="de-DE" altLang="ja-JP" dirty="0">
              <a:solidFill>
                <a:srgbClr val="000000"/>
              </a:solidFill>
              <a:latin typeface="HGP創英角ｺﾞｼｯｸUB" pitchFamily="50" charset="-128"/>
              <a:ea typeface="HGP創英角ｺﾞｼｯｸUB" pitchFamily="50" charset="-128"/>
            </a:endParaRPr>
          </a:p>
        </p:txBody>
      </p:sp>
      <p:grpSp>
        <p:nvGrpSpPr>
          <p:cNvPr id="40" name="Group 4" descr="Message Lockup"/>
          <p:cNvGrpSpPr>
            <a:grpSpLocks/>
          </p:cNvGrpSpPr>
          <p:nvPr/>
        </p:nvGrpSpPr>
        <p:grpSpPr bwMode="auto">
          <a:xfrm>
            <a:off x="0" y="0"/>
            <a:ext cx="9144000" cy="6858000"/>
            <a:chOff x="0" y="0"/>
            <a:chExt cx="5760" cy="4320"/>
          </a:xfrm>
        </p:grpSpPr>
        <p:sp>
          <p:nvSpPr>
            <p:cNvPr id="41" name="Rectangle 5"/>
            <p:cNvSpPr>
              <a:spLocks noChangeArrowheads="1"/>
            </p:cNvSpPr>
            <p:nvPr/>
          </p:nvSpPr>
          <p:spPr bwMode="gray">
            <a:xfrm>
              <a:off x="0" y="0"/>
              <a:ext cx="5760" cy="4320"/>
            </a:xfrm>
            <a:prstGeom prst="rect">
              <a:avLst/>
            </a:prstGeom>
            <a:solidFill>
              <a:srgbClr val="FFFFFF"/>
            </a:solidFill>
            <a:ln w="9525" algn="ctr">
              <a:noFill/>
              <a:miter lim="800000"/>
              <a:headEnd/>
              <a:tailEnd/>
            </a:ln>
          </p:spPr>
          <p:txBody>
            <a:bodyPr wrap="none" anchor="ctr"/>
            <a:lstStyle/>
            <a:p>
              <a:pPr algn="ctr"/>
              <a:endParaRPr lang="ja-JP" altLang="en-US" sz="4400">
                <a:solidFill>
                  <a:srgbClr val="000000"/>
                </a:solidFill>
                <a:latin typeface="Arial" charset="0"/>
              </a:endParaRPr>
            </a:p>
          </p:txBody>
        </p:sp>
        <p:grpSp>
          <p:nvGrpSpPr>
            <p:cNvPr id="42" name="Group 6"/>
            <p:cNvGrpSpPr>
              <a:grpSpLocks noChangeAspect="1"/>
            </p:cNvGrpSpPr>
            <p:nvPr/>
          </p:nvGrpSpPr>
          <p:grpSpPr bwMode="auto">
            <a:xfrm>
              <a:off x="0" y="0"/>
              <a:ext cx="5760" cy="4320"/>
              <a:chOff x="0" y="0"/>
              <a:chExt cx="5760" cy="4320"/>
            </a:xfrm>
          </p:grpSpPr>
          <p:sp>
            <p:nvSpPr>
              <p:cNvPr id="43" name="AutoShape 7"/>
              <p:cNvSpPr>
                <a:spLocks noChangeAspect="1" noChangeArrowheads="1" noTextEdit="1"/>
              </p:cNvSpPr>
              <p:nvPr/>
            </p:nvSpPr>
            <p:spPr bwMode="gray">
              <a:xfrm>
                <a:off x="0" y="0"/>
                <a:ext cx="5760" cy="4320"/>
              </a:xfrm>
              <a:prstGeom prst="rect">
                <a:avLst/>
              </a:prstGeom>
              <a:noFill/>
              <a:ln w="9525">
                <a:noFill/>
                <a:miter lim="800000"/>
                <a:headEnd/>
                <a:tailEnd/>
              </a:ln>
            </p:spPr>
            <p:txBody>
              <a:bodyPr/>
              <a:lstStyle/>
              <a:p>
                <a:endParaRPr lang="ja-JP" altLang="en-US">
                  <a:solidFill>
                    <a:srgbClr val="000000"/>
                  </a:solidFill>
                </a:endParaRPr>
              </a:p>
            </p:txBody>
          </p:sp>
          <p:sp>
            <p:nvSpPr>
              <p:cNvPr id="44" name="Freeform 8"/>
              <p:cNvSpPr>
                <a:spLocks/>
              </p:cNvSpPr>
              <p:nvPr/>
            </p:nvSpPr>
            <p:spPr bwMode="gray">
              <a:xfrm>
                <a:off x="1217" y="2598"/>
                <a:ext cx="97" cy="159"/>
              </a:xfrm>
              <a:custGeom>
                <a:avLst/>
                <a:gdLst>
                  <a:gd name="T0" fmla="*/ 0 w 484"/>
                  <a:gd name="T1" fmla="*/ 0 h 795"/>
                  <a:gd name="T2" fmla="*/ 0 w 484"/>
                  <a:gd name="T3" fmla="*/ 0 h 795"/>
                  <a:gd name="T4" fmla="*/ 0 w 484"/>
                  <a:gd name="T5" fmla="*/ 0 h 795"/>
                  <a:gd name="T6" fmla="*/ 0 w 484"/>
                  <a:gd name="T7" fmla="*/ 0 h 795"/>
                  <a:gd name="T8" fmla="*/ 0 w 484"/>
                  <a:gd name="T9" fmla="*/ 0 h 795"/>
                  <a:gd name="T10" fmla="*/ 0 w 484"/>
                  <a:gd name="T11" fmla="*/ 0 h 795"/>
                  <a:gd name="T12" fmla="*/ 0 w 484"/>
                  <a:gd name="T13" fmla="*/ 0 h 795"/>
                  <a:gd name="T14" fmla="*/ 0 w 484"/>
                  <a:gd name="T15" fmla="*/ 0 h 795"/>
                  <a:gd name="T16" fmla="*/ 0 w 484"/>
                  <a:gd name="T17" fmla="*/ 0 h 795"/>
                  <a:gd name="T18" fmla="*/ 0 w 484"/>
                  <a:gd name="T19" fmla="*/ 0 h 795"/>
                  <a:gd name="T20" fmla="*/ 0 w 484"/>
                  <a:gd name="T21" fmla="*/ 0 h 795"/>
                  <a:gd name="T22" fmla="*/ 0 w 484"/>
                  <a:gd name="T23" fmla="*/ 0 h 795"/>
                  <a:gd name="T24" fmla="*/ 0 w 484"/>
                  <a:gd name="T25" fmla="*/ 0 h 795"/>
                  <a:gd name="T26" fmla="*/ 0 w 484"/>
                  <a:gd name="T27" fmla="*/ 0 h 795"/>
                  <a:gd name="T28" fmla="*/ 0 w 484"/>
                  <a:gd name="T29" fmla="*/ 0 h 795"/>
                  <a:gd name="T30" fmla="*/ 0 w 484"/>
                  <a:gd name="T31" fmla="*/ 0 h 795"/>
                  <a:gd name="T32" fmla="*/ 0 w 484"/>
                  <a:gd name="T33" fmla="*/ 0 h 795"/>
                  <a:gd name="T34" fmla="*/ 0 w 484"/>
                  <a:gd name="T35" fmla="*/ 0 h 795"/>
                  <a:gd name="T36" fmla="*/ 0 w 484"/>
                  <a:gd name="T37" fmla="*/ 0 h 795"/>
                  <a:gd name="T38" fmla="*/ 0 w 484"/>
                  <a:gd name="T39" fmla="*/ 0 h 795"/>
                  <a:gd name="T40" fmla="*/ 0 w 484"/>
                  <a:gd name="T41" fmla="*/ 0 h 795"/>
                  <a:gd name="T42" fmla="*/ 0 w 484"/>
                  <a:gd name="T43" fmla="*/ 0 h 795"/>
                  <a:gd name="T44" fmla="*/ 0 w 484"/>
                  <a:gd name="T45" fmla="*/ 0 h 79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84"/>
                  <a:gd name="T70" fmla="*/ 0 h 795"/>
                  <a:gd name="T71" fmla="*/ 484 w 484"/>
                  <a:gd name="T72" fmla="*/ 795 h 79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84" h="795">
                    <a:moveTo>
                      <a:pt x="0" y="764"/>
                    </a:moveTo>
                    <a:cubicBezTo>
                      <a:pt x="0" y="672"/>
                      <a:pt x="0" y="672"/>
                      <a:pt x="0" y="672"/>
                    </a:cubicBezTo>
                    <a:cubicBezTo>
                      <a:pt x="50" y="700"/>
                      <a:pt x="113" y="715"/>
                      <a:pt x="186" y="715"/>
                    </a:cubicBezTo>
                    <a:cubicBezTo>
                      <a:pt x="309" y="715"/>
                      <a:pt x="371" y="674"/>
                      <a:pt x="371" y="593"/>
                    </a:cubicBezTo>
                    <a:cubicBezTo>
                      <a:pt x="371" y="562"/>
                      <a:pt x="361" y="536"/>
                      <a:pt x="339" y="515"/>
                    </a:cubicBezTo>
                    <a:cubicBezTo>
                      <a:pt x="323" y="498"/>
                      <a:pt x="305" y="484"/>
                      <a:pt x="284" y="472"/>
                    </a:cubicBezTo>
                    <a:cubicBezTo>
                      <a:pt x="265" y="462"/>
                      <a:pt x="241" y="450"/>
                      <a:pt x="212" y="436"/>
                    </a:cubicBezTo>
                    <a:cubicBezTo>
                      <a:pt x="142" y="402"/>
                      <a:pt x="93" y="369"/>
                      <a:pt x="65" y="337"/>
                    </a:cubicBezTo>
                    <a:cubicBezTo>
                      <a:pt x="30" y="299"/>
                      <a:pt x="13" y="253"/>
                      <a:pt x="13" y="199"/>
                    </a:cubicBezTo>
                    <a:cubicBezTo>
                      <a:pt x="13" y="129"/>
                      <a:pt x="40" y="77"/>
                      <a:pt x="94" y="43"/>
                    </a:cubicBezTo>
                    <a:cubicBezTo>
                      <a:pt x="140" y="14"/>
                      <a:pt x="198" y="0"/>
                      <a:pt x="269" y="0"/>
                    </a:cubicBezTo>
                    <a:cubicBezTo>
                      <a:pt x="318" y="0"/>
                      <a:pt x="372" y="8"/>
                      <a:pt x="430" y="26"/>
                    </a:cubicBezTo>
                    <a:cubicBezTo>
                      <a:pt x="430" y="111"/>
                      <a:pt x="430" y="111"/>
                      <a:pt x="430" y="111"/>
                    </a:cubicBezTo>
                    <a:cubicBezTo>
                      <a:pt x="381" y="89"/>
                      <a:pt x="329" y="78"/>
                      <a:pt x="274" y="78"/>
                    </a:cubicBezTo>
                    <a:cubicBezTo>
                      <a:pt x="232" y="78"/>
                      <a:pt x="197" y="86"/>
                      <a:pt x="169" y="103"/>
                    </a:cubicBezTo>
                    <a:cubicBezTo>
                      <a:pt x="141" y="120"/>
                      <a:pt x="126" y="148"/>
                      <a:pt x="126" y="186"/>
                    </a:cubicBezTo>
                    <a:cubicBezTo>
                      <a:pt x="126" y="218"/>
                      <a:pt x="136" y="244"/>
                      <a:pt x="156" y="264"/>
                    </a:cubicBezTo>
                    <a:cubicBezTo>
                      <a:pt x="176" y="285"/>
                      <a:pt x="219" y="312"/>
                      <a:pt x="286" y="345"/>
                    </a:cubicBezTo>
                    <a:cubicBezTo>
                      <a:pt x="338" y="372"/>
                      <a:pt x="374" y="392"/>
                      <a:pt x="391" y="406"/>
                    </a:cubicBezTo>
                    <a:cubicBezTo>
                      <a:pt x="426" y="430"/>
                      <a:pt x="450" y="457"/>
                      <a:pt x="464" y="486"/>
                    </a:cubicBezTo>
                    <a:cubicBezTo>
                      <a:pt x="478" y="512"/>
                      <a:pt x="484" y="544"/>
                      <a:pt x="484" y="581"/>
                    </a:cubicBezTo>
                    <a:cubicBezTo>
                      <a:pt x="484" y="724"/>
                      <a:pt x="387" y="795"/>
                      <a:pt x="193" y="795"/>
                    </a:cubicBezTo>
                    <a:cubicBezTo>
                      <a:pt x="114" y="795"/>
                      <a:pt x="50" y="785"/>
                      <a:pt x="0" y="764"/>
                    </a:cubicBezTo>
                  </a:path>
                </a:pathLst>
              </a:custGeom>
              <a:solidFill>
                <a:srgbClr val="000000"/>
              </a:solidFill>
              <a:ln w="9525">
                <a:noFill/>
                <a:round/>
                <a:headEnd/>
                <a:tailEnd/>
              </a:ln>
            </p:spPr>
            <p:txBody>
              <a:bodyPr/>
              <a:lstStyle/>
              <a:p>
                <a:endParaRPr lang="ja-JP" altLang="en-US">
                  <a:solidFill>
                    <a:srgbClr val="000000"/>
                  </a:solidFill>
                </a:endParaRPr>
              </a:p>
            </p:txBody>
          </p:sp>
          <p:sp>
            <p:nvSpPr>
              <p:cNvPr id="45" name="Freeform 9"/>
              <p:cNvSpPr>
                <a:spLocks/>
              </p:cNvSpPr>
              <p:nvPr/>
            </p:nvSpPr>
            <p:spPr bwMode="gray">
              <a:xfrm>
                <a:off x="1349" y="2526"/>
                <a:ext cx="115" cy="227"/>
              </a:xfrm>
              <a:custGeom>
                <a:avLst/>
                <a:gdLst>
                  <a:gd name="T0" fmla="*/ 0 w 572"/>
                  <a:gd name="T1" fmla="*/ 0 h 1136"/>
                  <a:gd name="T2" fmla="*/ 0 w 572"/>
                  <a:gd name="T3" fmla="*/ 0 h 1136"/>
                  <a:gd name="T4" fmla="*/ 0 w 572"/>
                  <a:gd name="T5" fmla="*/ 0 h 1136"/>
                  <a:gd name="T6" fmla="*/ 0 w 572"/>
                  <a:gd name="T7" fmla="*/ 0 h 1136"/>
                  <a:gd name="T8" fmla="*/ 0 w 572"/>
                  <a:gd name="T9" fmla="*/ 0 h 1136"/>
                  <a:gd name="T10" fmla="*/ 0 w 572"/>
                  <a:gd name="T11" fmla="*/ 0 h 1136"/>
                  <a:gd name="T12" fmla="*/ 0 w 572"/>
                  <a:gd name="T13" fmla="*/ 0 h 1136"/>
                  <a:gd name="T14" fmla="*/ 0 w 572"/>
                  <a:gd name="T15" fmla="*/ 0 h 1136"/>
                  <a:gd name="T16" fmla="*/ 0 w 572"/>
                  <a:gd name="T17" fmla="*/ 0 h 1136"/>
                  <a:gd name="T18" fmla="*/ 0 w 572"/>
                  <a:gd name="T19" fmla="*/ 0 h 1136"/>
                  <a:gd name="T20" fmla="*/ 0 w 572"/>
                  <a:gd name="T21" fmla="*/ 0 h 1136"/>
                  <a:gd name="T22" fmla="*/ 0 w 572"/>
                  <a:gd name="T23" fmla="*/ 0 h 1136"/>
                  <a:gd name="T24" fmla="*/ 0 w 572"/>
                  <a:gd name="T25" fmla="*/ 0 h 1136"/>
                  <a:gd name="T26" fmla="*/ 0 w 572"/>
                  <a:gd name="T27" fmla="*/ 0 h 1136"/>
                  <a:gd name="T28" fmla="*/ 0 w 572"/>
                  <a:gd name="T29" fmla="*/ 0 h 11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72"/>
                  <a:gd name="T46" fmla="*/ 0 h 1136"/>
                  <a:gd name="T47" fmla="*/ 572 w 572"/>
                  <a:gd name="T48" fmla="*/ 1136 h 11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72" h="1136">
                    <a:moveTo>
                      <a:pt x="0" y="1136"/>
                    </a:moveTo>
                    <a:cubicBezTo>
                      <a:pt x="0" y="0"/>
                      <a:pt x="0" y="0"/>
                      <a:pt x="0" y="0"/>
                    </a:cubicBezTo>
                    <a:cubicBezTo>
                      <a:pt x="129" y="0"/>
                      <a:pt x="129" y="0"/>
                      <a:pt x="129" y="0"/>
                    </a:cubicBezTo>
                    <a:cubicBezTo>
                      <a:pt x="129" y="400"/>
                      <a:pt x="129" y="400"/>
                      <a:pt x="129" y="400"/>
                    </a:cubicBezTo>
                    <a:cubicBezTo>
                      <a:pt x="196" y="374"/>
                      <a:pt x="260" y="361"/>
                      <a:pt x="319" y="361"/>
                    </a:cubicBezTo>
                    <a:cubicBezTo>
                      <a:pt x="438" y="361"/>
                      <a:pt x="515" y="400"/>
                      <a:pt x="549" y="479"/>
                    </a:cubicBezTo>
                    <a:cubicBezTo>
                      <a:pt x="564" y="515"/>
                      <a:pt x="572" y="579"/>
                      <a:pt x="572" y="673"/>
                    </a:cubicBezTo>
                    <a:cubicBezTo>
                      <a:pt x="572" y="1136"/>
                      <a:pt x="572" y="1136"/>
                      <a:pt x="572" y="1136"/>
                    </a:cubicBezTo>
                    <a:cubicBezTo>
                      <a:pt x="443" y="1136"/>
                      <a:pt x="443" y="1136"/>
                      <a:pt x="443" y="1136"/>
                    </a:cubicBezTo>
                    <a:cubicBezTo>
                      <a:pt x="443" y="653"/>
                      <a:pt x="443" y="653"/>
                      <a:pt x="443" y="653"/>
                    </a:cubicBezTo>
                    <a:cubicBezTo>
                      <a:pt x="443" y="581"/>
                      <a:pt x="436" y="529"/>
                      <a:pt x="420" y="499"/>
                    </a:cubicBezTo>
                    <a:cubicBezTo>
                      <a:pt x="400" y="459"/>
                      <a:pt x="362" y="439"/>
                      <a:pt x="307" y="439"/>
                    </a:cubicBezTo>
                    <a:cubicBezTo>
                      <a:pt x="256" y="439"/>
                      <a:pt x="196" y="454"/>
                      <a:pt x="129" y="485"/>
                    </a:cubicBezTo>
                    <a:cubicBezTo>
                      <a:pt x="129" y="1136"/>
                      <a:pt x="129" y="1136"/>
                      <a:pt x="129" y="1136"/>
                    </a:cubicBezTo>
                    <a:lnTo>
                      <a:pt x="0" y="1136"/>
                    </a:lnTo>
                    <a:close/>
                  </a:path>
                </a:pathLst>
              </a:custGeom>
              <a:solidFill>
                <a:srgbClr val="000000"/>
              </a:solidFill>
              <a:ln w="9525">
                <a:noFill/>
                <a:round/>
                <a:headEnd/>
                <a:tailEnd/>
              </a:ln>
            </p:spPr>
            <p:txBody>
              <a:bodyPr/>
              <a:lstStyle/>
              <a:p>
                <a:endParaRPr lang="ja-JP" altLang="en-US">
                  <a:solidFill>
                    <a:srgbClr val="000000"/>
                  </a:solidFill>
                </a:endParaRPr>
              </a:p>
            </p:txBody>
          </p:sp>
          <p:sp>
            <p:nvSpPr>
              <p:cNvPr id="46" name="Freeform 10"/>
              <p:cNvSpPr>
                <a:spLocks noEditPoints="1"/>
              </p:cNvSpPr>
              <p:nvPr/>
            </p:nvSpPr>
            <p:spPr bwMode="gray">
              <a:xfrm>
                <a:off x="1499" y="2598"/>
                <a:ext cx="117" cy="159"/>
              </a:xfrm>
              <a:custGeom>
                <a:avLst/>
                <a:gdLst>
                  <a:gd name="T0" fmla="*/ 0 w 585"/>
                  <a:gd name="T1" fmla="*/ 0 h 795"/>
                  <a:gd name="T2" fmla="*/ 0 w 585"/>
                  <a:gd name="T3" fmla="*/ 0 h 795"/>
                  <a:gd name="T4" fmla="*/ 0 w 585"/>
                  <a:gd name="T5" fmla="*/ 0 h 795"/>
                  <a:gd name="T6" fmla="*/ 0 w 585"/>
                  <a:gd name="T7" fmla="*/ 0 h 795"/>
                  <a:gd name="T8" fmla="*/ 0 w 585"/>
                  <a:gd name="T9" fmla="*/ 0 h 795"/>
                  <a:gd name="T10" fmla="*/ 0 w 585"/>
                  <a:gd name="T11" fmla="*/ 0 h 795"/>
                  <a:gd name="T12" fmla="*/ 0 w 585"/>
                  <a:gd name="T13" fmla="*/ 0 h 795"/>
                  <a:gd name="T14" fmla="*/ 0 w 585"/>
                  <a:gd name="T15" fmla="*/ 0 h 795"/>
                  <a:gd name="T16" fmla="*/ 0 w 585"/>
                  <a:gd name="T17" fmla="*/ 0 h 795"/>
                  <a:gd name="T18" fmla="*/ 0 w 585"/>
                  <a:gd name="T19" fmla="*/ 0 h 795"/>
                  <a:gd name="T20" fmla="*/ 0 w 585"/>
                  <a:gd name="T21" fmla="*/ 0 h 795"/>
                  <a:gd name="T22" fmla="*/ 0 w 585"/>
                  <a:gd name="T23" fmla="*/ 0 h 795"/>
                  <a:gd name="T24" fmla="*/ 0 w 585"/>
                  <a:gd name="T25" fmla="*/ 0 h 795"/>
                  <a:gd name="T26" fmla="*/ 0 w 585"/>
                  <a:gd name="T27" fmla="*/ 0 h 795"/>
                  <a:gd name="T28" fmla="*/ 0 w 585"/>
                  <a:gd name="T29" fmla="*/ 0 h 795"/>
                  <a:gd name="T30" fmla="*/ 0 w 585"/>
                  <a:gd name="T31" fmla="*/ 0 h 795"/>
                  <a:gd name="T32" fmla="*/ 0 w 585"/>
                  <a:gd name="T33" fmla="*/ 0 h 795"/>
                  <a:gd name="T34" fmla="*/ 0 w 585"/>
                  <a:gd name="T35" fmla="*/ 0 h 795"/>
                  <a:gd name="T36" fmla="*/ 0 w 585"/>
                  <a:gd name="T37" fmla="*/ 0 h 795"/>
                  <a:gd name="T38" fmla="*/ 0 w 585"/>
                  <a:gd name="T39" fmla="*/ 0 h 795"/>
                  <a:gd name="T40" fmla="*/ 0 w 585"/>
                  <a:gd name="T41" fmla="*/ 0 h 795"/>
                  <a:gd name="T42" fmla="*/ 0 w 585"/>
                  <a:gd name="T43" fmla="*/ 0 h 795"/>
                  <a:gd name="T44" fmla="*/ 0 w 585"/>
                  <a:gd name="T45" fmla="*/ 0 h 795"/>
                  <a:gd name="T46" fmla="*/ 0 w 585"/>
                  <a:gd name="T47" fmla="*/ 0 h 79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85"/>
                  <a:gd name="T73" fmla="*/ 0 h 795"/>
                  <a:gd name="T74" fmla="*/ 585 w 585"/>
                  <a:gd name="T75" fmla="*/ 795 h 79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85" h="795">
                    <a:moveTo>
                      <a:pt x="456" y="298"/>
                    </a:moveTo>
                    <a:cubicBezTo>
                      <a:pt x="456" y="259"/>
                      <a:pt x="456" y="259"/>
                      <a:pt x="456" y="259"/>
                    </a:cubicBezTo>
                    <a:cubicBezTo>
                      <a:pt x="456" y="209"/>
                      <a:pt x="448" y="171"/>
                      <a:pt x="432" y="144"/>
                    </a:cubicBezTo>
                    <a:cubicBezTo>
                      <a:pt x="409" y="102"/>
                      <a:pt x="359" y="81"/>
                      <a:pt x="283" y="81"/>
                    </a:cubicBezTo>
                    <a:cubicBezTo>
                      <a:pt x="214" y="81"/>
                      <a:pt x="144" y="95"/>
                      <a:pt x="73" y="123"/>
                    </a:cubicBezTo>
                    <a:cubicBezTo>
                      <a:pt x="73" y="33"/>
                      <a:pt x="73" y="33"/>
                      <a:pt x="73" y="33"/>
                    </a:cubicBezTo>
                    <a:cubicBezTo>
                      <a:pt x="145" y="11"/>
                      <a:pt x="219" y="0"/>
                      <a:pt x="296" y="0"/>
                    </a:cubicBezTo>
                    <a:cubicBezTo>
                      <a:pt x="414" y="0"/>
                      <a:pt x="495" y="27"/>
                      <a:pt x="539" y="80"/>
                    </a:cubicBezTo>
                    <a:cubicBezTo>
                      <a:pt x="562" y="109"/>
                      <a:pt x="577" y="152"/>
                      <a:pt x="582" y="209"/>
                    </a:cubicBezTo>
                    <a:cubicBezTo>
                      <a:pt x="584" y="230"/>
                      <a:pt x="585" y="261"/>
                      <a:pt x="585" y="303"/>
                    </a:cubicBezTo>
                    <a:cubicBezTo>
                      <a:pt x="585" y="760"/>
                      <a:pt x="585" y="760"/>
                      <a:pt x="585" y="760"/>
                    </a:cubicBezTo>
                    <a:cubicBezTo>
                      <a:pt x="497" y="783"/>
                      <a:pt x="404" y="795"/>
                      <a:pt x="305" y="795"/>
                    </a:cubicBezTo>
                    <a:cubicBezTo>
                      <a:pt x="211" y="795"/>
                      <a:pt x="138" y="781"/>
                      <a:pt x="86" y="752"/>
                    </a:cubicBezTo>
                    <a:cubicBezTo>
                      <a:pt x="29" y="719"/>
                      <a:pt x="0" y="663"/>
                      <a:pt x="0" y="583"/>
                    </a:cubicBezTo>
                    <a:cubicBezTo>
                      <a:pt x="0" y="491"/>
                      <a:pt x="33" y="423"/>
                      <a:pt x="99" y="380"/>
                    </a:cubicBezTo>
                    <a:cubicBezTo>
                      <a:pt x="149" y="347"/>
                      <a:pt x="233" y="324"/>
                      <a:pt x="350" y="310"/>
                    </a:cubicBezTo>
                    <a:cubicBezTo>
                      <a:pt x="372" y="307"/>
                      <a:pt x="407" y="303"/>
                      <a:pt x="456" y="298"/>
                    </a:cubicBezTo>
                    <a:moveTo>
                      <a:pt x="456" y="372"/>
                    </a:moveTo>
                    <a:cubicBezTo>
                      <a:pt x="378" y="379"/>
                      <a:pt x="318" y="389"/>
                      <a:pt x="278" y="399"/>
                    </a:cubicBezTo>
                    <a:cubicBezTo>
                      <a:pt x="180" y="423"/>
                      <a:pt x="132" y="480"/>
                      <a:pt x="132" y="570"/>
                    </a:cubicBezTo>
                    <a:cubicBezTo>
                      <a:pt x="132" y="619"/>
                      <a:pt x="146" y="655"/>
                      <a:pt x="175" y="679"/>
                    </a:cubicBezTo>
                    <a:cubicBezTo>
                      <a:pt x="206" y="705"/>
                      <a:pt x="256" y="718"/>
                      <a:pt x="325" y="718"/>
                    </a:cubicBezTo>
                    <a:cubicBezTo>
                      <a:pt x="372" y="718"/>
                      <a:pt x="415" y="711"/>
                      <a:pt x="456" y="700"/>
                    </a:cubicBezTo>
                    <a:lnTo>
                      <a:pt x="456" y="372"/>
                    </a:lnTo>
                    <a:close/>
                  </a:path>
                </a:pathLst>
              </a:custGeom>
              <a:solidFill>
                <a:srgbClr val="000000"/>
              </a:solidFill>
              <a:ln w="9525">
                <a:noFill/>
                <a:round/>
                <a:headEnd/>
                <a:tailEnd/>
              </a:ln>
            </p:spPr>
            <p:txBody>
              <a:bodyPr/>
              <a:lstStyle/>
              <a:p>
                <a:endParaRPr lang="ja-JP" altLang="en-US">
                  <a:solidFill>
                    <a:srgbClr val="000000"/>
                  </a:solidFill>
                </a:endParaRPr>
              </a:p>
            </p:txBody>
          </p:sp>
          <p:sp>
            <p:nvSpPr>
              <p:cNvPr id="47" name="Freeform 11"/>
              <p:cNvSpPr>
                <a:spLocks noEditPoints="1"/>
              </p:cNvSpPr>
              <p:nvPr/>
            </p:nvSpPr>
            <p:spPr bwMode="gray">
              <a:xfrm>
                <a:off x="1662" y="2598"/>
                <a:ext cx="119" cy="227"/>
              </a:xfrm>
              <a:custGeom>
                <a:avLst/>
                <a:gdLst>
                  <a:gd name="T0" fmla="*/ 0 w 592"/>
                  <a:gd name="T1" fmla="*/ 0 h 1136"/>
                  <a:gd name="T2" fmla="*/ 0 w 592"/>
                  <a:gd name="T3" fmla="*/ 0 h 1136"/>
                  <a:gd name="T4" fmla="*/ 0 w 592"/>
                  <a:gd name="T5" fmla="*/ 0 h 1136"/>
                  <a:gd name="T6" fmla="*/ 0 w 592"/>
                  <a:gd name="T7" fmla="*/ 0 h 1136"/>
                  <a:gd name="T8" fmla="*/ 0 w 592"/>
                  <a:gd name="T9" fmla="*/ 0 h 1136"/>
                  <a:gd name="T10" fmla="*/ 0 w 592"/>
                  <a:gd name="T11" fmla="*/ 0 h 1136"/>
                  <a:gd name="T12" fmla="*/ 0 w 592"/>
                  <a:gd name="T13" fmla="*/ 0 h 1136"/>
                  <a:gd name="T14" fmla="*/ 0 w 592"/>
                  <a:gd name="T15" fmla="*/ 0 h 1136"/>
                  <a:gd name="T16" fmla="*/ 0 w 592"/>
                  <a:gd name="T17" fmla="*/ 0 h 1136"/>
                  <a:gd name="T18" fmla="*/ 0 w 592"/>
                  <a:gd name="T19" fmla="*/ 0 h 1136"/>
                  <a:gd name="T20" fmla="*/ 0 w 592"/>
                  <a:gd name="T21" fmla="*/ 0 h 1136"/>
                  <a:gd name="T22" fmla="*/ 0 w 592"/>
                  <a:gd name="T23" fmla="*/ 0 h 1136"/>
                  <a:gd name="T24" fmla="*/ 0 w 592"/>
                  <a:gd name="T25" fmla="*/ 0 h 1136"/>
                  <a:gd name="T26" fmla="*/ 0 w 592"/>
                  <a:gd name="T27" fmla="*/ 0 h 1136"/>
                  <a:gd name="T28" fmla="*/ 0 w 592"/>
                  <a:gd name="T29" fmla="*/ 0 h 1136"/>
                  <a:gd name="T30" fmla="*/ 0 w 592"/>
                  <a:gd name="T31" fmla="*/ 0 h 1136"/>
                  <a:gd name="T32" fmla="*/ 0 w 592"/>
                  <a:gd name="T33" fmla="*/ 0 h 1136"/>
                  <a:gd name="T34" fmla="*/ 0 w 592"/>
                  <a:gd name="T35" fmla="*/ 0 h 1136"/>
                  <a:gd name="T36" fmla="*/ 0 w 592"/>
                  <a:gd name="T37" fmla="*/ 0 h 11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92"/>
                  <a:gd name="T58" fmla="*/ 0 h 1136"/>
                  <a:gd name="T59" fmla="*/ 592 w 592"/>
                  <a:gd name="T60" fmla="*/ 1136 h 11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92" h="1136">
                    <a:moveTo>
                      <a:pt x="129" y="742"/>
                    </a:moveTo>
                    <a:cubicBezTo>
                      <a:pt x="129" y="1136"/>
                      <a:pt x="129" y="1136"/>
                      <a:pt x="129" y="1136"/>
                    </a:cubicBezTo>
                    <a:cubicBezTo>
                      <a:pt x="0" y="1136"/>
                      <a:pt x="0" y="1136"/>
                      <a:pt x="0" y="1136"/>
                    </a:cubicBezTo>
                    <a:cubicBezTo>
                      <a:pt x="0" y="30"/>
                      <a:pt x="0" y="30"/>
                      <a:pt x="0" y="30"/>
                    </a:cubicBezTo>
                    <a:cubicBezTo>
                      <a:pt x="89" y="10"/>
                      <a:pt x="175" y="0"/>
                      <a:pt x="260" y="0"/>
                    </a:cubicBezTo>
                    <a:cubicBezTo>
                      <a:pt x="391" y="0"/>
                      <a:pt x="480" y="39"/>
                      <a:pt x="528" y="118"/>
                    </a:cubicBezTo>
                    <a:cubicBezTo>
                      <a:pt x="571" y="188"/>
                      <a:pt x="592" y="281"/>
                      <a:pt x="592" y="396"/>
                    </a:cubicBezTo>
                    <a:cubicBezTo>
                      <a:pt x="592" y="518"/>
                      <a:pt x="565" y="616"/>
                      <a:pt x="511" y="691"/>
                    </a:cubicBezTo>
                    <a:cubicBezTo>
                      <a:pt x="460" y="761"/>
                      <a:pt x="385" y="795"/>
                      <a:pt x="287" y="795"/>
                    </a:cubicBezTo>
                    <a:cubicBezTo>
                      <a:pt x="245" y="795"/>
                      <a:pt x="209" y="789"/>
                      <a:pt x="180" y="775"/>
                    </a:cubicBezTo>
                    <a:cubicBezTo>
                      <a:pt x="166" y="769"/>
                      <a:pt x="149" y="758"/>
                      <a:pt x="129" y="742"/>
                    </a:cubicBezTo>
                    <a:moveTo>
                      <a:pt x="129" y="653"/>
                    </a:moveTo>
                    <a:cubicBezTo>
                      <a:pt x="172" y="696"/>
                      <a:pt x="220" y="718"/>
                      <a:pt x="272" y="718"/>
                    </a:cubicBezTo>
                    <a:cubicBezTo>
                      <a:pt x="338" y="718"/>
                      <a:pt x="387" y="684"/>
                      <a:pt x="418" y="618"/>
                    </a:cubicBezTo>
                    <a:cubicBezTo>
                      <a:pt x="447" y="557"/>
                      <a:pt x="461" y="483"/>
                      <a:pt x="461" y="395"/>
                    </a:cubicBezTo>
                    <a:cubicBezTo>
                      <a:pt x="461" y="284"/>
                      <a:pt x="442" y="202"/>
                      <a:pt x="403" y="147"/>
                    </a:cubicBezTo>
                    <a:cubicBezTo>
                      <a:pt x="372" y="101"/>
                      <a:pt x="318" y="78"/>
                      <a:pt x="241" y="78"/>
                    </a:cubicBezTo>
                    <a:cubicBezTo>
                      <a:pt x="207" y="78"/>
                      <a:pt x="170" y="81"/>
                      <a:pt x="129" y="87"/>
                    </a:cubicBezTo>
                    <a:lnTo>
                      <a:pt x="129" y="653"/>
                    </a:lnTo>
                    <a:close/>
                  </a:path>
                </a:pathLst>
              </a:custGeom>
              <a:solidFill>
                <a:srgbClr val="000000"/>
              </a:solidFill>
              <a:ln w="9525">
                <a:noFill/>
                <a:round/>
                <a:headEnd/>
                <a:tailEnd/>
              </a:ln>
            </p:spPr>
            <p:txBody>
              <a:bodyPr/>
              <a:lstStyle/>
              <a:p>
                <a:endParaRPr lang="ja-JP" altLang="en-US">
                  <a:solidFill>
                    <a:srgbClr val="000000"/>
                  </a:solidFill>
                </a:endParaRPr>
              </a:p>
            </p:txBody>
          </p:sp>
          <p:sp>
            <p:nvSpPr>
              <p:cNvPr id="48" name="Freeform 12"/>
              <p:cNvSpPr>
                <a:spLocks noEditPoints="1"/>
              </p:cNvSpPr>
              <p:nvPr/>
            </p:nvSpPr>
            <p:spPr bwMode="gray">
              <a:xfrm>
                <a:off x="1816" y="2547"/>
                <a:ext cx="32" cy="206"/>
              </a:xfrm>
              <a:custGeom>
                <a:avLst/>
                <a:gdLst>
                  <a:gd name="T0" fmla="*/ 0 w 157"/>
                  <a:gd name="T1" fmla="*/ 0 h 1031"/>
                  <a:gd name="T2" fmla="*/ 0 w 157"/>
                  <a:gd name="T3" fmla="*/ 0 h 1031"/>
                  <a:gd name="T4" fmla="*/ 0 w 157"/>
                  <a:gd name="T5" fmla="*/ 0 h 1031"/>
                  <a:gd name="T6" fmla="*/ 0 w 157"/>
                  <a:gd name="T7" fmla="*/ 0 h 1031"/>
                  <a:gd name="T8" fmla="*/ 0 w 157"/>
                  <a:gd name="T9" fmla="*/ 0 h 1031"/>
                  <a:gd name="T10" fmla="*/ 0 w 157"/>
                  <a:gd name="T11" fmla="*/ 0 h 1031"/>
                  <a:gd name="T12" fmla="*/ 0 w 157"/>
                  <a:gd name="T13" fmla="*/ 0 h 1031"/>
                  <a:gd name="T14" fmla="*/ 0 w 157"/>
                  <a:gd name="T15" fmla="*/ 0 h 1031"/>
                  <a:gd name="T16" fmla="*/ 0 w 157"/>
                  <a:gd name="T17" fmla="*/ 0 h 1031"/>
                  <a:gd name="T18" fmla="*/ 0 w 157"/>
                  <a:gd name="T19" fmla="*/ 0 h 1031"/>
                  <a:gd name="T20" fmla="*/ 0 w 157"/>
                  <a:gd name="T21" fmla="*/ 0 h 1031"/>
                  <a:gd name="T22" fmla="*/ 0 w 157"/>
                  <a:gd name="T23" fmla="*/ 0 h 1031"/>
                  <a:gd name="T24" fmla="*/ 0 w 157"/>
                  <a:gd name="T25" fmla="*/ 0 h 1031"/>
                  <a:gd name="T26" fmla="*/ 0 w 157"/>
                  <a:gd name="T27" fmla="*/ 0 h 103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7"/>
                  <a:gd name="T43" fmla="*/ 0 h 1031"/>
                  <a:gd name="T44" fmla="*/ 157 w 157"/>
                  <a:gd name="T45" fmla="*/ 1031 h 103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7" h="1031">
                    <a:moveTo>
                      <a:pt x="78" y="0"/>
                    </a:moveTo>
                    <a:cubicBezTo>
                      <a:pt x="102" y="0"/>
                      <a:pt x="121" y="9"/>
                      <a:pt x="137" y="26"/>
                    </a:cubicBezTo>
                    <a:cubicBezTo>
                      <a:pt x="150" y="42"/>
                      <a:pt x="157" y="59"/>
                      <a:pt x="157" y="79"/>
                    </a:cubicBezTo>
                    <a:cubicBezTo>
                      <a:pt x="157" y="103"/>
                      <a:pt x="148" y="123"/>
                      <a:pt x="131" y="139"/>
                    </a:cubicBezTo>
                    <a:cubicBezTo>
                      <a:pt x="116" y="152"/>
                      <a:pt x="99" y="159"/>
                      <a:pt x="78" y="159"/>
                    </a:cubicBezTo>
                    <a:cubicBezTo>
                      <a:pt x="54" y="159"/>
                      <a:pt x="35" y="150"/>
                      <a:pt x="20" y="133"/>
                    </a:cubicBezTo>
                    <a:cubicBezTo>
                      <a:pt x="6" y="118"/>
                      <a:pt x="0" y="99"/>
                      <a:pt x="0" y="78"/>
                    </a:cubicBezTo>
                    <a:cubicBezTo>
                      <a:pt x="0" y="56"/>
                      <a:pt x="8" y="37"/>
                      <a:pt x="25" y="20"/>
                    </a:cubicBezTo>
                    <a:cubicBezTo>
                      <a:pt x="40" y="7"/>
                      <a:pt x="58" y="0"/>
                      <a:pt x="78" y="0"/>
                    </a:cubicBezTo>
                    <a:moveTo>
                      <a:pt x="15" y="277"/>
                    </a:moveTo>
                    <a:cubicBezTo>
                      <a:pt x="144" y="277"/>
                      <a:pt x="144" y="277"/>
                      <a:pt x="144" y="277"/>
                    </a:cubicBezTo>
                    <a:cubicBezTo>
                      <a:pt x="144" y="1031"/>
                      <a:pt x="144" y="1031"/>
                      <a:pt x="144" y="1031"/>
                    </a:cubicBezTo>
                    <a:cubicBezTo>
                      <a:pt x="15" y="1031"/>
                      <a:pt x="15" y="1031"/>
                      <a:pt x="15" y="1031"/>
                    </a:cubicBezTo>
                    <a:lnTo>
                      <a:pt x="15" y="277"/>
                    </a:lnTo>
                    <a:close/>
                  </a:path>
                </a:pathLst>
              </a:custGeom>
              <a:solidFill>
                <a:srgbClr val="000000"/>
              </a:solidFill>
              <a:ln w="9525">
                <a:noFill/>
                <a:round/>
                <a:headEnd/>
                <a:tailEnd/>
              </a:ln>
            </p:spPr>
            <p:txBody>
              <a:bodyPr/>
              <a:lstStyle/>
              <a:p>
                <a:endParaRPr lang="ja-JP" altLang="en-US">
                  <a:solidFill>
                    <a:srgbClr val="000000"/>
                  </a:solidFill>
                </a:endParaRPr>
              </a:p>
            </p:txBody>
          </p:sp>
          <p:sp>
            <p:nvSpPr>
              <p:cNvPr id="49" name="Freeform 13"/>
              <p:cNvSpPr>
                <a:spLocks/>
              </p:cNvSpPr>
              <p:nvPr/>
            </p:nvSpPr>
            <p:spPr bwMode="gray">
              <a:xfrm>
                <a:off x="1894" y="2598"/>
                <a:ext cx="114" cy="155"/>
              </a:xfrm>
              <a:custGeom>
                <a:avLst/>
                <a:gdLst>
                  <a:gd name="T0" fmla="*/ 0 w 573"/>
                  <a:gd name="T1" fmla="*/ 0 h 775"/>
                  <a:gd name="T2" fmla="*/ 0 w 573"/>
                  <a:gd name="T3" fmla="*/ 0 h 775"/>
                  <a:gd name="T4" fmla="*/ 0 w 573"/>
                  <a:gd name="T5" fmla="*/ 0 h 775"/>
                  <a:gd name="T6" fmla="*/ 0 w 573"/>
                  <a:gd name="T7" fmla="*/ 0 h 775"/>
                  <a:gd name="T8" fmla="*/ 0 w 573"/>
                  <a:gd name="T9" fmla="*/ 0 h 775"/>
                  <a:gd name="T10" fmla="*/ 0 w 573"/>
                  <a:gd name="T11" fmla="*/ 0 h 775"/>
                  <a:gd name="T12" fmla="*/ 0 w 573"/>
                  <a:gd name="T13" fmla="*/ 0 h 775"/>
                  <a:gd name="T14" fmla="*/ 0 w 573"/>
                  <a:gd name="T15" fmla="*/ 0 h 775"/>
                  <a:gd name="T16" fmla="*/ 0 w 573"/>
                  <a:gd name="T17" fmla="*/ 0 h 775"/>
                  <a:gd name="T18" fmla="*/ 0 w 573"/>
                  <a:gd name="T19" fmla="*/ 0 h 775"/>
                  <a:gd name="T20" fmla="*/ 0 w 573"/>
                  <a:gd name="T21" fmla="*/ 0 h 775"/>
                  <a:gd name="T22" fmla="*/ 0 w 573"/>
                  <a:gd name="T23" fmla="*/ 0 h 775"/>
                  <a:gd name="T24" fmla="*/ 0 w 573"/>
                  <a:gd name="T25" fmla="*/ 0 h 7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73"/>
                  <a:gd name="T40" fmla="*/ 0 h 775"/>
                  <a:gd name="T41" fmla="*/ 573 w 573"/>
                  <a:gd name="T42" fmla="*/ 775 h 7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73" h="775">
                    <a:moveTo>
                      <a:pt x="0" y="775"/>
                    </a:moveTo>
                    <a:cubicBezTo>
                      <a:pt x="0" y="30"/>
                      <a:pt x="0" y="30"/>
                      <a:pt x="0" y="30"/>
                    </a:cubicBezTo>
                    <a:cubicBezTo>
                      <a:pt x="120" y="10"/>
                      <a:pt x="220" y="0"/>
                      <a:pt x="302" y="0"/>
                    </a:cubicBezTo>
                    <a:cubicBezTo>
                      <a:pt x="434" y="0"/>
                      <a:pt x="516" y="39"/>
                      <a:pt x="550" y="119"/>
                    </a:cubicBezTo>
                    <a:cubicBezTo>
                      <a:pt x="565" y="155"/>
                      <a:pt x="573" y="220"/>
                      <a:pt x="573" y="312"/>
                    </a:cubicBezTo>
                    <a:cubicBezTo>
                      <a:pt x="573" y="775"/>
                      <a:pt x="573" y="775"/>
                      <a:pt x="573" y="775"/>
                    </a:cubicBezTo>
                    <a:cubicBezTo>
                      <a:pt x="444" y="775"/>
                      <a:pt x="444" y="775"/>
                      <a:pt x="444" y="775"/>
                    </a:cubicBezTo>
                    <a:cubicBezTo>
                      <a:pt x="444" y="320"/>
                      <a:pt x="444" y="320"/>
                      <a:pt x="444" y="320"/>
                    </a:cubicBezTo>
                    <a:cubicBezTo>
                      <a:pt x="444" y="230"/>
                      <a:pt x="436" y="171"/>
                      <a:pt x="421" y="140"/>
                    </a:cubicBezTo>
                    <a:cubicBezTo>
                      <a:pt x="400" y="99"/>
                      <a:pt x="356" y="78"/>
                      <a:pt x="290" y="78"/>
                    </a:cubicBezTo>
                    <a:cubicBezTo>
                      <a:pt x="237" y="78"/>
                      <a:pt x="184" y="83"/>
                      <a:pt x="130" y="94"/>
                    </a:cubicBezTo>
                    <a:cubicBezTo>
                      <a:pt x="130" y="775"/>
                      <a:pt x="130" y="775"/>
                      <a:pt x="130" y="775"/>
                    </a:cubicBezTo>
                    <a:lnTo>
                      <a:pt x="0" y="775"/>
                    </a:lnTo>
                    <a:close/>
                  </a:path>
                </a:pathLst>
              </a:custGeom>
              <a:solidFill>
                <a:srgbClr val="000000"/>
              </a:solidFill>
              <a:ln w="9525">
                <a:noFill/>
                <a:round/>
                <a:headEnd/>
                <a:tailEnd/>
              </a:ln>
            </p:spPr>
            <p:txBody>
              <a:bodyPr/>
              <a:lstStyle/>
              <a:p>
                <a:endParaRPr lang="ja-JP" altLang="en-US">
                  <a:solidFill>
                    <a:srgbClr val="000000"/>
                  </a:solidFill>
                </a:endParaRPr>
              </a:p>
            </p:txBody>
          </p:sp>
          <p:sp>
            <p:nvSpPr>
              <p:cNvPr id="50" name="Freeform 14"/>
              <p:cNvSpPr>
                <a:spLocks noEditPoints="1"/>
              </p:cNvSpPr>
              <p:nvPr/>
            </p:nvSpPr>
            <p:spPr bwMode="gray">
              <a:xfrm>
                <a:off x="2044" y="2598"/>
                <a:ext cx="119" cy="229"/>
              </a:xfrm>
              <a:custGeom>
                <a:avLst/>
                <a:gdLst>
                  <a:gd name="T0" fmla="*/ 0 w 595"/>
                  <a:gd name="T1" fmla="*/ 0 h 1147"/>
                  <a:gd name="T2" fmla="*/ 0 w 595"/>
                  <a:gd name="T3" fmla="*/ 0 h 1147"/>
                  <a:gd name="T4" fmla="*/ 0 w 595"/>
                  <a:gd name="T5" fmla="*/ 0 h 1147"/>
                  <a:gd name="T6" fmla="*/ 0 w 595"/>
                  <a:gd name="T7" fmla="*/ 0 h 1147"/>
                  <a:gd name="T8" fmla="*/ 0 w 595"/>
                  <a:gd name="T9" fmla="*/ 0 h 1147"/>
                  <a:gd name="T10" fmla="*/ 0 w 595"/>
                  <a:gd name="T11" fmla="*/ 0 h 1147"/>
                  <a:gd name="T12" fmla="*/ 0 w 595"/>
                  <a:gd name="T13" fmla="*/ 0 h 1147"/>
                  <a:gd name="T14" fmla="*/ 0 w 595"/>
                  <a:gd name="T15" fmla="*/ 0 h 1147"/>
                  <a:gd name="T16" fmla="*/ 0 w 595"/>
                  <a:gd name="T17" fmla="*/ 0 h 1147"/>
                  <a:gd name="T18" fmla="*/ 0 w 595"/>
                  <a:gd name="T19" fmla="*/ 0 h 1147"/>
                  <a:gd name="T20" fmla="*/ 0 w 595"/>
                  <a:gd name="T21" fmla="*/ 0 h 1147"/>
                  <a:gd name="T22" fmla="*/ 0 w 595"/>
                  <a:gd name="T23" fmla="*/ 0 h 1147"/>
                  <a:gd name="T24" fmla="*/ 0 w 595"/>
                  <a:gd name="T25" fmla="*/ 0 h 1147"/>
                  <a:gd name="T26" fmla="*/ 0 w 595"/>
                  <a:gd name="T27" fmla="*/ 0 h 1147"/>
                  <a:gd name="T28" fmla="*/ 0 w 595"/>
                  <a:gd name="T29" fmla="*/ 0 h 1147"/>
                  <a:gd name="T30" fmla="*/ 0 w 595"/>
                  <a:gd name="T31" fmla="*/ 0 h 1147"/>
                  <a:gd name="T32" fmla="*/ 0 w 595"/>
                  <a:gd name="T33" fmla="*/ 0 h 1147"/>
                  <a:gd name="T34" fmla="*/ 0 w 595"/>
                  <a:gd name="T35" fmla="*/ 0 h 1147"/>
                  <a:gd name="T36" fmla="*/ 0 w 595"/>
                  <a:gd name="T37" fmla="*/ 0 h 1147"/>
                  <a:gd name="T38" fmla="*/ 0 w 595"/>
                  <a:gd name="T39" fmla="*/ 0 h 1147"/>
                  <a:gd name="T40" fmla="*/ 0 w 595"/>
                  <a:gd name="T41" fmla="*/ 0 h 1147"/>
                  <a:gd name="T42" fmla="*/ 0 w 595"/>
                  <a:gd name="T43" fmla="*/ 0 h 1147"/>
                  <a:gd name="T44" fmla="*/ 0 w 595"/>
                  <a:gd name="T45" fmla="*/ 0 h 1147"/>
                  <a:gd name="T46" fmla="*/ 0 w 595"/>
                  <a:gd name="T47" fmla="*/ 0 h 1147"/>
                  <a:gd name="T48" fmla="*/ 0 w 595"/>
                  <a:gd name="T49" fmla="*/ 0 h 1147"/>
                  <a:gd name="T50" fmla="*/ 0 w 595"/>
                  <a:gd name="T51" fmla="*/ 0 h 1147"/>
                  <a:gd name="T52" fmla="*/ 0 w 595"/>
                  <a:gd name="T53" fmla="*/ 0 h 1147"/>
                  <a:gd name="T54" fmla="*/ 0 w 595"/>
                  <a:gd name="T55" fmla="*/ 0 h 1147"/>
                  <a:gd name="T56" fmla="*/ 0 w 595"/>
                  <a:gd name="T57" fmla="*/ 0 h 1147"/>
                  <a:gd name="T58" fmla="*/ 0 w 595"/>
                  <a:gd name="T59" fmla="*/ 0 h 11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95"/>
                  <a:gd name="T91" fmla="*/ 0 h 1147"/>
                  <a:gd name="T92" fmla="*/ 595 w 595"/>
                  <a:gd name="T93" fmla="*/ 1147 h 11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95" h="1147">
                    <a:moveTo>
                      <a:pt x="466" y="707"/>
                    </a:moveTo>
                    <a:cubicBezTo>
                      <a:pt x="446" y="728"/>
                      <a:pt x="430" y="743"/>
                      <a:pt x="418" y="752"/>
                    </a:cubicBezTo>
                    <a:cubicBezTo>
                      <a:pt x="378" y="781"/>
                      <a:pt x="329" y="795"/>
                      <a:pt x="268" y="795"/>
                    </a:cubicBezTo>
                    <a:cubicBezTo>
                      <a:pt x="201" y="795"/>
                      <a:pt x="146" y="777"/>
                      <a:pt x="102" y="740"/>
                    </a:cubicBezTo>
                    <a:cubicBezTo>
                      <a:pt x="34" y="683"/>
                      <a:pt x="0" y="581"/>
                      <a:pt x="0" y="433"/>
                    </a:cubicBezTo>
                    <a:cubicBezTo>
                      <a:pt x="0" y="313"/>
                      <a:pt x="25" y="215"/>
                      <a:pt x="75" y="137"/>
                    </a:cubicBezTo>
                    <a:cubicBezTo>
                      <a:pt x="133" y="46"/>
                      <a:pt x="226" y="0"/>
                      <a:pt x="356" y="0"/>
                    </a:cubicBezTo>
                    <a:cubicBezTo>
                      <a:pt x="433" y="0"/>
                      <a:pt x="513" y="10"/>
                      <a:pt x="595" y="30"/>
                    </a:cubicBezTo>
                    <a:cubicBezTo>
                      <a:pt x="595" y="628"/>
                      <a:pt x="595" y="628"/>
                      <a:pt x="595" y="628"/>
                    </a:cubicBezTo>
                    <a:cubicBezTo>
                      <a:pt x="595" y="739"/>
                      <a:pt x="590" y="823"/>
                      <a:pt x="580" y="881"/>
                    </a:cubicBezTo>
                    <a:cubicBezTo>
                      <a:pt x="563" y="986"/>
                      <a:pt x="516" y="1059"/>
                      <a:pt x="441" y="1099"/>
                    </a:cubicBezTo>
                    <a:cubicBezTo>
                      <a:pt x="380" y="1131"/>
                      <a:pt x="299" y="1147"/>
                      <a:pt x="200" y="1147"/>
                    </a:cubicBezTo>
                    <a:cubicBezTo>
                      <a:pt x="172" y="1147"/>
                      <a:pt x="140" y="1145"/>
                      <a:pt x="103" y="1141"/>
                    </a:cubicBezTo>
                    <a:cubicBezTo>
                      <a:pt x="103" y="1064"/>
                      <a:pt x="103" y="1064"/>
                      <a:pt x="103" y="1064"/>
                    </a:cubicBezTo>
                    <a:cubicBezTo>
                      <a:pt x="136" y="1068"/>
                      <a:pt x="168" y="1069"/>
                      <a:pt x="199" y="1069"/>
                    </a:cubicBezTo>
                    <a:cubicBezTo>
                      <a:pt x="270" y="1069"/>
                      <a:pt x="322" y="1060"/>
                      <a:pt x="357" y="1041"/>
                    </a:cubicBezTo>
                    <a:cubicBezTo>
                      <a:pt x="408" y="1014"/>
                      <a:pt x="440" y="966"/>
                      <a:pt x="454" y="896"/>
                    </a:cubicBezTo>
                    <a:cubicBezTo>
                      <a:pt x="462" y="857"/>
                      <a:pt x="466" y="808"/>
                      <a:pt x="466" y="748"/>
                    </a:cubicBezTo>
                    <a:lnTo>
                      <a:pt x="466" y="707"/>
                    </a:lnTo>
                    <a:close/>
                    <a:moveTo>
                      <a:pt x="466" y="85"/>
                    </a:moveTo>
                    <a:cubicBezTo>
                      <a:pt x="430" y="80"/>
                      <a:pt x="398" y="78"/>
                      <a:pt x="369" y="78"/>
                    </a:cubicBezTo>
                    <a:cubicBezTo>
                      <a:pt x="315" y="78"/>
                      <a:pt x="272" y="89"/>
                      <a:pt x="242" y="111"/>
                    </a:cubicBezTo>
                    <a:cubicBezTo>
                      <a:pt x="207" y="136"/>
                      <a:pt x="179" y="180"/>
                      <a:pt x="159" y="244"/>
                    </a:cubicBezTo>
                    <a:cubicBezTo>
                      <a:pt x="141" y="299"/>
                      <a:pt x="132" y="364"/>
                      <a:pt x="132" y="438"/>
                    </a:cubicBezTo>
                    <a:cubicBezTo>
                      <a:pt x="132" y="540"/>
                      <a:pt x="149" y="615"/>
                      <a:pt x="183" y="662"/>
                    </a:cubicBezTo>
                    <a:cubicBezTo>
                      <a:pt x="209" y="699"/>
                      <a:pt x="243" y="718"/>
                      <a:pt x="286" y="718"/>
                    </a:cubicBezTo>
                    <a:cubicBezTo>
                      <a:pt x="323" y="718"/>
                      <a:pt x="357" y="706"/>
                      <a:pt x="388" y="683"/>
                    </a:cubicBezTo>
                    <a:cubicBezTo>
                      <a:pt x="420" y="660"/>
                      <a:pt x="442" y="629"/>
                      <a:pt x="455" y="592"/>
                    </a:cubicBezTo>
                    <a:cubicBezTo>
                      <a:pt x="462" y="572"/>
                      <a:pt x="466" y="543"/>
                      <a:pt x="466" y="505"/>
                    </a:cubicBezTo>
                    <a:lnTo>
                      <a:pt x="466" y="85"/>
                    </a:lnTo>
                    <a:close/>
                  </a:path>
                </a:pathLst>
              </a:custGeom>
              <a:solidFill>
                <a:srgbClr val="000000"/>
              </a:solidFill>
              <a:ln w="9525">
                <a:noFill/>
                <a:round/>
                <a:headEnd/>
                <a:tailEnd/>
              </a:ln>
            </p:spPr>
            <p:txBody>
              <a:bodyPr/>
              <a:lstStyle/>
              <a:p>
                <a:endParaRPr lang="ja-JP" altLang="en-US">
                  <a:solidFill>
                    <a:srgbClr val="000000"/>
                  </a:solidFill>
                </a:endParaRPr>
              </a:p>
            </p:txBody>
          </p:sp>
          <p:sp>
            <p:nvSpPr>
              <p:cNvPr id="51" name="Freeform 15"/>
              <p:cNvSpPr>
                <a:spLocks/>
              </p:cNvSpPr>
              <p:nvPr/>
            </p:nvSpPr>
            <p:spPr bwMode="gray">
              <a:xfrm>
                <a:off x="2280" y="2561"/>
                <a:ext cx="67" cy="192"/>
              </a:xfrm>
              <a:custGeom>
                <a:avLst/>
                <a:gdLst>
                  <a:gd name="T0" fmla="*/ 0 w 332"/>
                  <a:gd name="T1" fmla="*/ 0 h 958"/>
                  <a:gd name="T2" fmla="*/ 0 w 332"/>
                  <a:gd name="T3" fmla="*/ 0 h 958"/>
                  <a:gd name="T4" fmla="*/ 0 w 332"/>
                  <a:gd name="T5" fmla="*/ 0 h 958"/>
                  <a:gd name="T6" fmla="*/ 0 w 332"/>
                  <a:gd name="T7" fmla="*/ 0 h 958"/>
                  <a:gd name="T8" fmla="*/ 0 w 332"/>
                  <a:gd name="T9" fmla="*/ 0 h 958"/>
                  <a:gd name="T10" fmla="*/ 0 w 332"/>
                  <a:gd name="T11" fmla="*/ 0 h 958"/>
                  <a:gd name="T12" fmla="*/ 0 w 332"/>
                  <a:gd name="T13" fmla="*/ 0 h 958"/>
                  <a:gd name="T14" fmla="*/ 0 w 332"/>
                  <a:gd name="T15" fmla="*/ 0 h 958"/>
                  <a:gd name="T16" fmla="*/ 0 w 332"/>
                  <a:gd name="T17" fmla="*/ 0 h 958"/>
                  <a:gd name="T18" fmla="*/ 0 w 332"/>
                  <a:gd name="T19" fmla="*/ 0 h 958"/>
                  <a:gd name="T20" fmla="*/ 0 w 332"/>
                  <a:gd name="T21" fmla="*/ 0 h 958"/>
                  <a:gd name="T22" fmla="*/ 0 w 332"/>
                  <a:gd name="T23" fmla="*/ 0 h 958"/>
                  <a:gd name="T24" fmla="*/ 0 w 332"/>
                  <a:gd name="T25" fmla="*/ 0 h 958"/>
                  <a:gd name="T26" fmla="*/ 0 w 332"/>
                  <a:gd name="T27" fmla="*/ 0 h 958"/>
                  <a:gd name="T28" fmla="*/ 0 w 332"/>
                  <a:gd name="T29" fmla="*/ 0 h 958"/>
                  <a:gd name="T30" fmla="*/ 0 w 332"/>
                  <a:gd name="T31" fmla="*/ 0 h 958"/>
                  <a:gd name="T32" fmla="*/ 0 w 332"/>
                  <a:gd name="T33" fmla="*/ 0 h 9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2"/>
                  <a:gd name="T52" fmla="*/ 0 h 958"/>
                  <a:gd name="T53" fmla="*/ 332 w 332"/>
                  <a:gd name="T54" fmla="*/ 958 h 95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2" h="958">
                    <a:moveTo>
                      <a:pt x="0" y="0"/>
                    </a:moveTo>
                    <a:cubicBezTo>
                      <a:pt x="129" y="0"/>
                      <a:pt x="129" y="0"/>
                      <a:pt x="129" y="0"/>
                    </a:cubicBezTo>
                    <a:cubicBezTo>
                      <a:pt x="129" y="204"/>
                      <a:pt x="129" y="204"/>
                      <a:pt x="129" y="204"/>
                    </a:cubicBezTo>
                    <a:cubicBezTo>
                      <a:pt x="332" y="204"/>
                      <a:pt x="332" y="204"/>
                      <a:pt x="332" y="204"/>
                    </a:cubicBezTo>
                    <a:cubicBezTo>
                      <a:pt x="332" y="286"/>
                      <a:pt x="332" y="286"/>
                      <a:pt x="332" y="286"/>
                    </a:cubicBezTo>
                    <a:cubicBezTo>
                      <a:pt x="129" y="286"/>
                      <a:pt x="129" y="286"/>
                      <a:pt x="129" y="286"/>
                    </a:cubicBezTo>
                    <a:cubicBezTo>
                      <a:pt x="129" y="686"/>
                      <a:pt x="129" y="686"/>
                      <a:pt x="129" y="686"/>
                    </a:cubicBezTo>
                    <a:cubicBezTo>
                      <a:pt x="129" y="762"/>
                      <a:pt x="140" y="813"/>
                      <a:pt x="163" y="840"/>
                    </a:cubicBezTo>
                    <a:cubicBezTo>
                      <a:pt x="179" y="858"/>
                      <a:pt x="203" y="869"/>
                      <a:pt x="235" y="873"/>
                    </a:cubicBezTo>
                    <a:cubicBezTo>
                      <a:pt x="245" y="875"/>
                      <a:pt x="264" y="875"/>
                      <a:pt x="290" y="875"/>
                    </a:cubicBezTo>
                    <a:cubicBezTo>
                      <a:pt x="332" y="875"/>
                      <a:pt x="332" y="875"/>
                      <a:pt x="332" y="875"/>
                    </a:cubicBezTo>
                    <a:cubicBezTo>
                      <a:pt x="332" y="958"/>
                      <a:pt x="332" y="958"/>
                      <a:pt x="332" y="958"/>
                    </a:cubicBezTo>
                    <a:cubicBezTo>
                      <a:pt x="263" y="958"/>
                      <a:pt x="263" y="958"/>
                      <a:pt x="263" y="958"/>
                    </a:cubicBezTo>
                    <a:cubicBezTo>
                      <a:pt x="207" y="958"/>
                      <a:pt x="164" y="953"/>
                      <a:pt x="132" y="945"/>
                    </a:cubicBezTo>
                    <a:cubicBezTo>
                      <a:pt x="67" y="927"/>
                      <a:pt x="27" y="884"/>
                      <a:pt x="12" y="817"/>
                    </a:cubicBezTo>
                    <a:cubicBezTo>
                      <a:pt x="4" y="781"/>
                      <a:pt x="0" y="731"/>
                      <a:pt x="0" y="667"/>
                    </a:cubicBezTo>
                    <a:lnTo>
                      <a:pt x="0" y="0"/>
                    </a:lnTo>
                    <a:close/>
                  </a:path>
                </a:pathLst>
              </a:custGeom>
              <a:solidFill>
                <a:srgbClr val="000000"/>
              </a:solidFill>
              <a:ln w="9525">
                <a:noFill/>
                <a:round/>
                <a:headEnd/>
                <a:tailEnd/>
              </a:ln>
            </p:spPr>
            <p:txBody>
              <a:bodyPr/>
              <a:lstStyle/>
              <a:p>
                <a:endParaRPr lang="ja-JP" altLang="en-US">
                  <a:solidFill>
                    <a:srgbClr val="000000"/>
                  </a:solidFill>
                </a:endParaRPr>
              </a:p>
            </p:txBody>
          </p:sp>
          <p:sp>
            <p:nvSpPr>
              <p:cNvPr id="52" name="Freeform 16"/>
              <p:cNvSpPr>
                <a:spLocks noEditPoints="1"/>
              </p:cNvSpPr>
              <p:nvPr/>
            </p:nvSpPr>
            <p:spPr bwMode="gray">
              <a:xfrm>
                <a:off x="2374" y="2598"/>
                <a:ext cx="127" cy="159"/>
              </a:xfrm>
              <a:custGeom>
                <a:avLst/>
                <a:gdLst>
                  <a:gd name="T0" fmla="*/ 0 w 634"/>
                  <a:gd name="T1" fmla="*/ 0 h 795"/>
                  <a:gd name="T2" fmla="*/ 0 w 634"/>
                  <a:gd name="T3" fmla="*/ 0 h 795"/>
                  <a:gd name="T4" fmla="*/ 0 w 634"/>
                  <a:gd name="T5" fmla="*/ 0 h 795"/>
                  <a:gd name="T6" fmla="*/ 0 w 634"/>
                  <a:gd name="T7" fmla="*/ 0 h 795"/>
                  <a:gd name="T8" fmla="*/ 0 w 634"/>
                  <a:gd name="T9" fmla="*/ 0 h 795"/>
                  <a:gd name="T10" fmla="*/ 0 w 634"/>
                  <a:gd name="T11" fmla="*/ 0 h 795"/>
                  <a:gd name="T12" fmla="*/ 0 w 634"/>
                  <a:gd name="T13" fmla="*/ 0 h 795"/>
                  <a:gd name="T14" fmla="*/ 0 w 634"/>
                  <a:gd name="T15" fmla="*/ 0 h 795"/>
                  <a:gd name="T16" fmla="*/ 0 w 634"/>
                  <a:gd name="T17" fmla="*/ 0 h 795"/>
                  <a:gd name="T18" fmla="*/ 0 w 634"/>
                  <a:gd name="T19" fmla="*/ 0 h 795"/>
                  <a:gd name="T20" fmla="*/ 0 w 634"/>
                  <a:gd name="T21" fmla="*/ 0 h 795"/>
                  <a:gd name="T22" fmla="*/ 0 w 634"/>
                  <a:gd name="T23" fmla="*/ 0 h 795"/>
                  <a:gd name="T24" fmla="*/ 0 w 634"/>
                  <a:gd name="T25" fmla="*/ 0 h 795"/>
                  <a:gd name="T26" fmla="*/ 0 w 634"/>
                  <a:gd name="T27" fmla="*/ 0 h 795"/>
                  <a:gd name="T28" fmla="*/ 0 w 634"/>
                  <a:gd name="T29" fmla="*/ 0 h 795"/>
                  <a:gd name="T30" fmla="*/ 0 w 634"/>
                  <a:gd name="T31" fmla="*/ 0 h 795"/>
                  <a:gd name="T32" fmla="*/ 0 w 634"/>
                  <a:gd name="T33" fmla="*/ 0 h 79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34"/>
                  <a:gd name="T52" fmla="*/ 0 h 795"/>
                  <a:gd name="T53" fmla="*/ 634 w 634"/>
                  <a:gd name="T54" fmla="*/ 795 h 79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34" h="795">
                    <a:moveTo>
                      <a:pt x="318" y="0"/>
                    </a:moveTo>
                    <a:cubicBezTo>
                      <a:pt x="426" y="0"/>
                      <a:pt x="506" y="36"/>
                      <a:pt x="559" y="107"/>
                    </a:cubicBezTo>
                    <a:cubicBezTo>
                      <a:pt x="609" y="176"/>
                      <a:pt x="634" y="273"/>
                      <a:pt x="634" y="398"/>
                    </a:cubicBezTo>
                    <a:cubicBezTo>
                      <a:pt x="634" y="521"/>
                      <a:pt x="609" y="618"/>
                      <a:pt x="559" y="688"/>
                    </a:cubicBezTo>
                    <a:cubicBezTo>
                      <a:pt x="507" y="760"/>
                      <a:pt x="427" y="795"/>
                      <a:pt x="318" y="795"/>
                    </a:cubicBezTo>
                    <a:cubicBezTo>
                      <a:pt x="106" y="795"/>
                      <a:pt x="0" y="661"/>
                      <a:pt x="0" y="393"/>
                    </a:cubicBezTo>
                    <a:cubicBezTo>
                      <a:pt x="0" y="271"/>
                      <a:pt x="26" y="176"/>
                      <a:pt x="76" y="107"/>
                    </a:cubicBezTo>
                    <a:cubicBezTo>
                      <a:pt x="129" y="36"/>
                      <a:pt x="209" y="0"/>
                      <a:pt x="318" y="0"/>
                    </a:cubicBezTo>
                    <a:moveTo>
                      <a:pt x="318" y="78"/>
                    </a:moveTo>
                    <a:cubicBezTo>
                      <a:pt x="245" y="78"/>
                      <a:pt x="194" y="110"/>
                      <a:pt x="166" y="176"/>
                    </a:cubicBezTo>
                    <a:cubicBezTo>
                      <a:pt x="144" y="230"/>
                      <a:pt x="132" y="303"/>
                      <a:pt x="132" y="394"/>
                    </a:cubicBezTo>
                    <a:cubicBezTo>
                      <a:pt x="132" y="490"/>
                      <a:pt x="144" y="565"/>
                      <a:pt x="166" y="619"/>
                    </a:cubicBezTo>
                    <a:cubicBezTo>
                      <a:pt x="194" y="685"/>
                      <a:pt x="245" y="718"/>
                      <a:pt x="318" y="718"/>
                    </a:cubicBezTo>
                    <a:cubicBezTo>
                      <a:pt x="391" y="718"/>
                      <a:pt x="441" y="685"/>
                      <a:pt x="468" y="619"/>
                    </a:cubicBezTo>
                    <a:cubicBezTo>
                      <a:pt x="491" y="565"/>
                      <a:pt x="503" y="491"/>
                      <a:pt x="503" y="398"/>
                    </a:cubicBezTo>
                    <a:cubicBezTo>
                      <a:pt x="503" y="302"/>
                      <a:pt x="491" y="228"/>
                      <a:pt x="468" y="176"/>
                    </a:cubicBezTo>
                    <a:cubicBezTo>
                      <a:pt x="440" y="110"/>
                      <a:pt x="390" y="78"/>
                      <a:pt x="318" y="78"/>
                    </a:cubicBezTo>
                  </a:path>
                </a:pathLst>
              </a:custGeom>
              <a:solidFill>
                <a:srgbClr val="000000"/>
              </a:solidFill>
              <a:ln w="9525">
                <a:noFill/>
                <a:round/>
                <a:headEnd/>
                <a:tailEnd/>
              </a:ln>
            </p:spPr>
            <p:txBody>
              <a:bodyPr/>
              <a:lstStyle/>
              <a:p>
                <a:endParaRPr lang="ja-JP" altLang="en-US">
                  <a:solidFill>
                    <a:srgbClr val="000000"/>
                  </a:solidFill>
                </a:endParaRPr>
              </a:p>
            </p:txBody>
          </p:sp>
          <p:sp>
            <p:nvSpPr>
              <p:cNvPr id="53" name="Freeform 17"/>
              <p:cNvSpPr>
                <a:spLocks/>
              </p:cNvSpPr>
              <p:nvPr/>
            </p:nvSpPr>
            <p:spPr bwMode="gray">
              <a:xfrm>
                <a:off x="2538" y="2598"/>
                <a:ext cx="195" cy="155"/>
              </a:xfrm>
              <a:custGeom>
                <a:avLst/>
                <a:gdLst>
                  <a:gd name="T0" fmla="*/ 0 w 974"/>
                  <a:gd name="T1" fmla="*/ 0 h 775"/>
                  <a:gd name="T2" fmla="*/ 0 w 974"/>
                  <a:gd name="T3" fmla="*/ 0 h 775"/>
                  <a:gd name="T4" fmla="*/ 0 w 974"/>
                  <a:gd name="T5" fmla="*/ 0 h 775"/>
                  <a:gd name="T6" fmla="*/ 0 w 974"/>
                  <a:gd name="T7" fmla="*/ 0 h 775"/>
                  <a:gd name="T8" fmla="*/ 0 w 974"/>
                  <a:gd name="T9" fmla="*/ 0 h 775"/>
                  <a:gd name="T10" fmla="*/ 0 w 974"/>
                  <a:gd name="T11" fmla="*/ 0 h 775"/>
                  <a:gd name="T12" fmla="*/ 0 w 974"/>
                  <a:gd name="T13" fmla="*/ 0 h 775"/>
                  <a:gd name="T14" fmla="*/ 0 w 974"/>
                  <a:gd name="T15" fmla="*/ 0 h 775"/>
                  <a:gd name="T16" fmla="*/ 0 w 974"/>
                  <a:gd name="T17" fmla="*/ 0 h 775"/>
                  <a:gd name="T18" fmla="*/ 0 w 974"/>
                  <a:gd name="T19" fmla="*/ 0 h 775"/>
                  <a:gd name="T20" fmla="*/ 0 w 974"/>
                  <a:gd name="T21" fmla="*/ 0 h 775"/>
                  <a:gd name="T22" fmla="*/ 0 w 974"/>
                  <a:gd name="T23" fmla="*/ 0 h 775"/>
                  <a:gd name="T24" fmla="*/ 0 w 974"/>
                  <a:gd name="T25" fmla="*/ 0 h 775"/>
                  <a:gd name="T26" fmla="*/ 0 w 974"/>
                  <a:gd name="T27" fmla="*/ 0 h 775"/>
                  <a:gd name="T28" fmla="*/ 0 w 974"/>
                  <a:gd name="T29" fmla="*/ 0 h 775"/>
                  <a:gd name="T30" fmla="*/ 0 w 974"/>
                  <a:gd name="T31" fmla="*/ 0 h 775"/>
                  <a:gd name="T32" fmla="*/ 0 w 974"/>
                  <a:gd name="T33" fmla="*/ 0 h 775"/>
                  <a:gd name="T34" fmla="*/ 0 w 974"/>
                  <a:gd name="T35" fmla="*/ 0 h 775"/>
                  <a:gd name="T36" fmla="*/ 0 w 974"/>
                  <a:gd name="T37" fmla="*/ 0 h 775"/>
                  <a:gd name="T38" fmla="*/ 0 w 974"/>
                  <a:gd name="T39" fmla="*/ 0 h 775"/>
                  <a:gd name="T40" fmla="*/ 0 w 974"/>
                  <a:gd name="T41" fmla="*/ 0 h 77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74"/>
                  <a:gd name="T64" fmla="*/ 0 h 775"/>
                  <a:gd name="T65" fmla="*/ 974 w 974"/>
                  <a:gd name="T66" fmla="*/ 775 h 77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74" h="775">
                    <a:moveTo>
                      <a:pt x="0" y="775"/>
                    </a:moveTo>
                    <a:cubicBezTo>
                      <a:pt x="0" y="30"/>
                      <a:pt x="0" y="30"/>
                      <a:pt x="0" y="30"/>
                    </a:cubicBezTo>
                    <a:cubicBezTo>
                      <a:pt x="117" y="10"/>
                      <a:pt x="210" y="0"/>
                      <a:pt x="278" y="0"/>
                    </a:cubicBezTo>
                    <a:cubicBezTo>
                      <a:pt x="367" y="0"/>
                      <a:pt x="435" y="16"/>
                      <a:pt x="480" y="49"/>
                    </a:cubicBezTo>
                    <a:cubicBezTo>
                      <a:pt x="561" y="16"/>
                      <a:pt x="642" y="0"/>
                      <a:pt x="722" y="0"/>
                    </a:cubicBezTo>
                    <a:cubicBezTo>
                      <a:pt x="843" y="0"/>
                      <a:pt x="920" y="40"/>
                      <a:pt x="952" y="119"/>
                    </a:cubicBezTo>
                    <a:cubicBezTo>
                      <a:pt x="967" y="156"/>
                      <a:pt x="974" y="220"/>
                      <a:pt x="974" y="312"/>
                    </a:cubicBezTo>
                    <a:cubicBezTo>
                      <a:pt x="974" y="775"/>
                      <a:pt x="974" y="775"/>
                      <a:pt x="974" y="775"/>
                    </a:cubicBezTo>
                    <a:cubicBezTo>
                      <a:pt x="845" y="775"/>
                      <a:pt x="845" y="775"/>
                      <a:pt x="845" y="775"/>
                    </a:cubicBezTo>
                    <a:cubicBezTo>
                      <a:pt x="845" y="320"/>
                      <a:pt x="845" y="320"/>
                      <a:pt x="845" y="320"/>
                    </a:cubicBezTo>
                    <a:cubicBezTo>
                      <a:pt x="845" y="231"/>
                      <a:pt x="838" y="172"/>
                      <a:pt x="824" y="141"/>
                    </a:cubicBezTo>
                    <a:cubicBezTo>
                      <a:pt x="805" y="99"/>
                      <a:pt x="765" y="78"/>
                      <a:pt x="705" y="78"/>
                    </a:cubicBezTo>
                    <a:cubicBezTo>
                      <a:pt x="654" y="78"/>
                      <a:pt x="603" y="90"/>
                      <a:pt x="551" y="113"/>
                    </a:cubicBezTo>
                    <a:cubicBezTo>
                      <a:pt x="551" y="775"/>
                      <a:pt x="551" y="775"/>
                      <a:pt x="551" y="775"/>
                    </a:cubicBezTo>
                    <a:cubicBezTo>
                      <a:pt x="422" y="775"/>
                      <a:pt x="422" y="775"/>
                      <a:pt x="422" y="775"/>
                    </a:cubicBezTo>
                    <a:cubicBezTo>
                      <a:pt x="422" y="314"/>
                      <a:pt x="422" y="314"/>
                      <a:pt x="422" y="314"/>
                    </a:cubicBezTo>
                    <a:cubicBezTo>
                      <a:pt x="422" y="229"/>
                      <a:pt x="415" y="171"/>
                      <a:pt x="401" y="141"/>
                    </a:cubicBezTo>
                    <a:cubicBezTo>
                      <a:pt x="382" y="99"/>
                      <a:pt x="341" y="78"/>
                      <a:pt x="278" y="78"/>
                    </a:cubicBezTo>
                    <a:cubicBezTo>
                      <a:pt x="231" y="78"/>
                      <a:pt x="181" y="83"/>
                      <a:pt x="128" y="94"/>
                    </a:cubicBezTo>
                    <a:cubicBezTo>
                      <a:pt x="128" y="775"/>
                      <a:pt x="128" y="775"/>
                      <a:pt x="128" y="775"/>
                    </a:cubicBezTo>
                    <a:lnTo>
                      <a:pt x="0" y="775"/>
                    </a:lnTo>
                    <a:close/>
                  </a:path>
                </a:pathLst>
              </a:custGeom>
              <a:solidFill>
                <a:srgbClr val="000000"/>
              </a:solidFill>
              <a:ln w="9525">
                <a:noFill/>
                <a:round/>
                <a:headEnd/>
                <a:tailEnd/>
              </a:ln>
            </p:spPr>
            <p:txBody>
              <a:bodyPr/>
              <a:lstStyle/>
              <a:p>
                <a:endParaRPr lang="ja-JP" altLang="en-US">
                  <a:solidFill>
                    <a:srgbClr val="000000"/>
                  </a:solidFill>
                </a:endParaRPr>
              </a:p>
            </p:txBody>
          </p:sp>
          <p:sp>
            <p:nvSpPr>
              <p:cNvPr id="54" name="Freeform 18"/>
              <p:cNvSpPr>
                <a:spLocks noEditPoints="1"/>
              </p:cNvSpPr>
              <p:nvPr/>
            </p:nvSpPr>
            <p:spPr bwMode="gray">
              <a:xfrm>
                <a:off x="2768" y="2598"/>
                <a:ext cx="127" cy="159"/>
              </a:xfrm>
              <a:custGeom>
                <a:avLst/>
                <a:gdLst>
                  <a:gd name="T0" fmla="*/ 0 w 635"/>
                  <a:gd name="T1" fmla="*/ 0 h 795"/>
                  <a:gd name="T2" fmla="*/ 0 w 635"/>
                  <a:gd name="T3" fmla="*/ 0 h 795"/>
                  <a:gd name="T4" fmla="*/ 0 w 635"/>
                  <a:gd name="T5" fmla="*/ 0 h 795"/>
                  <a:gd name="T6" fmla="*/ 0 w 635"/>
                  <a:gd name="T7" fmla="*/ 0 h 795"/>
                  <a:gd name="T8" fmla="*/ 0 w 635"/>
                  <a:gd name="T9" fmla="*/ 0 h 795"/>
                  <a:gd name="T10" fmla="*/ 0 w 635"/>
                  <a:gd name="T11" fmla="*/ 0 h 795"/>
                  <a:gd name="T12" fmla="*/ 0 w 635"/>
                  <a:gd name="T13" fmla="*/ 0 h 795"/>
                  <a:gd name="T14" fmla="*/ 0 w 635"/>
                  <a:gd name="T15" fmla="*/ 0 h 795"/>
                  <a:gd name="T16" fmla="*/ 0 w 635"/>
                  <a:gd name="T17" fmla="*/ 0 h 795"/>
                  <a:gd name="T18" fmla="*/ 0 w 635"/>
                  <a:gd name="T19" fmla="*/ 0 h 795"/>
                  <a:gd name="T20" fmla="*/ 0 w 635"/>
                  <a:gd name="T21" fmla="*/ 0 h 795"/>
                  <a:gd name="T22" fmla="*/ 0 w 635"/>
                  <a:gd name="T23" fmla="*/ 0 h 795"/>
                  <a:gd name="T24" fmla="*/ 0 w 635"/>
                  <a:gd name="T25" fmla="*/ 0 h 795"/>
                  <a:gd name="T26" fmla="*/ 0 w 635"/>
                  <a:gd name="T27" fmla="*/ 0 h 795"/>
                  <a:gd name="T28" fmla="*/ 0 w 635"/>
                  <a:gd name="T29" fmla="*/ 0 h 795"/>
                  <a:gd name="T30" fmla="*/ 0 w 635"/>
                  <a:gd name="T31" fmla="*/ 0 h 795"/>
                  <a:gd name="T32" fmla="*/ 0 w 635"/>
                  <a:gd name="T33" fmla="*/ 0 h 79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35"/>
                  <a:gd name="T52" fmla="*/ 0 h 795"/>
                  <a:gd name="T53" fmla="*/ 635 w 635"/>
                  <a:gd name="T54" fmla="*/ 795 h 79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35" h="795">
                    <a:moveTo>
                      <a:pt x="318" y="0"/>
                    </a:moveTo>
                    <a:cubicBezTo>
                      <a:pt x="426" y="0"/>
                      <a:pt x="506" y="36"/>
                      <a:pt x="559" y="107"/>
                    </a:cubicBezTo>
                    <a:cubicBezTo>
                      <a:pt x="609" y="176"/>
                      <a:pt x="635" y="273"/>
                      <a:pt x="635" y="398"/>
                    </a:cubicBezTo>
                    <a:cubicBezTo>
                      <a:pt x="635" y="521"/>
                      <a:pt x="609" y="618"/>
                      <a:pt x="559" y="688"/>
                    </a:cubicBezTo>
                    <a:cubicBezTo>
                      <a:pt x="507" y="760"/>
                      <a:pt x="427" y="795"/>
                      <a:pt x="319" y="795"/>
                    </a:cubicBezTo>
                    <a:cubicBezTo>
                      <a:pt x="107" y="795"/>
                      <a:pt x="0" y="661"/>
                      <a:pt x="0" y="393"/>
                    </a:cubicBezTo>
                    <a:cubicBezTo>
                      <a:pt x="0" y="271"/>
                      <a:pt x="26" y="176"/>
                      <a:pt x="77" y="107"/>
                    </a:cubicBezTo>
                    <a:cubicBezTo>
                      <a:pt x="129" y="36"/>
                      <a:pt x="209" y="0"/>
                      <a:pt x="318" y="0"/>
                    </a:cubicBezTo>
                    <a:moveTo>
                      <a:pt x="318" y="78"/>
                    </a:moveTo>
                    <a:cubicBezTo>
                      <a:pt x="245" y="78"/>
                      <a:pt x="194" y="110"/>
                      <a:pt x="167" y="176"/>
                    </a:cubicBezTo>
                    <a:cubicBezTo>
                      <a:pt x="144" y="230"/>
                      <a:pt x="132" y="303"/>
                      <a:pt x="132" y="394"/>
                    </a:cubicBezTo>
                    <a:cubicBezTo>
                      <a:pt x="132" y="490"/>
                      <a:pt x="144" y="565"/>
                      <a:pt x="167" y="619"/>
                    </a:cubicBezTo>
                    <a:cubicBezTo>
                      <a:pt x="194" y="685"/>
                      <a:pt x="245" y="718"/>
                      <a:pt x="318" y="718"/>
                    </a:cubicBezTo>
                    <a:cubicBezTo>
                      <a:pt x="391" y="718"/>
                      <a:pt x="441" y="685"/>
                      <a:pt x="468" y="619"/>
                    </a:cubicBezTo>
                    <a:cubicBezTo>
                      <a:pt x="491" y="565"/>
                      <a:pt x="503" y="491"/>
                      <a:pt x="503" y="398"/>
                    </a:cubicBezTo>
                    <a:cubicBezTo>
                      <a:pt x="503" y="302"/>
                      <a:pt x="491" y="228"/>
                      <a:pt x="468" y="176"/>
                    </a:cubicBezTo>
                    <a:cubicBezTo>
                      <a:pt x="440" y="110"/>
                      <a:pt x="390" y="78"/>
                      <a:pt x="318" y="78"/>
                    </a:cubicBezTo>
                  </a:path>
                </a:pathLst>
              </a:custGeom>
              <a:solidFill>
                <a:srgbClr val="000000"/>
              </a:solidFill>
              <a:ln w="9525">
                <a:noFill/>
                <a:round/>
                <a:headEnd/>
                <a:tailEnd/>
              </a:ln>
            </p:spPr>
            <p:txBody>
              <a:bodyPr/>
              <a:lstStyle/>
              <a:p>
                <a:endParaRPr lang="ja-JP" altLang="en-US">
                  <a:solidFill>
                    <a:srgbClr val="000000"/>
                  </a:solidFill>
                </a:endParaRPr>
              </a:p>
            </p:txBody>
          </p:sp>
          <p:sp>
            <p:nvSpPr>
              <p:cNvPr id="55" name="Freeform 19"/>
              <p:cNvSpPr>
                <a:spLocks/>
              </p:cNvSpPr>
              <p:nvPr/>
            </p:nvSpPr>
            <p:spPr bwMode="gray">
              <a:xfrm>
                <a:off x="2934" y="2598"/>
                <a:ext cx="65" cy="155"/>
              </a:xfrm>
              <a:custGeom>
                <a:avLst/>
                <a:gdLst>
                  <a:gd name="T0" fmla="*/ 0 w 326"/>
                  <a:gd name="T1" fmla="*/ 0 h 775"/>
                  <a:gd name="T2" fmla="*/ 0 w 326"/>
                  <a:gd name="T3" fmla="*/ 0 h 775"/>
                  <a:gd name="T4" fmla="*/ 0 w 326"/>
                  <a:gd name="T5" fmla="*/ 0 h 775"/>
                  <a:gd name="T6" fmla="*/ 0 w 326"/>
                  <a:gd name="T7" fmla="*/ 0 h 775"/>
                  <a:gd name="T8" fmla="*/ 0 w 326"/>
                  <a:gd name="T9" fmla="*/ 0 h 775"/>
                  <a:gd name="T10" fmla="*/ 0 w 326"/>
                  <a:gd name="T11" fmla="*/ 0 h 775"/>
                  <a:gd name="T12" fmla="*/ 0 w 326"/>
                  <a:gd name="T13" fmla="*/ 0 h 775"/>
                  <a:gd name="T14" fmla="*/ 0 60000 65536"/>
                  <a:gd name="T15" fmla="*/ 0 60000 65536"/>
                  <a:gd name="T16" fmla="*/ 0 60000 65536"/>
                  <a:gd name="T17" fmla="*/ 0 60000 65536"/>
                  <a:gd name="T18" fmla="*/ 0 60000 65536"/>
                  <a:gd name="T19" fmla="*/ 0 60000 65536"/>
                  <a:gd name="T20" fmla="*/ 0 60000 65536"/>
                  <a:gd name="T21" fmla="*/ 0 w 326"/>
                  <a:gd name="T22" fmla="*/ 0 h 775"/>
                  <a:gd name="T23" fmla="*/ 326 w 326"/>
                  <a:gd name="T24" fmla="*/ 775 h 7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6" h="775">
                    <a:moveTo>
                      <a:pt x="0" y="775"/>
                    </a:moveTo>
                    <a:cubicBezTo>
                      <a:pt x="0" y="33"/>
                      <a:pt x="0" y="33"/>
                      <a:pt x="0" y="33"/>
                    </a:cubicBezTo>
                    <a:cubicBezTo>
                      <a:pt x="99" y="12"/>
                      <a:pt x="207" y="1"/>
                      <a:pt x="326" y="0"/>
                    </a:cubicBezTo>
                    <a:cubicBezTo>
                      <a:pt x="326" y="81"/>
                      <a:pt x="326" y="81"/>
                      <a:pt x="326" y="81"/>
                    </a:cubicBezTo>
                    <a:cubicBezTo>
                      <a:pt x="254" y="81"/>
                      <a:pt x="188" y="86"/>
                      <a:pt x="129" y="94"/>
                    </a:cubicBezTo>
                    <a:cubicBezTo>
                      <a:pt x="129" y="775"/>
                      <a:pt x="129" y="775"/>
                      <a:pt x="129" y="775"/>
                    </a:cubicBezTo>
                    <a:lnTo>
                      <a:pt x="0" y="775"/>
                    </a:lnTo>
                    <a:close/>
                  </a:path>
                </a:pathLst>
              </a:custGeom>
              <a:solidFill>
                <a:srgbClr val="000000"/>
              </a:solidFill>
              <a:ln w="9525">
                <a:noFill/>
                <a:round/>
                <a:headEnd/>
                <a:tailEnd/>
              </a:ln>
            </p:spPr>
            <p:txBody>
              <a:bodyPr/>
              <a:lstStyle/>
              <a:p>
                <a:endParaRPr lang="ja-JP" altLang="en-US">
                  <a:solidFill>
                    <a:srgbClr val="000000"/>
                  </a:solidFill>
                </a:endParaRPr>
              </a:p>
            </p:txBody>
          </p:sp>
          <p:sp>
            <p:nvSpPr>
              <p:cNvPr id="56" name="Freeform 20"/>
              <p:cNvSpPr>
                <a:spLocks/>
              </p:cNvSpPr>
              <p:nvPr/>
            </p:nvSpPr>
            <p:spPr bwMode="gray">
              <a:xfrm>
                <a:off x="3028" y="2598"/>
                <a:ext cx="65" cy="155"/>
              </a:xfrm>
              <a:custGeom>
                <a:avLst/>
                <a:gdLst>
                  <a:gd name="T0" fmla="*/ 0 w 326"/>
                  <a:gd name="T1" fmla="*/ 0 h 775"/>
                  <a:gd name="T2" fmla="*/ 0 w 326"/>
                  <a:gd name="T3" fmla="*/ 0 h 775"/>
                  <a:gd name="T4" fmla="*/ 0 w 326"/>
                  <a:gd name="T5" fmla="*/ 0 h 775"/>
                  <a:gd name="T6" fmla="*/ 0 w 326"/>
                  <a:gd name="T7" fmla="*/ 0 h 775"/>
                  <a:gd name="T8" fmla="*/ 0 w 326"/>
                  <a:gd name="T9" fmla="*/ 0 h 775"/>
                  <a:gd name="T10" fmla="*/ 0 w 326"/>
                  <a:gd name="T11" fmla="*/ 0 h 775"/>
                  <a:gd name="T12" fmla="*/ 0 w 326"/>
                  <a:gd name="T13" fmla="*/ 0 h 775"/>
                  <a:gd name="T14" fmla="*/ 0 60000 65536"/>
                  <a:gd name="T15" fmla="*/ 0 60000 65536"/>
                  <a:gd name="T16" fmla="*/ 0 60000 65536"/>
                  <a:gd name="T17" fmla="*/ 0 60000 65536"/>
                  <a:gd name="T18" fmla="*/ 0 60000 65536"/>
                  <a:gd name="T19" fmla="*/ 0 60000 65536"/>
                  <a:gd name="T20" fmla="*/ 0 60000 65536"/>
                  <a:gd name="T21" fmla="*/ 0 w 326"/>
                  <a:gd name="T22" fmla="*/ 0 h 775"/>
                  <a:gd name="T23" fmla="*/ 326 w 326"/>
                  <a:gd name="T24" fmla="*/ 775 h 7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6" h="775">
                    <a:moveTo>
                      <a:pt x="0" y="775"/>
                    </a:moveTo>
                    <a:cubicBezTo>
                      <a:pt x="0" y="33"/>
                      <a:pt x="0" y="33"/>
                      <a:pt x="0" y="33"/>
                    </a:cubicBezTo>
                    <a:cubicBezTo>
                      <a:pt x="99" y="12"/>
                      <a:pt x="207" y="1"/>
                      <a:pt x="326" y="0"/>
                    </a:cubicBezTo>
                    <a:cubicBezTo>
                      <a:pt x="326" y="81"/>
                      <a:pt x="326" y="81"/>
                      <a:pt x="326" y="81"/>
                    </a:cubicBezTo>
                    <a:cubicBezTo>
                      <a:pt x="253" y="81"/>
                      <a:pt x="188" y="86"/>
                      <a:pt x="129" y="94"/>
                    </a:cubicBezTo>
                    <a:cubicBezTo>
                      <a:pt x="129" y="775"/>
                      <a:pt x="129" y="775"/>
                      <a:pt x="129" y="775"/>
                    </a:cubicBezTo>
                    <a:lnTo>
                      <a:pt x="0" y="775"/>
                    </a:lnTo>
                    <a:close/>
                  </a:path>
                </a:pathLst>
              </a:custGeom>
              <a:solidFill>
                <a:srgbClr val="000000"/>
              </a:solidFill>
              <a:ln w="9525">
                <a:noFill/>
                <a:round/>
                <a:headEnd/>
                <a:tailEnd/>
              </a:ln>
            </p:spPr>
            <p:txBody>
              <a:bodyPr/>
              <a:lstStyle/>
              <a:p>
                <a:endParaRPr lang="ja-JP" altLang="en-US">
                  <a:solidFill>
                    <a:srgbClr val="000000"/>
                  </a:solidFill>
                </a:endParaRPr>
              </a:p>
            </p:txBody>
          </p:sp>
          <p:sp>
            <p:nvSpPr>
              <p:cNvPr id="57" name="Freeform 21"/>
              <p:cNvSpPr>
                <a:spLocks noEditPoints="1"/>
              </p:cNvSpPr>
              <p:nvPr/>
            </p:nvSpPr>
            <p:spPr bwMode="gray">
              <a:xfrm>
                <a:off x="3110" y="2598"/>
                <a:ext cx="127" cy="159"/>
              </a:xfrm>
              <a:custGeom>
                <a:avLst/>
                <a:gdLst>
                  <a:gd name="T0" fmla="*/ 0 w 634"/>
                  <a:gd name="T1" fmla="*/ 0 h 795"/>
                  <a:gd name="T2" fmla="*/ 0 w 634"/>
                  <a:gd name="T3" fmla="*/ 0 h 795"/>
                  <a:gd name="T4" fmla="*/ 0 w 634"/>
                  <a:gd name="T5" fmla="*/ 0 h 795"/>
                  <a:gd name="T6" fmla="*/ 0 w 634"/>
                  <a:gd name="T7" fmla="*/ 0 h 795"/>
                  <a:gd name="T8" fmla="*/ 0 w 634"/>
                  <a:gd name="T9" fmla="*/ 0 h 795"/>
                  <a:gd name="T10" fmla="*/ 0 w 634"/>
                  <a:gd name="T11" fmla="*/ 0 h 795"/>
                  <a:gd name="T12" fmla="*/ 0 w 634"/>
                  <a:gd name="T13" fmla="*/ 0 h 795"/>
                  <a:gd name="T14" fmla="*/ 0 w 634"/>
                  <a:gd name="T15" fmla="*/ 0 h 795"/>
                  <a:gd name="T16" fmla="*/ 0 w 634"/>
                  <a:gd name="T17" fmla="*/ 0 h 795"/>
                  <a:gd name="T18" fmla="*/ 0 w 634"/>
                  <a:gd name="T19" fmla="*/ 0 h 795"/>
                  <a:gd name="T20" fmla="*/ 0 w 634"/>
                  <a:gd name="T21" fmla="*/ 0 h 795"/>
                  <a:gd name="T22" fmla="*/ 0 w 634"/>
                  <a:gd name="T23" fmla="*/ 0 h 795"/>
                  <a:gd name="T24" fmla="*/ 0 w 634"/>
                  <a:gd name="T25" fmla="*/ 0 h 795"/>
                  <a:gd name="T26" fmla="*/ 0 w 634"/>
                  <a:gd name="T27" fmla="*/ 0 h 795"/>
                  <a:gd name="T28" fmla="*/ 0 w 634"/>
                  <a:gd name="T29" fmla="*/ 0 h 795"/>
                  <a:gd name="T30" fmla="*/ 0 w 634"/>
                  <a:gd name="T31" fmla="*/ 0 h 795"/>
                  <a:gd name="T32" fmla="*/ 0 w 634"/>
                  <a:gd name="T33" fmla="*/ 0 h 79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34"/>
                  <a:gd name="T52" fmla="*/ 0 h 795"/>
                  <a:gd name="T53" fmla="*/ 634 w 634"/>
                  <a:gd name="T54" fmla="*/ 795 h 79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34" h="795">
                    <a:moveTo>
                      <a:pt x="317" y="0"/>
                    </a:moveTo>
                    <a:cubicBezTo>
                      <a:pt x="425" y="0"/>
                      <a:pt x="505" y="36"/>
                      <a:pt x="558" y="107"/>
                    </a:cubicBezTo>
                    <a:cubicBezTo>
                      <a:pt x="608" y="176"/>
                      <a:pt x="634" y="273"/>
                      <a:pt x="634" y="398"/>
                    </a:cubicBezTo>
                    <a:cubicBezTo>
                      <a:pt x="634" y="521"/>
                      <a:pt x="608" y="618"/>
                      <a:pt x="558" y="688"/>
                    </a:cubicBezTo>
                    <a:cubicBezTo>
                      <a:pt x="506" y="760"/>
                      <a:pt x="426" y="795"/>
                      <a:pt x="318" y="795"/>
                    </a:cubicBezTo>
                    <a:cubicBezTo>
                      <a:pt x="106" y="795"/>
                      <a:pt x="0" y="661"/>
                      <a:pt x="0" y="393"/>
                    </a:cubicBezTo>
                    <a:cubicBezTo>
                      <a:pt x="0" y="271"/>
                      <a:pt x="25" y="176"/>
                      <a:pt x="76" y="107"/>
                    </a:cubicBezTo>
                    <a:cubicBezTo>
                      <a:pt x="128" y="36"/>
                      <a:pt x="209" y="0"/>
                      <a:pt x="317" y="0"/>
                    </a:cubicBezTo>
                    <a:moveTo>
                      <a:pt x="317" y="78"/>
                    </a:moveTo>
                    <a:cubicBezTo>
                      <a:pt x="244" y="78"/>
                      <a:pt x="194" y="110"/>
                      <a:pt x="166" y="176"/>
                    </a:cubicBezTo>
                    <a:cubicBezTo>
                      <a:pt x="143" y="230"/>
                      <a:pt x="132" y="303"/>
                      <a:pt x="132" y="394"/>
                    </a:cubicBezTo>
                    <a:cubicBezTo>
                      <a:pt x="132" y="490"/>
                      <a:pt x="143" y="565"/>
                      <a:pt x="166" y="619"/>
                    </a:cubicBezTo>
                    <a:cubicBezTo>
                      <a:pt x="194" y="685"/>
                      <a:pt x="244" y="718"/>
                      <a:pt x="317" y="718"/>
                    </a:cubicBezTo>
                    <a:cubicBezTo>
                      <a:pt x="390" y="718"/>
                      <a:pt x="440" y="685"/>
                      <a:pt x="468" y="619"/>
                    </a:cubicBezTo>
                    <a:cubicBezTo>
                      <a:pt x="490" y="565"/>
                      <a:pt x="502" y="491"/>
                      <a:pt x="502" y="398"/>
                    </a:cubicBezTo>
                    <a:cubicBezTo>
                      <a:pt x="502" y="302"/>
                      <a:pt x="490" y="228"/>
                      <a:pt x="468" y="176"/>
                    </a:cubicBezTo>
                    <a:cubicBezTo>
                      <a:pt x="439" y="110"/>
                      <a:pt x="389" y="78"/>
                      <a:pt x="317" y="78"/>
                    </a:cubicBezTo>
                  </a:path>
                </a:pathLst>
              </a:custGeom>
              <a:solidFill>
                <a:srgbClr val="000000"/>
              </a:solidFill>
              <a:ln w="9525">
                <a:noFill/>
                <a:round/>
                <a:headEnd/>
                <a:tailEnd/>
              </a:ln>
            </p:spPr>
            <p:txBody>
              <a:bodyPr/>
              <a:lstStyle/>
              <a:p>
                <a:endParaRPr lang="ja-JP" altLang="en-US">
                  <a:solidFill>
                    <a:srgbClr val="000000"/>
                  </a:solidFill>
                </a:endParaRPr>
              </a:p>
            </p:txBody>
          </p:sp>
          <p:sp>
            <p:nvSpPr>
              <p:cNvPr id="58" name="Freeform 22"/>
              <p:cNvSpPr>
                <a:spLocks/>
              </p:cNvSpPr>
              <p:nvPr/>
            </p:nvSpPr>
            <p:spPr bwMode="gray">
              <a:xfrm>
                <a:off x="3253" y="2602"/>
                <a:ext cx="195" cy="151"/>
              </a:xfrm>
              <a:custGeom>
                <a:avLst/>
                <a:gdLst>
                  <a:gd name="T0" fmla="*/ 0 w 971"/>
                  <a:gd name="T1" fmla="*/ 0 h 754"/>
                  <a:gd name="T2" fmla="*/ 0 w 971"/>
                  <a:gd name="T3" fmla="*/ 0 h 754"/>
                  <a:gd name="T4" fmla="*/ 0 w 971"/>
                  <a:gd name="T5" fmla="*/ 0 h 754"/>
                  <a:gd name="T6" fmla="*/ 0 w 971"/>
                  <a:gd name="T7" fmla="*/ 0 h 754"/>
                  <a:gd name="T8" fmla="*/ 0 w 971"/>
                  <a:gd name="T9" fmla="*/ 0 h 754"/>
                  <a:gd name="T10" fmla="*/ 0 w 971"/>
                  <a:gd name="T11" fmla="*/ 0 h 754"/>
                  <a:gd name="T12" fmla="*/ 0 w 971"/>
                  <a:gd name="T13" fmla="*/ 0 h 754"/>
                  <a:gd name="T14" fmla="*/ 0 w 971"/>
                  <a:gd name="T15" fmla="*/ 0 h 754"/>
                  <a:gd name="T16" fmla="*/ 0 w 971"/>
                  <a:gd name="T17" fmla="*/ 0 h 754"/>
                  <a:gd name="T18" fmla="*/ 0 w 971"/>
                  <a:gd name="T19" fmla="*/ 0 h 754"/>
                  <a:gd name="T20" fmla="*/ 0 w 971"/>
                  <a:gd name="T21" fmla="*/ 0 h 754"/>
                  <a:gd name="T22" fmla="*/ 0 w 971"/>
                  <a:gd name="T23" fmla="*/ 0 h 754"/>
                  <a:gd name="T24" fmla="*/ 0 w 971"/>
                  <a:gd name="T25" fmla="*/ 0 h 754"/>
                  <a:gd name="T26" fmla="*/ 0 w 971"/>
                  <a:gd name="T27" fmla="*/ 0 h 754"/>
                  <a:gd name="T28" fmla="*/ 0 w 971"/>
                  <a:gd name="T29" fmla="*/ 0 h 754"/>
                  <a:gd name="T30" fmla="*/ 0 w 971"/>
                  <a:gd name="T31" fmla="*/ 0 h 7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1"/>
                  <a:gd name="T49" fmla="*/ 0 h 754"/>
                  <a:gd name="T50" fmla="*/ 971 w 971"/>
                  <a:gd name="T51" fmla="*/ 754 h 75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1" h="754">
                    <a:moveTo>
                      <a:pt x="213" y="754"/>
                    </a:moveTo>
                    <a:cubicBezTo>
                      <a:pt x="0" y="0"/>
                      <a:pt x="0" y="0"/>
                      <a:pt x="0" y="0"/>
                    </a:cubicBezTo>
                    <a:cubicBezTo>
                      <a:pt x="130" y="0"/>
                      <a:pt x="130" y="0"/>
                      <a:pt x="130" y="0"/>
                    </a:cubicBezTo>
                    <a:cubicBezTo>
                      <a:pt x="290" y="614"/>
                      <a:pt x="290" y="614"/>
                      <a:pt x="290" y="614"/>
                    </a:cubicBezTo>
                    <a:cubicBezTo>
                      <a:pt x="431" y="0"/>
                      <a:pt x="431" y="0"/>
                      <a:pt x="431" y="0"/>
                    </a:cubicBezTo>
                    <a:cubicBezTo>
                      <a:pt x="558" y="0"/>
                      <a:pt x="558" y="0"/>
                      <a:pt x="558" y="0"/>
                    </a:cubicBezTo>
                    <a:cubicBezTo>
                      <a:pt x="706" y="614"/>
                      <a:pt x="706" y="614"/>
                      <a:pt x="706" y="614"/>
                    </a:cubicBezTo>
                    <a:cubicBezTo>
                      <a:pt x="866" y="0"/>
                      <a:pt x="866" y="0"/>
                      <a:pt x="866" y="0"/>
                    </a:cubicBezTo>
                    <a:cubicBezTo>
                      <a:pt x="971" y="0"/>
                      <a:pt x="971" y="0"/>
                      <a:pt x="971" y="0"/>
                    </a:cubicBezTo>
                    <a:cubicBezTo>
                      <a:pt x="758" y="754"/>
                      <a:pt x="758" y="754"/>
                      <a:pt x="758" y="754"/>
                    </a:cubicBezTo>
                    <a:cubicBezTo>
                      <a:pt x="631" y="754"/>
                      <a:pt x="631" y="754"/>
                      <a:pt x="631" y="754"/>
                    </a:cubicBezTo>
                    <a:cubicBezTo>
                      <a:pt x="517" y="266"/>
                      <a:pt x="517" y="266"/>
                      <a:pt x="517" y="266"/>
                    </a:cubicBezTo>
                    <a:cubicBezTo>
                      <a:pt x="509" y="231"/>
                      <a:pt x="500" y="180"/>
                      <a:pt x="489" y="112"/>
                    </a:cubicBezTo>
                    <a:cubicBezTo>
                      <a:pt x="481" y="166"/>
                      <a:pt x="471" y="217"/>
                      <a:pt x="460" y="265"/>
                    </a:cubicBezTo>
                    <a:cubicBezTo>
                      <a:pt x="347" y="754"/>
                      <a:pt x="347" y="754"/>
                      <a:pt x="347" y="754"/>
                    </a:cubicBezTo>
                    <a:lnTo>
                      <a:pt x="213" y="754"/>
                    </a:lnTo>
                    <a:close/>
                  </a:path>
                </a:pathLst>
              </a:custGeom>
              <a:solidFill>
                <a:srgbClr val="000000"/>
              </a:solidFill>
              <a:ln w="9525">
                <a:noFill/>
                <a:round/>
                <a:headEnd/>
                <a:tailEnd/>
              </a:ln>
            </p:spPr>
            <p:txBody>
              <a:bodyPr/>
              <a:lstStyle/>
              <a:p>
                <a:endParaRPr lang="ja-JP" altLang="en-US">
                  <a:solidFill>
                    <a:srgbClr val="000000"/>
                  </a:solidFill>
                </a:endParaRPr>
              </a:p>
            </p:txBody>
          </p:sp>
          <p:sp>
            <p:nvSpPr>
              <p:cNvPr id="59" name="Freeform 23"/>
              <p:cNvSpPr>
                <a:spLocks/>
              </p:cNvSpPr>
              <p:nvPr/>
            </p:nvSpPr>
            <p:spPr bwMode="gray">
              <a:xfrm>
                <a:off x="3525" y="2602"/>
                <a:ext cx="194" cy="151"/>
              </a:xfrm>
              <a:custGeom>
                <a:avLst/>
                <a:gdLst>
                  <a:gd name="T0" fmla="*/ 0 w 971"/>
                  <a:gd name="T1" fmla="*/ 0 h 754"/>
                  <a:gd name="T2" fmla="*/ 0 w 971"/>
                  <a:gd name="T3" fmla="*/ 0 h 754"/>
                  <a:gd name="T4" fmla="*/ 0 w 971"/>
                  <a:gd name="T5" fmla="*/ 0 h 754"/>
                  <a:gd name="T6" fmla="*/ 0 w 971"/>
                  <a:gd name="T7" fmla="*/ 0 h 754"/>
                  <a:gd name="T8" fmla="*/ 0 w 971"/>
                  <a:gd name="T9" fmla="*/ 0 h 754"/>
                  <a:gd name="T10" fmla="*/ 0 w 971"/>
                  <a:gd name="T11" fmla="*/ 0 h 754"/>
                  <a:gd name="T12" fmla="*/ 0 w 971"/>
                  <a:gd name="T13" fmla="*/ 0 h 754"/>
                  <a:gd name="T14" fmla="*/ 0 w 971"/>
                  <a:gd name="T15" fmla="*/ 0 h 754"/>
                  <a:gd name="T16" fmla="*/ 0 w 971"/>
                  <a:gd name="T17" fmla="*/ 0 h 754"/>
                  <a:gd name="T18" fmla="*/ 0 w 971"/>
                  <a:gd name="T19" fmla="*/ 0 h 754"/>
                  <a:gd name="T20" fmla="*/ 0 w 971"/>
                  <a:gd name="T21" fmla="*/ 0 h 754"/>
                  <a:gd name="T22" fmla="*/ 0 w 971"/>
                  <a:gd name="T23" fmla="*/ 0 h 754"/>
                  <a:gd name="T24" fmla="*/ 0 w 971"/>
                  <a:gd name="T25" fmla="*/ 0 h 754"/>
                  <a:gd name="T26" fmla="*/ 0 w 971"/>
                  <a:gd name="T27" fmla="*/ 0 h 754"/>
                  <a:gd name="T28" fmla="*/ 0 w 971"/>
                  <a:gd name="T29" fmla="*/ 0 h 754"/>
                  <a:gd name="T30" fmla="*/ 0 w 971"/>
                  <a:gd name="T31" fmla="*/ 0 h 7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1"/>
                  <a:gd name="T49" fmla="*/ 0 h 754"/>
                  <a:gd name="T50" fmla="*/ 971 w 971"/>
                  <a:gd name="T51" fmla="*/ 754 h 75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1" h="754">
                    <a:moveTo>
                      <a:pt x="213" y="754"/>
                    </a:moveTo>
                    <a:cubicBezTo>
                      <a:pt x="0" y="0"/>
                      <a:pt x="0" y="0"/>
                      <a:pt x="0" y="0"/>
                    </a:cubicBezTo>
                    <a:cubicBezTo>
                      <a:pt x="130" y="0"/>
                      <a:pt x="130" y="0"/>
                      <a:pt x="130" y="0"/>
                    </a:cubicBezTo>
                    <a:cubicBezTo>
                      <a:pt x="290" y="614"/>
                      <a:pt x="290" y="614"/>
                      <a:pt x="290" y="614"/>
                    </a:cubicBezTo>
                    <a:cubicBezTo>
                      <a:pt x="431" y="0"/>
                      <a:pt x="431" y="0"/>
                      <a:pt x="431" y="0"/>
                    </a:cubicBezTo>
                    <a:cubicBezTo>
                      <a:pt x="559" y="0"/>
                      <a:pt x="559" y="0"/>
                      <a:pt x="559" y="0"/>
                    </a:cubicBezTo>
                    <a:cubicBezTo>
                      <a:pt x="706" y="614"/>
                      <a:pt x="706" y="614"/>
                      <a:pt x="706" y="614"/>
                    </a:cubicBezTo>
                    <a:cubicBezTo>
                      <a:pt x="866" y="0"/>
                      <a:pt x="866" y="0"/>
                      <a:pt x="866" y="0"/>
                    </a:cubicBezTo>
                    <a:cubicBezTo>
                      <a:pt x="971" y="0"/>
                      <a:pt x="971" y="0"/>
                      <a:pt x="971" y="0"/>
                    </a:cubicBezTo>
                    <a:cubicBezTo>
                      <a:pt x="758" y="754"/>
                      <a:pt x="758" y="754"/>
                      <a:pt x="758" y="754"/>
                    </a:cubicBezTo>
                    <a:cubicBezTo>
                      <a:pt x="631" y="754"/>
                      <a:pt x="631" y="754"/>
                      <a:pt x="631" y="754"/>
                    </a:cubicBezTo>
                    <a:cubicBezTo>
                      <a:pt x="518" y="266"/>
                      <a:pt x="518" y="266"/>
                      <a:pt x="518" y="266"/>
                    </a:cubicBezTo>
                    <a:cubicBezTo>
                      <a:pt x="510" y="231"/>
                      <a:pt x="500" y="180"/>
                      <a:pt x="489" y="112"/>
                    </a:cubicBezTo>
                    <a:cubicBezTo>
                      <a:pt x="481" y="166"/>
                      <a:pt x="471" y="217"/>
                      <a:pt x="460" y="265"/>
                    </a:cubicBezTo>
                    <a:cubicBezTo>
                      <a:pt x="347" y="754"/>
                      <a:pt x="347" y="754"/>
                      <a:pt x="347" y="754"/>
                    </a:cubicBezTo>
                    <a:lnTo>
                      <a:pt x="213" y="754"/>
                    </a:lnTo>
                    <a:close/>
                  </a:path>
                </a:pathLst>
              </a:custGeom>
              <a:solidFill>
                <a:srgbClr val="000000"/>
              </a:solidFill>
              <a:ln w="9525">
                <a:noFill/>
                <a:round/>
                <a:headEnd/>
                <a:tailEnd/>
              </a:ln>
            </p:spPr>
            <p:txBody>
              <a:bodyPr/>
              <a:lstStyle/>
              <a:p>
                <a:endParaRPr lang="ja-JP" altLang="en-US">
                  <a:solidFill>
                    <a:srgbClr val="000000"/>
                  </a:solidFill>
                </a:endParaRPr>
              </a:p>
            </p:txBody>
          </p:sp>
          <p:sp>
            <p:nvSpPr>
              <p:cNvPr id="60" name="Freeform 24"/>
              <p:cNvSpPr>
                <a:spLocks noEditPoints="1"/>
              </p:cNvSpPr>
              <p:nvPr/>
            </p:nvSpPr>
            <p:spPr bwMode="gray">
              <a:xfrm>
                <a:off x="3745" y="2547"/>
                <a:ext cx="31" cy="206"/>
              </a:xfrm>
              <a:custGeom>
                <a:avLst/>
                <a:gdLst>
                  <a:gd name="T0" fmla="*/ 0 w 157"/>
                  <a:gd name="T1" fmla="*/ 0 h 1031"/>
                  <a:gd name="T2" fmla="*/ 0 w 157"/>
                  <a:gd name="T3" fmla="*/ 0 h 1031"/>
                  <a:gd name="T4" fmla="*/ 0 w 157"/>
                  <a:gd name="T5" fmla="*/ 0 h 1031"/>
                  <a:gd name="T6" fmla="*/ 0 w 157"/>
                  <a:gd name="T7" fmla="*/ 0 h 1031"/>
                  <a:gd name="T8" fmla="*/ 0 w 157"/>
                  <a:gd name="T9" fmla="*/ 0 h 1031"/>
                  <a:gd name="T10" fmla="*/ 0 w 157"/>
                  <a:gd name="T11" fmla="*/ 0 h 1031"/>
                  <a:gd name="T12" fmla="*/ 0 w 157"/>
                  <a:gd name="T13" fmla="*/ 0 h 1031"/>
                  <a:gd name="T14" fmla="*/ 0 w 157"/>
                  <a:gd name="T15" fmla="*/ 0 h 1031"/>
                  <a:gd name="T16" fmla="*/ 0 w 157"/>
                  <a:gd name="T17" fmla="*/ 0 h 1031"/>
                  <a:gd name="T18" fmla="*/ 0 w 157"/>
                  <a:gd name="T19" fmla="*/ 0 h 1031"/>
                  <a:gd name="T20" fmla="*/ 0 w 157"/>
                  <a:gd name="T21" fmla="*/ 0 h 1031"/>
                  <a:gd name="T22" fmla="*/ 0 w 157"/>
                  <a:gd name="T23" fmla="*/ 0 h 1031"/>
                  <a:gd name="T24" fmla="*/ 0 w 157"/>
                  <a:gd name="T25" fmla="*/ 0 h 1031"/>
                  <a:gd name="T26" fmla="*/ 0 w 157"/>
                  <a:gd name="T27" fmla="*/ 0 h 103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7"/>
                  <a:gd name="T43" fmla="*/ 0 h 1031"/>
                  <a:gd name="T44" fmla="*/ 157 w 157"/>
                  <a:gd name="T45" fmla="*/ 1031 h 103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7" h="1031">
                    <a:moveTo>
                      <a:pt x="79" y="0"/>
                    </a:moveTo>
                    <a:cubicBezTo>
                      <a:pt x="102" y="0"/>
                      <a:pt x="122" y="9"/>
                      <a:pt x="137" y="26"/>
                    </a:cubicBezTo>
                    <a:cubicBezTo>
                      <a:pt x="151" y="42"/>
                      <a:pt x="157" y="59"/>
                      <a:pt x="157" y="79"/>
                    </a:cubicBezTo>
                    <a:cubicBezTo>
                      <a:pt x="157" y="103"/>
                      <a:pt x="149" y="123"/>
                      <a:pt x="132" y="139"/>
                    </a:cubicBezTo>
                    <a:cubicBezTo>
                      <a:pt x="117" y="152"/>
                      <a:pt x="99" y="159"/>
                      <a:pt x="78" y="159"/>
                    </a:cubicBezTo>
                    <a:cubicBezTo>
                      <a:pt x="55" y="159"/>
                      <a:pt x="35" y="150"/>
                      <a:pt x="20" y="133"/>
                    </a:cubicBezTo>
                    <a:cubicBezTo>
                      <a:pt x="6" y="118"/>
                      <a:pt x="0" y="99"/>
                      <a:pt x="0" y="78"/>
                    </a:cubicBezTo>
                    <a:cubicBezTo>
                      <a:pt x="0" y="56"/>
                      <a:pt x="9" y="37"/>
                      <a:pt x="26" y="20"/>
                    </a:cubicBezTo>
                    <a:cubicBezTo>
                      <a:pt x="41" y="7"/>
                      <a:pt x="58" y="0"/>
                      <a:pt x="79" y="0"/>
                    </a:cubicBezTo>
                    <a:moveTo>
                      <a:pt x="16" y="277"/>
                    </a:moveTo>
                    <a:cubicBezTo>
                      <a:pt x="144" y="277"/>
                      <a:pt x="144" y="277"/>
                      <a:pt x="144" y="277"/>
                    </a:cubicBezTo>
                    <a:cubicBezTo>
                      <a:pt x="144" y="1031"/>
                      <a:pt x="144" y="1031"/>
                      <a:pt x="144" y="1031"/>
                    </a:cubicBezTo>
                    <a:cubicBezTo>
                      <a:pt x="16" y="1031"/>
                      <a:pt x="16" y="1031"/>
                      <a:pt x="16" y="1031"/>
                    </a:cubicBezTo>
                    <a:lnTo>
                      <a:pt x="16" y="277"/>
                    </a:lnTo>
                    <a:close/>
                  </a:path>
                </a:pathLst>
              </a:custGeom>
              <a:solidFill>
                <a:srgbClr val="000000"/>
              </a:solidFill>
              <a:ln w="9525">
                <a:noFill/>
                <a:round/>
                <a:headEnd/>
                <a:tailEnd/>
              </a:ln>
            </p:spPr>
            <p:txBody>
              <a:bodyPr/>
              <a:lstStyle/>
              <a:p>
                <a:endParaRPr lang="ja-JP" altLang="en-US">
                  <a:solidFill>
                    <a:srgbClr val="000000"/>
                  </a:solidFill>
                </a:endParaRPr>
              </a:p>
            </p:txBody>
          </p:sp>
          <p:sp>
            <p:nvSpPr>
              <p:cNvPr id="61" name="Freeform 25"/>
              <p:cNvSpPr>
                <a:spLocks/>
              </p:cNvSpPr>
              <p:nvPr/>
            </p:nvSpPr>
            <p:spPr bwMode="gray">
              <a:xfrm>
                <a:off x="3820" y="2561"/>
                <a:ext cx="67" cy="192"/>
              </a:xfrm>
              <a:custGeom>
                <a:avLst/>
                <a:gdLst>
                  <a:gd name="T0" fmla="*/ 0 w 332"/>
                  <a:gd name="T1" fmla="*/ 0 h 958"/>
                  <a:gd name="T2" fmla="*/ 0 w 332"/>
                  <a:gd name="T3" fmla="*/ 0 h 958"/>
                  <a:gd name="T4" fmla="*/ 0 w 332"/>
                  <a:gd name="T5" fmla="*/ 0 h 958"/>
                  <a:gd name="T6" fmla="*/ 0 w 332"/>
                  <a:gd name="T7" fmla="*/ 0 h 958"/>
                  <a:gd name="T8" fmla="*/ 0 w 332"/>
                  <a:gd name="T9" fmla="*/ 0 h 958"/>
                  <a:gd name="T10" fmla="*/ 0 w 332"/>
                  <a:gd name="T11" fmla="*/ 0 h 958"/>
                  <a:gd name="T12" fmla="*/ 0 w 332"/>
                  <a:gd name="T13" fmla="*/ 0 h 958"/>
                  <a:gd name="T14" fmla="*/ 0 w 332"/>
                  <a:gd name="T15" fmla="*/ 0 h 958"/>
                  <a:gd name="T16" fmla="*/ 0 w 332"/>
                  <a:gd name="T17" fmla="*/ 0 h 958"/>
                  <a:gd name="T18" fmla="*/ 0 w 332"/>
                  <a:gd name="T19" fmla="*/ 0 h 958"/>
                  <a:gd name="T20" fmla="*/ 0 w 332"/>
                  <a:gd name="T21" fmla="*/ 0 h 958"/>
                  <a:gd name="T22" fmla="*/ 0 w 332"/>
                  <a:gd name="T23" fmla="*/ 0 h 958"/>
                  <a:gd name="T24" fmla="*/ 0 w 332"/>
                  <a:gd name="T25" fmla="*/ 0 h 958"/>
                  <a:gd name="T26" fmla="*/ 0 w 332"/>
                  <a:gd name="T27" fmla="*/ 0 h 958"/>
                  <a:gd name="T28" fmla="*/ 0 w 332"/>
                  <a:gd name="T29" fmla="*/ 0 h 958"/>
                  <a:gd name="T30" fmla="*/ 0 w 332"/>
                  <a:gd name="T31" fmla="*/ 0 h 958"/>
                  <a:gd name="T32" fmla="*/ 0 w 332"/>
                  <a:gd name="T33" fmla="*/ 0 h 9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2"/>
                  <a:gd name="T52" fmla="*/ 0 h 958"/>
                  <a:gd name="T53" fmla="*/ 332 w 332"/>
                  <a:gd name="T54" fmla="*/ 958 h 95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2" h="958">
                    <a:moveTo>
                      <a:pt x="0" y="0"/>
                    </a:moveTo>
                    <a:cubicBezTo>
                      <a:pt x="129" y="0"/>
                      <a:pt x="129" y="0"/>
                      <a:pt x="129" y="0"/>
                    </a:cubicBezTo>
                    <a:cubicBezTo>
                      <a:pt x="129" y="204"/>
                      <a:pt x="129" y="204"/>
                      <a:pt x="129" y="204"/>
                    </a:cubicBezTo>
                    <a:cubicBezTo>
                      <a:pt x="332" y="204"/>
                      <a:pt x="332" y="204"/>
                      <a:pt x="332" y="204"/>
                    </a:cubicBezTo>
                    <a:cubicBezTo>
                      <a:pt x="332" y="286"/>
                      <a:pt x="332" y="286"/>
                      <a:pt x="332" y="286"/>
                    </a:cubicBezTo>
                    <a:cubicBezTo>
                      <a:pt x="129" y="286"/>
                      <a:pt x="129" y="286"/>
                      <a:pt x="129" y="286"/>
                    </a:cubicBezTo>
                    <a:cubicBezTo>
                      <a:pt x="129" y="686"/>
                      <a:pt x="129" y="686"/>
                      <a:pt x="129" y="686"/>
                    </a:cubicBezTo>
                    <a:cubicBezTo>
                      <a:pt x="129" y="762"/>
                      <a:pt x="140" y="813"/>
                      <a:pt x="163" y="840"/>
                    </a:cubicBezTo>
                    <a:cubicBezTo>
                      <a:pt x="178" y="858"/>
                      <a:pt x="202" y="869"/>
                      <a:pt x="234" y="873"/>
                    </a:cubicBezTo>
                    <a:cubicBezTo>
                      <a:pt x="245" y="875"/>
                      <a:pt x="263" y="875"/>
                      <a:pt x="289" y="875"/>
                    </a:cubicBezTo>
                    <a:cubicBezTo>
                      <a:pt x="332" y="875"/>
                      <a:pt x="332" y="875"/>
                      <a:pt x="332" y="875"/>
                    </a:cubicBezTo>
                    <a:cubicBezTo>
                      <a:pt x="332" y="958"/>
                      <a:pt x="332" y="958"/>
                      <a:pt x="332" y="958"/>
                    </a:cubicBezTo>
                    <a:cubicBezTo>
                      <a:pt x="262" y="958"/>
                      <a:pt x="262" y="958"/>
                      <a:pt x="262" y="958"/>
                    </a:cubicBezTo>
                    <a:cubicBezTo>
                      <a:pt x="207" y="958"/>
                      <a:pt x="163" y="953"/>
                      <a:pt x="132" y="945"/>
                    </a:cubicBezTo>
                    <a:cubicBezTo>
                      <a:pt x="66" y="927"/>
                      <a:pt x="26" y="884"/>
                      <a:pt x="11" y="817"/>
                    </a:cubicBezTo>
                    <a:cubicBezTo>
                      <a:pt x="4" y="781"/>
                      <a:pt x="0" y="731"/>
                      <a:pt x="0" y="667"/>
                    </a:cubicBezTo>
                    <a:lnTo>
                      <a:pt x="0" y="0"/>
                    </a:lnTo>
                    <a:close/>
                  </a:path>
                </a:pathLst>
              </a:custGeom>
              <a:solidFill>
                <a:srgbClr val="000000"/>
              </a:solidFill>
              <a:ln w="9525">
                <a:noFill/>
                <a:round/>
                <a:headEnd/>
                <a:tailEnd/>
              </a:ln>
            </p:spPr>
            <p:txBody>
              <a:bodyPr/>
              <a:lstStyle/>
              <a:p>
                <a:endParaRPr lang="ja-JP" altLang="en-US">
                  <a:solidFill>
                    <a:srgbClr val="000000"/>
                  </a:solidFill>
                </a:endParaRPr>
              </a:p>
            </p:txBody>
          </p:sp>
          <p:sp>
            <p:nvSpPr>
              <p:cNvPr id="62" name="Freeform 26"/>
              <p:cNvSpPr>
                <a:spLocks/>
              </p:cNvSpPr>
              <p:nvPr/>
            </p:nvSpPr>
            <p:spPr bwMode="gray">
              <a:xfrm>
                <a:off x="3918" y="2526"/>
                <a:ext cx="114" cy="227"/>
              </a:xfrm>
              <a:custGeom>
                <a:avLst/>
                <a:gdLst>
                  <a:gd name="T0" fmla="*/ 0 w 572"/>
                  <a:gd name="T1" fmla="*/ 0 h 1136"/>
                  <a:gd name="T2" fmla="*/ 0 w 572"/>
                  <a:gd name="T3" fmla="*/ 0 h 1136"/>
                  <a:gd name="T4" fmla="*/ 0 w 572"/>
                  <a:gd name="T5" fmla="*/ 0 h 1136"/>
                  <a:gd name="T6" fmla="*/ 0 w 572"/>
                  <a:gd name="T7" fmla="*/ 0 h 1136"/>
                  <a:gd name="T8" fmla="*/ 0 w 572"/>
                  <a:gd name="T9" fmla="*/ 0 h 1136"/>
                  <a:gd name="T10" fmla="*/ 0 w 572"/>
                  <a:gd name="T11" fmla="*/ 0 h 1136"/>
                  <a:gd name="T12" fmla="*/ 0 w 572"/>
                  <a:gd name="T13" fmla="*/ 0 h 1136"/>
                  <a:gd name="T14" fmla="*/ 0 w 572"/>
                  <a:gd name="T15" fmla="*/ 0 h 1136"/>
                  <a:gd name="T16" fmla="*/ 0 w 572"/>
                  <a:gd name="T17" fmla="*/ 0 h 1136"/>
                  <a:gd name="T18" fmla="*/ 0 w 572"/>
                  <a:gd name="T19" fmla="*/ 0 h 1136"/>
                  <a:gd name="T20" fmla="*/ 0 w 572"/>
                  <a:gd name="T21" fmla="*/ 0 h 1136"/>
                  <a:gd name="T22" fmla="*/ 0 w 572"/>
                  <a:gd name="T23" fmla="*/ 0 h 1136"/>
                  <a:gd name="T24" fmla="*/ 0 w 572"/>
                  <a:gd name="T25" fmla="*/ 0 h 1136"/>
                  <a:gd name="T26" fmla="*/ 0 w 572"/>
                  <a:gd name="T27" fmla="*/ 0 h 1136"/>
                  <a:gd name="T28" fmla="*/ 0 w 572"/>
                  <a:gd name="T29" fmla="*/ 0 h 11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72"/>
                  <a:gd name="T46" fmla="*/ 0 h 1136"/>
                  <a:gd name="T47" fmla="*/ 572 w 572"/>
                  <a:gd name="T48" fmla="*/ 1136 h 11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72" h="1136">
                    <a:moveTo>
                      <a:pt x="0" y="1136"/>
                    </a:moveTo>
                    <a:cubicBezTo>
                      <a:pt x="0" y="0"/>
                      <a:pt x="0" y="0"/>
                      <a:pt x="0" y="0"/>
                    </a:cubicBezTo>
                    <a:cubicBezTo>
                      <a:pt x="129" y="0"/>
                      <a:pt x="129" y="0"/>
                      <a:pt x="129" y="0"/>
                    </a:cubicBezTo>
                    <a:cubicBezTo>
                      <a:pt x="129" y="400"/>
                      <a:pt x="129" y="400"/>
                      <a:pt x="129" y="400"/>
                    </a:cubicBezTo>
                    <a:cubicBezTo>
                      <a:pt x="196" y="374"/>
                      <a:pt x="259" y="361"/>
                      <a:pt x="319" y="361"/>
                    </a:cubicBezTo>
                    <a:cubicBezTo>
                      <a:pt x="438" y="361"/>
                      <a:pt x="515" y="400"/>
                      <a:pt x="549" y="479"/>
                    </a:cubicBezTo>
                    <a:cubicBezTo>
                      <a:pt x="564" y="515"/>
                      <a:pt x="572" y="579"/>
                      <a:pt x="572" y="673"/>
                    </a:cubicBezTo>
                    <a:cubicBezTo>
                      <a:pt x="572" y="1136"/>
                      <a:pt x="572" y="1136"/>
                      <a:pt x="572" y="1136"/>
                    </a:cubicBezTo>
                    <a:cubicBezTo>
                      <a:pt x="443" y="1136"/>
                      <a:pt x="443" y="1136"/>
                      <a:pt x="443" y="1136"/>
                    </a:cubicBezTo>
                    <a:cubicBezTo>
                      <a:pt x="443" y="653"/>
                      <a:pt x="443" y="653"/>
                      <a:pt x="443" y="653"/>
                    </a:cubicBezTo>
                    <a:cubicBezTo>
                      <a:pt x="443" y="581"/>
                      <a:pt x="436" y="529"/>
                      <a:pt x="420" y="499"/>
                    </a:cubicBezTo>
                    <a:cubicBezTo>
                      <a:pt x="400" y="459"/>
                      <a:pt x="362" y="439"/>
                      <a:pt x="306" y="439"/>
                    </a:cubicBezTo>
                    <a:cubicBezTo>
                      <a:pt x="256" y="439"/>
                      <a:pt x="197" y="454"/>
                      <a:pt x="129" y="485"/>
                    </a:cubicBezTo>
                    <a:cubicBezTo>
                      <a:pt x="129" y="1136"/>
                      <a:pt x="129" y="1136"/>
                      <a:pt x="129" y="1136"/>
                    </a:cubicBezTo>
                    <a:lnTo>
                      <a:pt x="0" y="1136"/>
                    </a:lnTo>
                    <a:close/>
                  </a:path>
                </a:pathLst>
              </a:custGeom>
              <a:solidFill>
                <a:srgbClr val="000000"/>
              </a:solidFill>
              <a:ln w="9525">
                <a:noFill/>
                <a:round/>
                <a:headEnd/>
                <a:tailEnd/>
              </a:ln>
            </p:spPr>
            <p:txBody>
              <a:bodyPr/>
              <a:lstStyle/>
              <a:p>
                <a:endParaRPr lang="ja-JP" altLang="en-US">
                  <a:solidFill>
                    <a:srgbClr val="000000"/>
                  </a:solidFill>
                </a:endParaRPr>
              </a:p>
            </p:txBody>
          </p:sp>
          <p:sp>
            <p:nvSpPr>
              <p:cNvPr id="63" name="Freeform 27"/>
              <p:cNvSpPr>
                <a:spLocks/>
              </p:cNvSpPr>
              <p:nvPr/>
            </p:nvSpPr>
            <p:spPr bwMode="gray">
              <a:xfrm>
                <a:off x="4128" y="2602"/>
                <a:ext cx="126" cy="223"/>
              </a:xfrm>
              <a:custGeom>
                <a:avLst/>
                <a:gdLst>
                  <a:gd name="T0" fmla="*/ 56 w 126"/>
                  <a:gd name="T1" fmla="*/ 153 h 223"/>
                  <a:gd name="T2" fmla="*/ 0 w 126"/>
                  <a:gd name="T3" fmla="*/ 0 h 223"/>
                  <a:gd name="T4" fmla="*/ 27 w 126"/>
                  <a:gd name="T5" fmla="*/ 0 h 223"/>
                  <a:gd name="T6" fmla="*/ 67 w 126"/>
                  <a:gd name="T7" fmla="*/ 120 h 223"/>
                  <a:gd name="T8" fmla="*/ 104 w 126"/>
                  <a:gd name="T9" fmla="*/ 0 h 223"/>
                  <a:gd name="T10" fmla="*/ 126 w 126"/>
                  <a:gd name="T11" fmla="*/ 0 h 223"/>
                  <a:gd name="T12" fmla="*/ 51 w 126"/>
                  <a:gd name="T13" fmla="*/ 223 h 223"/>
                  <a:gd name="T14" fmla="*/ 29 w 126"/>
                  <a:gd name="T15" fmla="*/ 223 h 223"/>
                  <a:gd name="T16" fmla="*/ 56 w 126"/>
                  <a:gd name="T17" fmla="*/ 153 h 2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6"/>
                  <a:gd name="T28" fmla="*/ 0 h 223"/>
                  <a:gd name="T29" fmla="*/ 126 w 126"/>
                  <a:gd name="T30" fmla="*/ 223 h 2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6" h="223">
                    <a:moveTo>
                      <a:pt x="56" y="153"/>
                    </a:moveTo>
                    <a:lnTo>
                      <a:pt x="0" y="0"/>
                    </a:lnTo>
                    <a:lnTo>
                      <a:pt x="27" y="0"/>
                    </a:lnTo>
                    <a:lnTo>
                      <a:pt x="67" y="120"/>
                    </a:lnTo>
                    <a:lnTo>
                      <a:pt x="104" y="0"/>
                    </a:lnTo>
                    <a:lnTo>
                      <a:pt x="126" y="0"/>
                    </a:lnTo>
                    <a:lnTo>
                      <a:pt x="51" y="223"/>
                    </a:lnTo>
                    <a:lnTo>
                      <a:pt x="29" y="223"/>
                    </a:lnTo>
                    <a:lnTo>
                      <a:pt x="56" y="153"/>
                    </a:lnTo>
                    <a:close/>
                  </a:path>
                </a:pathLst>
              </a:custGeom>
              <a:solidFill>
                <a:srgbClr val="000000"/>
              </a:solidFill>
              <a:ln w="9525">
                <a:noFill/>
                <a:round/>
                <a:headEnd/>
                <a:tailEnd/>
              </a:ln>
            </p:spPr>
            <p:txBody>
              <a:bodyPr/>
              <a:lstStyle/>
              <a:p>
                <a:endParaRPr lang="ja-JP" altLang="en-US">
                  <a:solidFill>
                    <a:srgbClr val="000000"/>
                  </a:solidFill>
                </a:endParaRPr>
              </a:p>
            </p:txBody>
          </p:sp>
          <p:sp>
            <p:nvSpPr>
              <p:cNvPr id="64" name="Freeform 28"/>
              <p:cNvSpPr>
                <a:spLocks noEditPoints="1"/>
              </p:cNvSpPr>
              <p:nvPr/>
            </p:nvSpPr>
            <p:spPr bwMode="gray">
              <a:xfrm>
                <a:off x="4270" y="2598"/>
                <a:ext cx="127" cy="159"/>
              </a:xfrm>
              <a:custGeom>
                <a:avLst/>
                <a:gdLst>
                  <a:gd name="T0" fmla="*/ 0 w 634"/>
                  <a:gd name="T1" fmla="*/ 0 h 795"/>
                  <a:gd name="T2" fmla="*/ 0 w 634"/>
                  <a:gd name="T3" fmla="*/ 0 h 795"/>
                  <a:gd name="T4" fmla="*/ 0 w 634"/>
                  <a:gd name="T5" fmla="*/ 0 h 795"/>
                  <a:gd name="T6" fmla="*/ 0 w 634"/>
                  <a:gd name="T7" fmla="*/ 0 h 795"/>
                  <a:gd name="T8" fmla="*/ 0 w 634"/>
                  <a:gd name="T9" fmla="*/ 0 h 795"/>
                  <a:gd name="T10" fmla="*/ 0 w 634"/>
                  <a:gd name="T11" fmla="*/ 0 h 795"/>
                  <a:gd name="T12" fmla="*/ 0 w 634"/>
                  <a:gd name="T13" fmla="*/ 0 h 795"/>
                  <a:gd name="T14" fmla="*/ 0 w 634"/>
                  <a:gd name="T15" fmla="*/ 0 h 795"/>
                  <a:gd name="T16" fmla="*/ 0 w 634"/>
                  <a:gd name="T17" fmla="*/ 0 h 795"/>
                  <a:gd name="T18" fmla="*/ 0 w 634"/>
                  <a:gd name="T19" fmla="*/ 0 h 795"/>
                  <a:gd name="T20" fmla="*/ 0 w 634"/>
                  <a:gd name="T21" fmla="*/ 0 h 795"/>
                  <a:gd name="T22" fmla="*/ 0 w 634"/>
                  <a:gd name="T23" fmla="*/ 0 h 795"/>
                  <a:gd name="T24" fmla="*/ 0 w 634"/>
                  <a:gd name="T25" fmla="*/ 0 h 795"/>
                  <a:gd name="T26" fmla="*/ 0 w 634"/>
                  <a:gd name="T27" fmla="*/ 0 h 795"/>
                  <a:gd name="T28" fmla="*/ 0 w 634"/>
                  <a:gd name="T29" fmla="*/ 0 h 795"/>
                  <a:gd name="T30" fmla="*/ 0 w 634"/>
                  <a:gd name="T31" fmla="*/ 0 h 795"/>
                  <a:gd name="T32" fmla="*/ 0 w 634"/>
                  <a:gd name="T33" fmla="*/ 0 h 79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34"/>
                  <a:gd name="T52" fmla="*/ 0 h 795"/>
                  <a:gd name="T53" fmla="*/ 634 w 634"/>
                  <a:gd name="T54" fmla="*/ 795 h 79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34" h="795">
                    <a:moveTo>
                      <a:pt x="318" y="0"/>
                    </a:moveTo>
                    <a:cubicBezTo>
                      <a:pt x="426" y="0"/>
                      <a:pt x="506" y="36"/>
                      <a:pt x="559" y="107"/>
                    </a:cubicBezTo>
                    <a:cubicBezTo>
                      <a:pt x="609" y="176"/>
                      <a:pt x="634" y="273"/>
                      <a:pt x="634" y="398"/>
                    </a:cubicBezTo>
                    <a:cubicBezTo>
                      <a:pt x="634" y="521"/>
                      <a:pt x="609" y="618"/>
                      <a:pt x="559" y="688"/>
                    </a:cubicBezTo>
                    <a:cubicBezTo>
                      <a:pt x="507" y="760"/>
                      <a:pt x="427" y="795"/>
                      <a:pt x="318" y="795"/>
                    </a:cubicBezTo>
                    <a:cubicBezTo>
                      <a:pt x="106" y="795"/>
                      <a:pt x="0" y="661"/>
                      <a:pt x="0" y="393"/>
                    </a:cubicBezTo>
                    <a:cubicBezTo>
                      <a:pt x="0" y="271"/>
                      <a:pt x="26" y="176"/>
                      <a:pt x="76" y="107"/>
                    </a:cubicBezTo>
                    <a:cubicBezTo>
                      <a:pt x="129" y="36"/>
                      <a:pt x="210" y="0"/>
                      <a:pt x="318" y="0"/>
                    </a:cubicBezTo>
                    <a:moveTo>
                      <a:pt x="318" y="78"/>
                    </a:moveTo>
                    <a:cubicBezTo>
                      <a:pt x="245" y="78"/>
                      <a:pt x="194" y="110"/>
                      <a:pt x="167" y="176"/>
                    </a:cubicBezTo>
                    <a:cubicBezTo>
                      <a:pt x="144" y="230"/>
                      <a:pt x="132" y="303"/>
                      <a:pt x="132" y="394"/>
                    </a:cubicBezTo>
                    <a:cubicBezTo>
                      <a:pt x="132" y="490"/>
                      <a:pt x="144" y="565"/>
                      <a:pt x="167" y="619"/>
                    </a:cubicBezTo>
                    <a:cubicBezTo>
                      <a:pt x="194" y="685"/>
                      <a:pt x="245" y="718"/>
                      <a:pt x="318" y="718"/>
                    </a:cubicBezTo>
                    <a:cubicBezTo>
                      <a:pt x="391" y="718"/>
                      <a:pt x="441" y="685"/>
                      <a:pt x="468" y="619"/>
                    </a:cubicBezTo>
                    <a:cubicBezTo>
                      <a:pt x="491" y="565"/>
                      <a:pt x="503" y="491"/>
                      <a:pt x="503" y="398"/>
                    </a:cubicBezTo>
                    <a:cubicBezTo>
                      <a:pt x="503" y="302"/>
                      <a:pt x="491" y="228"/>
                      <a:pt x="468" y="176"/>
                    </a:cubicBezTo>
                    <a:cubicBezTo>
                      <a:pt x="440" y="110"/>
                      <a:pt x="390" y="78"/>
                      <a:pt x="318" y="78"/>
                    </a:cubicBezTo>
                  </a:path>
                </a:pathLst>
              </a:custGeom>
              <a:solidFill>
                <a:srgbClr val="000000"/>
              </a:solidFill>
              <a:ln w="9525">
                <a:noFill/>
                <a:round/>
                <a:headEnd/>
                <a:tailEnd/>
              </a:ln>
            </p:spPr>
            <p:txBody>
              <a:bodyPr/>
              <a:lstStyle/>
              <a:p>
                <a:endParaRPr lang="ja-JP" altLang="en-US">
                  <a:solidFill>
                    <a:srgbClr val="000000"/>
                  </a:solidFill>
                </a:endParaRPr>
              </a:p>
            </p:txBody>
          </p:sp>
          <p:sp>
            <p:nvSpPr>
              <p:cNvPr id="65" name="Freeform 29"/>
              <p:cNvSpPr>
                <a:spLocks/>
              </p:cNvSpPr>
              <p:nvPr/>
            </p:nvSpPr>
            <p:spPr bwMode="gray">
              <a:xfrm>
                <a:off x="4433" y="2602"/>
                <a:ext cx="110" cy="155"/>
              </a:xfrm>
              <a:custGeom>
                <a:avLst/>
                <a:gdLst>
                  <a:gd name="T0" fmla="*/ 0 w 550"/>
                  <a:gd name="T1" fmla="*/ 0 h 774"/>
                  <a:gd name="T2" fmla="*/ 0 w 550"/>
                  <a:gd name="T3" fmla="*/ 0 h 774"/>
                  <a:gd name="T4" fmla="*/ 0 w 550"/>
                  <a:gd name="T5" fmla="*/ 0 h 774"/>
                  <a:gd name="T6" fmla="*/ 0 w 550"/>
                  <a:gd name="T7" fmla="*/ 0 h 774"/>
                  <a:gd name="T8" fmla="*/ 0 w 550"/>
                  <a:gd name="T9" fmla="*/ 0 h 774"/>
                  <a:gd name="T10" fmla="*/ 0 w 550"/>
                  <a:gd name="T11" fmla="*/ 0 h 774"/>
                  <a:gd name="T12" fmla="*/ 0 w 550"/>
                  <a:gd name="T13" fmla="*/ 0 h 774"/>
                  <a:gd name="T14" fmla="*/ 0 w 550"/>
                  <a:gd name="T15" fmla="*/ 0 h 774"/>
                  <a:gd name="T16" fmla="*/ 0 w 550"/>
                  <a:gd name="T17" fmla="*/ 0 h 774"/>
                  <a:gd name="T18" fmla="*/ 0 w 550"/>
                  <a:gd name="T19" fmla="*/ 0 h 774"/>
                  <a:gd name="T20" fmla="*/ 0 w 550"/>
                  <a:gd name="T21" fmla="*/ 0 h 774"/>
                  <a:gd name="T22" fmla="*/ 0 w 550"/>
                  <a:gd name="T23" fmla="*/ 0 h 774"/>
                  <a:gd name="T24" fmla="*/ 0 w 550"/>
                  <a:gd name="T25" fmla="*/ 0 h 774"/>
                  <a:gd name="T26" fmla="*/ 0 w 550"/>
                  <a:gd name="T27" fmla="*/ 0 h 774"/>
                  <a:gd name="T28" fmla="*/ 0 w 550"/>
                  <a:gd name="T29" fmla="*/ 0 h 77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50"/>
                  <a:gd name="T46" fmla="*/ 0 h 774"/>
                  <a:gd name="T47" fmla="*/ 550 w 550"/>
                  <a:gd name="T48" fmla="*/ 774 h 77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50" h="774">
                    <a:moveTo>
                      <a:pt x="0" y="0"/>
                    </a:moveTo>
                    <a:cubicBezTo>
                      <a:pt x="129" y="0"/>
                      <a:pt x="129" y="0"/>
                      <a:pt x="129" y="0"/>
                    </a:cubicBezTo>
                    <a:cubicBezTo>
                      <a:pt x="129" y="465"/>
                      <a:pt x="129" y="465"/>
                      <a:pt x="129" y="465"/>
                    </a:cubicBezTo>
                    <a:cubicBezTo>
                      <a:pt x="129" y="550"/>
                      <a:pt x="137" y="608"/>
                      <a:pt x="152" y="636"/>
                    </a:cubicBezTo>
                    <a:cubicBezTo>
                      <a:pt x="165" y="660"/>
                      <a:pt x="183" y="676"/>
                      <a:pt x="206" y="685"/>
                    </a:cubicBezTo>
                    <a:cubicBezTo>
                      <a:pt x="225" y="693"/>
                      <a:pt x="253" y="697"/>
                      <a:pt x="289" y="697"/>
                    </a:cubicBezTo>
                    <a:cubicBezTo>
                      <a:pt x="331" y="697"/>
                      <a:pt x="375" y="690"/>
                      <a:pt x="422" y="677"/>
                    </a:cubicBezTo>
                    <a:cubicBezTo>
                      <a:pt x="422" y="0"/>
                      <a:pt x="422" y="0"/>
                      <a:pt x="422" y="0"/>
                    </a:cubicBezTo>
                    <a:cubicBezTo>
                      <a:pt x="550" y="0"/>
                      <a:pt x="550" y="0"/>
                      <a:pt x="550" y="0"/>
                    </a:cubicBezTo>
                    <a:cubicBezTo>
                      <a:pt x="550" y="742"/>
                      <a:pt x="550" y="742"/>
                      <a:pt x="550" y="742"/>
                    </a:cubicBezTo>
                    <a:cubicBezTo>
                      <a:pt x="455" y="763"/>
                      <a:pt x="365" y="774"/>
                      <a:pt x="281" y="774"/>
                    </a:cubicBezTo>
                    <a:cubicBezTo>
                      <a:pt x="196" y="774"/>
                      <a:pt x="132" y="761"/>
                      <a:pt x="90" y="734"/>
                    </a:cubicBezTo>
                    <a:cubicBezTo>
                      <a:pt x="43" y="704"/>
                      <a:pt x="15" y="657"/>
                      <a:pt x="7" y="593"/>
                    </a:cubicBezTo>
                    <a:cubicBezTo>
                      <a:pt x="2" y="563"/>
                      <a:pt x="0" y="523"/>
                      <a:pt x="0" y="475"/>
                    </a:cubicBezTo>
                    <a:lnTo>
                      <a:pt x="0" y="0"/>
                    </a:lnTo>
                    <a:close/>
                  </a:path>
                </a:pathLst>
              </a:custGeom>
              <a:solidFill>
                <a:srgbClr val="000000"/>
              </a:solidFill>
              <a:ln w="9525">
                <a:noFill/>
                <a:round/>
                <a:headEnd/>
                <a:tailEnd/>
              </a:ln>
            </p:spPr>
            <p:txBody>
              <a:bodyPr/>
              <a:lstStyle/>
              <a:p>
                <a:endParaRPr lang="ja-JP" altLang="en-US">
                  <a:solidFill>
                    <a:srgbClr val="000000"/>
                  </a:solidFill>
                </a:endParaRPr>
              </a:p>
            </p:txBody>
          </p:sp>
          <p:sp>
            <p:nvSpPr>
              <p:cNvPr id="66" name="Freeform 30"/>
              <p:cNvSpPr>
                <a:spLocks/>
              </p:cNvSpPr>
              <p:nvPr/>
            </p:nvSpPr>
            <p:spPr bwMode="gray">
              <a:xfrm>
                <a:off x="2479" y="1143"/>
                <a:ext cx="496" cy="383"/>
              </a:xfrm>
              <a:custGeom>
                <a:avLst/>
                <a:gdLst>
                  <a:gd name="T0" fmla="*/ 0 w 2477"/>
                  <a:gd name="T1" fmla="*/ 0 h 1913"/>
                  <a:gd name="T2" fmla="*/ 0 w 2477"/>
                  <a:gd name="T3" fmla="*/ 0 h 1913"/>
                  <a:gd name="T4" fmla="*/ 0 w 2477"/>
                  <a:gd name="T5" fmla="*/ 0 h 1913"/>
                  <a:gd name="T6" fmla="*/ 0 w 2477"/>
                  <a:gd name="T7" fmla="*/ 0 h 1913"/>
                  <a:gd name="T8" fmla="*/ 0 w 2477"/>
                  <a:gd name="T9" fmla="*/ 0 h 1913"/>
                  <a:gd name="T10" fmla="*/ 0 w 2477"/>
                  <a:gd name="T11" fmla="*/ 0 h 1913"/>
                  <a:gd name="T12" fmla="*/ 0 w 2477"/>
                  <a:gd name="T13" fmla="*/ 0 h 1913"/>
                  <a:gd name="T14" fmla="*/ 0 w 2477"/>
                  <a:gd name="T15" fmla="*/ 0 h 1913"/>
                  <a:gd name="T16" fmla="*/ 0 w 2477"/>
                  <a:gd name="T17" fmla="*/ 0 h 1913"/>
                  <a:gd name="T18" fmla="*/ 0 w 2477"/>
                  <a:gd name="T19" fmla="*/ 0 h 1913"/>
                  <a:gd name="T20" fmla="*/ 0 w 2477"/>
                  <a:gd name="T21" fmla="*/ 0 h 1913"/>
                  <a:gd name="T22" fmla="*/ 0 w 2477"/>
                  <a:gd name="T23" fmla="*/ 0 h 1913"/>
                  <a:gd name="T24" fmla="*/ 0 w 2477"/>
                  <a:gd name="T25" fmla="*/ 0 h 1913"/>
                  <a:gd name="T26" fmla="*/ 0 w 2477"/>
                  <a:gd name="T27" fmla="*/ 0 h 1913"/>
                  <a:gd name="T28" fmla="*/ 0 w 2477"/>
                  <a:gd name="T29" fmla="*/ 0 h 1913"/>
                  <a:gd name="T30" fmla="*/ 0 w 2477"/>
                  <a:gd name="T31" fmla="*/ 0 h 1913"/>
                  <a:gd name="T32" fmla="*/ 0 w 2477"/>
                  <a:gd name="T33" fmla="*/ 0 h 1913"/>
                  <a:gd name="T34" fmla="*/ 0 w 2477"/>
                  <a:gd name="T35" fmla="*/ 0 h 1913"/>
                  <a:gd name="T36" fmla="*/ 0 w 2477"/>
                  <a:gd name="T37" fmla="*/ 0 h 1913"/>
                  <a:gd name="T38" fmla="*/ 0 w 2477"/>
                  <a:gd name="T39" fmla="*/ 0 h 1913"/>
                  <a:gd name="T40" fmla="*/ 0 w 2477"/>
                  <a:gd name="T41" fmla="*/ 0 h 1913"/>
                  <a:gd name="T42" fmla="*/ 0 w 2477"/>
                  <a:gd name="T43" fmla="*/ 0 h 191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77"/>
                  <a:gd name="T67" fmla="*/ 0 h 1913"/>
                  <a:gd name="T68" fmla="*/ 2477 w 2477"/>
                  <a:gd name="T69" fmla="*/ 1913 h 191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77" h="1913">
                    <a:moveTo>
                      <a:pt x="1006" y="801"/>
                    </a:moveTo>
                    <a:cubicBezTo>
                      <a:pt x="916" y="722"/>
                      <a:pt x="771" y="674"/>
                      <a:pt x="627" y="673"/>
                    </a:cubicBezTo>
                    <a:cubicBezTo>
                      <a:pt x="283" y="672"/>
                      <a:pt x="2" y="944"/>
                      <a:pt x="1" y="1294"/>
                    </a:cubicBezTo>
                    <a:cubicBezTo>
                      <a:pt x="0" y="1638"/>
                      <a:pt x="283" y="1911"/>
                      <a:pt x="627" y="1912"/>
                    </a:cubicBezTo>
                    <a:cubicBezTo>
                      <a:pt x="820" y="1913"/>
                      <a:pt x="988" y="1834"/>
                      <a:pt x="1103" y="1696"/>
                    </a:cubicBezTo>
                    <a:cubicBezTo>
                      <a:pt x="1103" y="1355"/>
                      <a:pt x="1103" y="1355"/>
                      <a:pt x="1103" y="1355"/>
                    </a:cubicBezTo>
                    <a:cubicBezTo>
                      <a:pt x="1042" y="1461"/>
                      <a:pt x="918" y="1597"/>
                      <a:pt x="807" y="1643"/>
                    </a:cubicBezTo>
                    <a:cubicBezTo>
                      <a:pt x="751" y="1666"/>
                      <a:pt x="694" y="1681"/>
                      <a:pt x="627" y="1681"/>
                    </a:cubicBezTo>
                    <a:cubicBezTo>
                      <a:pt x="412" y="1681"/>
                      <a:pt x="235" y="1514"/>
                      <a:pt x="235" y="1294"/>
                    </a:cubicBezTo>
                    <a:cubicBezTo>
                      <a:pt x="235" y="1091"/>
                      <a:pt x="398" y="904"/>
                      <a:pt x="627" y="905"/>
                    </a:cubicBezTo>
                    <a:cubicBezTo>
                      <a:pt x="734" y="905"/>
                      <a:pt x="831" y="949"/>
                      <a:pt x="902" y="1019"/>
                    </a:cubicBezTo>
                    <a:cubicBezTo>
                      <a:pt x="976" y="1090"/>
                      <a:pt x="1090" y="1239"/>
                      <a:pt x="1145" y="1298"/>
                    </a:cubicBezTo>
                    <a:cubicBezTo>
                      <a:pt x="1285" y="1449"/>
                      <a:pt x="1486" y="1543"/>
                      <a:pt x="1708" y="1544"/>
                    </a:cubicBezTo>
                    <a:cubicBezTo>
                      <a:pt x="2132" y="1545"/>
                      <a:pt x="2477" y="1201"/>
                      <a:pt x="2477" y="777"/>
                    </a:cubicBezTo>
                    <a:cubicBezTo>
                      <a:pt x="2477" y="353"/>
                      <a:pt x="2132" y="0"/>
                      <a:pt x="1708" y="0"/>
                    </a:cubicBezTo>
                    <a:cubicBezTo>
                      <a:pt x="1461" y="0"/>
                      <a:pt x="1244" y="129"/>
                      <a:pt x="1103" y="309"/>
                    </a:cubicBezTo>
                    <a:cubicBezTo>
                      <a:pt x="1103" y="771"/>
                      <a:pt x="1103" y="771"/>
                      <a:pt x="1103" y="771"/>
                    </a:cubicBezTo>
                    <a:cubicBezTo>
                      <a:pt x="1210" y="478"/>
                      <a:pt x="1404" y="244"/>
                      <a:pt x="1708" y="244"/>
                    </a:cubicBezTo>
                    <a:cubicBezTo>
                      <a:pt x="2000" y="244"/>
                      <a:pt x="2237" y="485"/>
                      <a:pt x="2236" y="777"/>
                    </a:cubicBezTo>
                    <a:cubicBezTo>
                      <a:pt x="2235" y="1069"/>
                      <a:pt x="2000" y="1305"/>
                      <a:pt x="1708" y="1305"/>
                    </a:cubicBezTo>
                    <a:cubicBezTo>
                      <a:pt x="1578" y="1304"/>
                      <a:pt x="1457" y="1257"/>
                      <a:pt x="1365" y="1179"/>
                    </a:cubicBezTo>
                    <a:cubicBezTo>
                      <a:pt x="1251" y="1090"/>
                      <a:pt x="1124" y="901"/>
                      <a:pt x="1006" y="801"/>
                    </a:cubicBezTo>
                  </a:path>
                </a:pathLst>
              </a:custGeom>
              <a:solidFill>
                <a:srgbClr val="FF0000"/>
              </a:solidFill>
              <a:ln w="9525">
                <a:noFill/>
                <a:round/>
                <a:headEnd/>
                <a:tailEnd/>
              </a:ln>
            </p:spPr>
            <p:txBody>
              <a:bodyPr/>
              <a:lstStyle/>
              <a:p>
                <a:endParaRPr lang="ja-JP" altLang="en-US">
                  <a:solidFill>
                    <a:srgbClr val="000000"/>
                  </a:solidFill>
                </a:endParaRPr>
              </a:p>
            </p:txBody>
          </p:sp>
          <p:sp>
            <p:nvSpPr>
              <p:cNvPr id="67" name="Freeform 31"/>
              <p:cNvSpPr>
                <a:spLocks/>
              </p:cNvSpPr>
              <p:nvPr/>
            </p:nvSpPr>
            <p:spPr bwMode="gray">
              <a:xfrm>
                <a:off x="1671" y="1560"/>
                <a:ext cx="340" cy="556"/>
              </a:xfrm>
              <a:custGeom>
                <a:avLst/>
                <a:gdLst>
                  <a:gd name="T0" fmla="*/ 0 w 1700"/>
                  <a:gd name="T1" fmla="*/ 0 h 2777"/>
                  <a:gd name="T2" fmla="*/ 0 w 1700"/>
                  <a:gd name="T3" fmla="*/ 0 h 2777"/>
                  <a:gd name="T4" fmla="*/ 0 w 1700"/>
                  <a:gd name="T5" fmla="*/ 0 h 2777"/>
                  <a:gd name="T6" fmla="*/ 0 w 1700"/>
                  <a:gd name="T7" fmla="*/ 0 h 2777"/>
                  <a:gd name="T8" fmla="*/ 0 w 1700"/>
                  <a:gd name="T9" fmla="*/ 0 h 2777"/>
                  <a:gd name="T10" fmla="*/ 0 w 1700"/>
                  <a:gd name="T11" fmla="*/ 0 h 2777"/>
                  <a:gd name="T12" fmla="*/ 0 w 1700"/>
                  <a:gd name="T13" fmla="*/ 0 h 2777"/>
                  <a:gd name="T14" fmla="*/ 0 w 1700"/>
                  <a:gd name="T15" fmla="*/ 0 h 2777"/>
                  <a:gd name="T16" fmla="*/ 0 w 1700"/>
                  <a:gd name="T17" fmla="*/ 0 h 2777"/>
                  <a:gd name="T18" fmla="*/ 0 w 1700"/>
                  <a:gd name="T19" fmla="*/ 0 h 2777"/>
                  <a:gd name="T20" fmla="*/ 0 w 1700"/>
                  <a:gd name="T21" fmla="*/ 0 h 2777"/>
                  <a:gd name="T22" fmla="*/ 0 w 1700"/>
                  <a:gd name="T23" fmla="*/ 0 h 2777"/>
                  <a:gd name="T24" fmla="*/ 0 w 1700"/>
                  <a:gd name="T25" fmla="*/ 0 h 2777"/>
                  <a:gd name="T26" fmla="*/ 0 w 1700"/>
                  <a:gd name="T27" fmla="*/ 0 h 2777"/>
                  <a:gd name="T28" fmla="*/ 0 w 1700"/>
                  <a:gd name="T29" fmla="*/ 0 h 2777"/>
                  <a:gd name="T30" fmla="*/ 0 w 1700"/>
                  <a:gd name="T31" fmla="*/ 0 h 277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00"/>
                  <a:gd name="T49" fmla="*/ 0 h 2777"/>
                  <a:gd name="T50" fmla="*/ 1700 w 1700"/>
                  <a:gd name="T51" fmla="*/ 2777 h 277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00" h="2777">
                    <a:moveTo>
                      <a:pt x="0" y="0"/>
                    </a:moveTo>
                    <a:cubicBezTo>
                      <a:pt x="1700" y="0"/>
                      <a:pt x="1700" y="0"/>
                      <a:pt x="1700" y="0"/>
                    </a:cubicBezTo>
                    <a:cubicBezTo>
                      <a:pt x="1700" y="473"/>
                      <a:pt x="1700" y="473"/>
                      <a:pt x="1700" y="473"/>
                    </a:cubicBezTo>
                    <a:cubicBezTo>
                      <a:pt x="1700" y="473"/>
                      <a:pt x="1613" y="287"/>
                      <a:pt x="1429" y="286"/>
                    </a:cubicBezTo>
                    <a:cubicBezTo>
                      <a:pt x="642" y="286"/>
                      <a:pt x="642" y="286"/>
                      <a:pt x="642" y="286"/>
                    </a:cubicBezTo>
                    <a:cubicBezTo>
                      <a:pt x="642" y="1104"/>
                      <a:pt x="642" y="1104"/>
                      <a:pt x="642" y="1104"/>
                    </a:cubicBezTo>
                    <a:cubicBezTo>
                      <a:pt x="1495" y="1104"/>
                      <a:pt x="1495" y="1104"/>
                      <a:pt x="1495" y="1104"/>
                    </a:cubicBezTo>
                    <a:cubicBezTo>
                      <a:pt x="1495" y="1537"/>
                      <a:pt x="1495" y="1537"/>
                      <a:pt x="1495" y="1537"/>
                    </a:cubicBezTo>
                    <a:cubicBezTo>
                      <a:pt x="1495" y="1537"/>
                      <a:pt x="1468" y="1399"/>
                      <a:pt x="1262" y="1398"/>
                    </a:cubicBezTo>
                    <a:cubicBezTo>
                      <a:pt x="642" y="1398"/>
                      <a:pt x="642" y="1398"/>
                      <a:pt x="642" y="1398"/>
                    </a:cubicBezTo>
                    <a:cubicBezTo>
                      <a:pt x="642" y="2515"/>
                      <a:pt x="642" y="2515"/>
                      <a:pt x="642" y="2515"/>
                    </a:cubicBezTo>
                    <a:cubicBezTo>
                      <a:pt x="642" y="2679"/>
                      <a:pt x="820" y="2777"/>
                      <a:pt x="820" y="2777"/>
                    </a:cubicBezTo>
                    <a:cubicBezTo>
                      <a:pt x="11" y="2777"/>
                      <a:pt x="11" y="2777"/>
                      <a:pt x="11" y="2777"/>
                    </a:cubicBezTo>
                    <a:cubicBezTo>
                      <a:pt x="11" y="2777"/>
                      <a:pt x="181" y="2691"/>
                      <a:pt x="181" y="2515"/>
                    </a:cubicBezTo>
                    <a:cubicBezTo>
                      <a:pt x="181" y="291"/>
                      <a:pt x="181" y="291"/>
                      <a:pt x="181" y="291"/>
                    </a:cubicBezTo>
                    <a:cubicBezTo>
                      <a:pt x="181" y="104"/>
                      <a:pt x="0" y="0"/>
                      <a:pt x="0" y="0"/>
                    </a:cubicBezTo>
                    <a:close/>
                  </a:path>
                </a:pathLst>
              </a:custGeom>
              <a:solidFill>
                <a:srgbClr val="FF0000"/>
              </a:solidFill>
              <a:ln w="9525">
                <a:noFill/>
                <a:round/>
                <a:headEnd/>
                <a:tailEnd/>
              </a:ln>
            </p:spPr>
            <p:txBody>
              <a:bodyPr/>
              <a:lstStyle/>
              <a:p>
                <a:endParaRPr lang="ja-JP" altLang="en-US">
                  <a:solidFill>
                    <a:srgbClr val="000000"/>
                  </a:solidFill>
                </a:endParaRPr>
              </a:p>
            </p:txBody>
          </p:sp>
          <p:sp>
            <p:nvSpPr>
              <p:cNvPr id="68" name="Freeform 32"/>
              <p:cNvSpPr>
                <a:spLocks/>
              </p:cNvSpPr>
              <p:nvPr/>
            </p:nvSpPr>
            <p:spPr bwMode="gray">
              <a:xfrm>
                <a:off x="2475" y="1560"/>
                <a:ext cx="224" cy="775"/>
              </a:xfrm>
              <a:custGeom>
                <a:avLst/>
                <a:gdLst>
                  <a:gd name="T0" fmla="*/ 0 w 1123"/>
                  <a:gd name="T1" fmla="*/ 0 h 3872"/>
                  <a:gd name="T2" fmla="*/ 0 w 1123"/>
                  <a:gd name="T3" fmla="*/ 0 h 3872"/>
                  <a:gd name="T4" fmla="*/ 0 w 1123"/>
                  <a:gd name="T5" fmla="*/ 0 h 3872"/>
                  <a:gd name="T6" fmla="*/ 0 w 1123"/>
                  <a:gd name="T7" fmla="*/ 0 h 3872"/>
                  <a:gd name="T8" fmla="*/ 0 w 1123"/>
                  <a:gd name="T9" fmla="*/ 0 h 3872"/>
                  <a:gd name="T10" fmla="*/ 0 w 1123"/>
                  <a:gd name="T11" fmla="*/ 0 h 3872"/>
                  <a:gd name="T12" fmla="*/ 0 w 1123"/>
                  <a:gd name="T13" fmla="*/ 0 h 3872"/>
                  <a:gd name="T14" fmla="*/ 0 w 1123"/>
                  <a:gd name="T15" fmla="*/ 0 h 3872"/>
                  <a:gd name="T16" fmla="*/ 0 60000 65536"/>
                  <a:gd name="T17" fmla="*/ 0 60000 65536"/>
                  <a:gd name="T18" fmla="*/ 0 60000 65536"/>
                  <a:gd name="T19" fmla="*/ 0 60000 65536"/>
                  <a:gd name="T20" fmla="*/ 0 60000 65536"/>
                  <a:gd name="T21" fmla="*/ 0 60000 65536"/>
                  <a:gd name="T22" fmla="*/ 0 60000 65536"/>
                  <a:gd name="T23" fmla="*/ 0 60000 65536"/>
                  <a:gd name="T24" fmla="*/ 0 w 1123"/>
                  <a:gd name="T25" fmla="*/ 0 h 3872"/>
                  <a:gd name="T26" fmla="*/ 1123 w 1123"/>
                  <a:gd name="T27" fmla="*/ 3872 h 38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23" h="3872">
                    <a:moveTo>
                      <a:pt x="257" y="0"/>
                    </a:moveTo>
                    <a:cubicBezTo>
                      <a:pt x="1123" y="0"/>
                      <a:pt x="1123" y="0"/>
                      <a:pt x="1123" y="0"/>
                    </a:cubicBezTo>
                    <a:cubicBezTo>
                      <a:pt x="1123" y="0"/>
                      <a:pt x="929" y="92"/>
                      <a:pt x="929" y="242"/>
                    </a:cubicBezTo>
                    <a:cubicBezTo>
                      <a:pt x="929" y="2847"/>
                      <a:pt x="929" y="2847"/>
                      <a:pt x="929" y="2847"/>
                    </a:cubicBezTo>
                    <a:cubicBezTo>
                      <a:pt x="929" y="3727"/>
                      <a:pt x="46" y="3872"/>
                      <a:pt x="0" y="3869"/>
                    </a:cubicBezTo>
                    <a:cubicBezTo>
                      <a:pt x="75" y="3821"/>
                      <a:pt x="442" y="3508"/>
                      <a:pt x="443" y="2847"/>
                    </a:cubicBezTo>
                    <a:cubicBezTo>
                      <a:pt x="443" y="242"/>
                      <a:pt x="443" y="242"/>
                      <a:pt x="443" y="242"/>
                    </a:cubicBezTo>
                    <a:cubicBezTo>
                      <a:pt x="444" y="100"/>
                      <a:pt x="257" y="0"/>
                      <a:pt x="257" y="0"/>
                    </a:cubicBezTo>
                    <a:close/>
                  </a:path>
                </a:pathLst>
              </a:custGeom>
              <a:solidFill>
                <a:srgbClr val="FF0000"/>
              </a:solidFill>
              <a:ln w="9525">
                <a:noFill/>
                <a:round/>
                <a:headEnd/>
                <a:tailEnd/>
              </a:ln>
            </p:spPr>
            <p:txBody>
              <a:bodyPr/>
              <a:lstStyle/>
              <a:p>
                <a:endParaRPr lang="ja-JP" altLang="en-US">
                  <a:solidFill>
                    <a:srgbClr val="000000"/>
                  </a:solidFill>
                </a:endParaRPr>
              </a:p>
            </p:txBody>
          </p:sp>
          <p:sp>
            <p:nvSpPr>
              <p:cNvPr id="69" name="Freeform 33"/>
              <p:cNvSpPr>
                <a:spLocks/>
              </p:cNvSpPr>
              <p:nvPr/>
            </p:nvSpPr>
            <p:spPr bwMode="gray">
              <a:xfrm>
                <a:off x="2723" y="1560"/>
                <a:ext cx="174" cy="556"/>
              </a:xfrm>
              <a:custGeom>
                <a:avLst/>
                <a:gdLst>
                  <a:gd name="T0" fmla="*/ 0 w 868"/>
                  <a:gd name="T1" fmla="*/ 0 h 2778"/>
                  <a:gd name="T2" fmla="*/ 0 w 868"/>
                  <a:gd name="T3" fmla="*/ 0 h 2778"/>
                  <a:gd name="T4" fmla="*/ 0 w 868"/>
                  <a:gd name="T5" fmla="*/ 0 h 2778"/>
                  <a:gd name="T6" fmla="*/ 0 w 868"/>
                  <a:gd name="T7" fmla="*/ 0 h 2778"/>
                  <a:gd name="T8" fmla="*/ 0 w 868"/>
                  <a:gd name="T9" fmla="*/ 0 h 2778"/>
                  <a:gd name="T10" fmla="*/ 0 w 868"/>
                  <a:gd name="T11" fmla="*/ 0 h 2778"/>
                  <a:gd name="T12" fmla="*/ 0 w 868"/>
                  <a:gd name="T13" fmla="*/ 0 h 2778"/>
                  <a:gd name="T14" fmla="*/ 0 w 868"/>
                  <a:gd name="T15" fmla="*/ 0 h 2778"/>
                  <a:gd name="T16" fmla="*/ 0 w 868"/>
                  <a:gd name="T17" fmla="*/ 0 h 27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8"/>
                  <a:gd name="T28" fmla="*/ 0 h 2778"/>
                  <a:gd name="T29" fmla="*/ 868 w 868"/>
                  <a:gd name="T30" fmla="*/ 2778 h 27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8" h="2778">
                    <a:moveTo>
                      <a:pt x="0" y="0"/>
                    </a:moveTo>
                    <a:cubicBezTo>
                      <a:pt x="868" y="0"/>
                      <a:pt x="868" y="0"/>
                      <a:pt x="868" y="0"/>
                    </a:cubicBezTo>
                    <a:cubicBezTo>
                      <a:pt x="868" y="0"/>
                      <a:pt x="675" y="92"/>
                      <a:pt x="675" y="245"/>
                    </a:cubicBezTo>
                    <a:cubicBezTo>
                      <a:pt x="675" y="2514"/>
                      <a:pt x="675" y="2514"/>
                      <a:pt x="675" y="2514"/>
                    </a:cubicBezTo>
                    <a:cubicBezTo>
                      <a:pt x="675" y="2677"/>
                      <a:pt x="868" y="2778"/>
                      <a:pt x="868" y="2778"/>
                    </a:cubicBezTo>
                    <a:cubicBezTo>
                      <a:pt x="0" y="2778"/>
                      <a:pt x="0" y="2778"/>
                      <a:pt x="0" y="2778"/>
                    </a:cubicBezTo>
                    <a:cubicBezTo>
                      <a:pt x="0" y="2778"/>
                      <a:pt x="193" y="2677"/>
                      <a:pt x="193" y="2514"/>
                    </a:cubicBezTo>
                    <a:cubicBezTo>
                      <a:pt x="193" y="245"/>
                      <a:pt x="193" y="245"/>
                      <a:pt x="193" y="245"/>
                    </a:cubicBezTo>
                    <a:cubicBezTo>
                      <a:pt x="193" y="92"/>
                      <a:pt x="0" y="0"/>
                      <a:pt x="0" y="0"/>
                    </a:cubicBezTo>
                    <a:close/>
                  </a:path>
                </a:pathLst>
              </a:custGeom>
              <a:solidFill>
                <a:srgbClr val="FF0000"/>
              </a:solidFill>
              <a:ln w="9525">
                <a:noFill/>
                <a:round/>
                <a:headEnd/>
                <a:tailEnd/>
              </a:ln>
            </p:spPr>
            <p:txBody>
              <a:bodyPr/>
              <a:lstStyle/>
              <a:p>
                <a:endParaRPr lang="ja-JP" altLang="en-US">
                  <a:solidFill>
                    <a:srgbClr val="000000"/>
                  </a:solidFill>
                </a:endParaRPr>
              </a:p>
            </p:txBody>
          </p:sp>
          <p:sp>
            <p:nvSpPr>
              <p:cNvPr id="70" name="Freeform 34"/>
              <p:cNvSpPr>
                <a:spLocks/>
              </p:cNvSpPr>
              <p:nvPr/>
            </p:nvSpPr>
            <p:spPr bwMode="gray">
              <a:xfrm>
                <a:off x="2898" y="1560"/>
                <a:ext cx="416" cy="556"/>
              </a:xfrm>
              <a:custGeom>
                <a:avLst/>
                <a:gdLst>
                  <a:gd name="T0" fmla="*/ 0 w 2079"/>
                  <a:gd name="T1" fmla="*/ 0 h 2777"/>
                  <a:gd name="T2" fmla="*/ 0 w 2079"/>
                  <a:gd name="T3" fmla="*/ 0 h 2777"/>
                  <a:gd name="T4" fmla="*/ 0 w 2079"/>
                  <a:gd name="T5" fmla="*/ 0 h 2777"/>
                  <a:gd name="T6" fmla="*/ 0 w 2079"/>
                  <a:gd name="T7" fmla="*/ 0 h 2777"/>
                  <a:gd name="T8" fmla="*/ 0 w 2079"/>
                  <a:gd name="T9" fmla="*/ 0 h 2777"/>
                  <a:gd name="T10" fmla="*/ 0 w 2079"/>
                  <a:gd name="T11" fmla="*/ 0 h 2777"/>
                  <a:gd name="T12" fmla="*/ 0 w 2079"/>
                  <a:gd name="T13" fmla="*/ 0 h 2777"/>
                  <a:gd name="T14" fmla="*/ 0 w 2079"/>
                  <a:gd name="T15" fmla="*/ 0 h 2777"/>
                  <a:gd name="T16" fmla="*/ 0 w 2079"/>
                  <a:gd name="T17" fmla="*/ 0 h 2777"/>
                  <a:gd name="T18" fmla="*/ 0 w 2079"/>
                  <a:gd name="T19" fmla="*/ 0 h 2777"/>
                  <a:gd name="T20" fmla="*/ 0 w 2079"/>
                  <a:gd name="T21" fmla="*/ 0 h 2777"/>
                  <a:gd name="T22" fmla="*/ 0 w 2079"/>
                  <a:gd name="T23" fmla="*/ 0 h 2777"/>
                  <a:gd name="T24" fmla="*/ 0 w 2079"/>
                  <a:gd name="T25" fmla="*/ 0 h 27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79"/>
                  <a:gd name="T40" fmla="*/ 0 h 2777"/>
                  <a:gd name="T41" fmla="*/ 2079 w 2079"/>
                  <a:gd name="T42" fmla="*/ 2777 h 27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79" h="2777">
                    <a:moveTo>
                      <a:pt x="170" y="0"/>
                    </a:moveTo>
                    <a:cubicBezTo>
                      <a:pt x="2079" y="0"/>
                      <a:pt x="2079" y="0"/>
                      <a:pt x="2079" y="0"/>
                    </a:cubicBezTo>
                    <a:cubicBezTo>
                      <a:pt x="1917" y="505"/>
                      <a:pt x="1917" y="505"/>
                      <a:pt x="1917" y="505"/>
                    </a:cubicBezTo>
                    <a:cubicBezTo>
                      <a:pt x="1917" y="505"/>
                      <a:pt x="1869" y="293"/>
                      <a:pt x="1684" y="293"/>
                    </a:cubicBezTo>
                    <a:cubicBezTo>
                      <a:pt x="1288" y="293"/>
                      <a:pt x="1288" y="293"/>
                      <a:pt x="1288" y="293"/>
                    </a:cubicBezTo>
                    <a:cubicBezTo>
                      <a:pt x="1288" y="2515"/>
                      <a:pt x="1288" y="2515"/>
                      <a:pt x="1288" y="2515"/>
                    </a:cubicBezTo>
                    <a:cubicBezTo>
                      <a:pt x="1288" y="2656"/>
                      <a:pt x="1474" y="2777"/>
                      <a:pt x="1474" y="2777"/>
                    </a:cubicBezTo>
                    <a:cubicBezTo>
                      <a:pt x="624" y="2777"/>
                      <a:pt x="624" y="2777"/>
                      <a:pt x="624" y="2777"/>
                    </a:cubicBezTo>
                    <a:cubicBezTo>
                      <a:pt x="624" y="2777"/>
                      <a:pt x="809" y="2668"/>
                      <a:pt x="808" y="2515"/>
                    </a:cubicBezTo>
                    <a:cubicBezTo>
                      <a:pt x="808" y="293"/>
                      <a:pt x="808" y="293"/>
                      <a:pt x="808" y="293"/>
                    </a:cubicBezTo>
                    <a:cubicBezTo>
                      <a:pt x="330" y="293"/>
                      <a:pt x="330" y="293"/>
                      <a:pt x="330" y="293"/>
                    </a:cubicBezTo>
                    <a:cubicBezTo>
                      <a:pt x="195" y="293"/>
                      <a:pt x="0" y="547"/>
                      <a:pt x="0" y="547"/>
                    </a:cubicBezTo>
                    <a:lnTo>
                      <a:pt x="170" y="0"/>
                    </a:lnTo>
                    <a:close/>
                  </a:path>
                </a:pathLst>
              </a:custGeom>
              <a:solidFill>
                <a:srgbClr val="FF0000"/>
              </a:solidFill>
              <a:ln w="9525">
                <a:noFill/>
                <a:round/>
                <a:headEnd/>
                <a:tailEnd/>
              </a:ln>
            </p:spPr>
            <p:txBody>
              <a:bodyPr/>
              <a:lstStyle/>
              <a:p>
                <a:endParaRPr lang="ja-JP" altLang="en-US">
                  <a:solidFill>
                    <a:srgbClr val="000000"/>
                  </a:solidFill>
                </a:endParaRPr>
              </a:p>
            </p:txBody>
          </p:sp>
          <p:sp>
            <p:nvSpPr>
              <p:cNvPr id="71" name="Freeform 35"/>
              <p:cNvSpPr>
                <a:spLocks/>
              </p:cNvSpPr>
              <p:nvPr/>
            </p:nvSpPr>
            <p:spPr bwMode="gray">
              <a:xfrm>
                <a:off x="3654" y="1560"/>
                <a:ext cx="465" cy="564"/>
              </a:xfrm>
              <a:custGeom>
                <a:avLst/>
                <a:gdLst>
                  <a:gd name="T0" fmla="*/ 0 w 2324"/>
                  <a:gd name="T1" fmla="*/ 0 h 2820"/>
                  <a:gd name="T2" fmla="*/ 0 w 2324"/>
                  <a:gd name="T3" fmla="*/ 0 h 2820"/>
                  <a:gd name="T4" fmla="*/ 0 w 2324"/>
                  <a:gd name="T5" fmla="*/ 0 h 2820"/>
                  <a:gd name="T6" fmla="*/ 0 w 2324"/>
                  <a:gd name="T7" fmla="*/ 0 h 2820"/>
                  <a:gd name="T8" fmla="*/ 0 w 2324"/>
                  <a:gd name="T9" fmla="*/ 0 h 2820"/>
                  <a:gd name="T10" fmla="*/ 0 w 2324"/>
                  <a:gd name="T11" fmla="*/ 0 h 2820"/>
                  <a:gd name="T12" fmla="*/ 0 w 2324"/>
                  <a:gd name="T13" fmla="*/ 0 h 2820"/>
                  <a:gd name="T14" fmla="*/ 0 w 2324"/>
                  <a:gd name="T15" fmla="*/ 0 h 2820"/>
                  <a:gd name="T16" fmla="*/ 0 w 2324"/>
                  <a:gd name="T17" fmla="*/ 0 h 2820"/>
                  <a:gd name="T18" fmla="*/ 0 w 2324"/>
                  <a:gd name="T19" fmla="*/ 0 h 2820"/>
                  <a:gd name="T20" fmla="*/ 0 w 2324"/>
                  <a:gd name="T21" fmla="*/ 0 h 2820"/>
                  <a:gd name="T22" fmla="*/ 0 w 2324"/>
                  <a:gd name="T23" fmla="*/ 0 h 2820"/>
                  <a:gd name="T24" fmla="*/ 0 w 2324"/>
                  <a:gd name="T25" fmla="*/ 0 h 2820"/>
                  <a:gd name="T26" fmla="*/ 0 w 2324"/>
                  <a:gd name="T27" fmla="*/ 0 h 2820"/>
                  <a:gd name="T28" fmla="*/ 0 w 2324"/>
                  <a:gd name="T29" fmla="*/ 0 h 28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24"/>
                  <a:gd name="T46" fmla="*/ 0 h 2820"/>
                  <a:gd name="T47" fmla="*/ 2324 w 2324"/>
                  <a:gd name="T48" fmla="*/ 2820 h 28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24" h="2820">
                    <a:moveTo>
                      <a:pt x="1488" y="0"/>
                    </a:moveTo>
                    <a:cubicBezTo>
                      <a:pt x="2324" y="0"/>
                      <a:pt x="2324" y="0"/>
                      <a:pt x="2324" y="0"/>
                    </a:cubicBezTo>
                    <a:cubicBezTo>
                      <a:pt x="2324" y="0"/>
                      <a:pt x="2145" y="94"/>
                      <a:pt x="2145" y="244"/>
                    </a:cubicBezTo>
                    <a:cubicBezTo>
                      <a:pt x="2145" y="1926"/>
                      <a:pt x="2145" y="1926"/>
                      <a:pt x="2145" y="1926"/>
                    </a:cubicBezTo>
                    <a:cubicBezTo>
                      <a:pt x="2144" y="2610"/>
                      <a:pt x="1578" y="2820"/>
                      <a:pt x="1185" y="2820"/>
                    </a:cubicBezTo>
                    <a:cubicBezTo>
                      <a:pt x="795" y="2820"/>
                      <a:pt x="184" y="2607"/>
                      <a:pt x="185" y="1926"/>
                    </a:cubicBezTo>
                    <a:cubicBezTo>
                      <a:pt x="185" y="244"/>
                      <a:pt x="185" y="244"/>
                      <a:pt x="185" y="244"/>
                    </a:cubicBezTo>
                    <a:cubicBezTo>
                      <a:pt x="185" y="94"/>
                      <a:pt x="0" y="0"/>
                      <a:pt x="0" y="0"/>
                    </a:cubicBezTo>
                    <a:cubicBezTo>
                      <a:pt x="861" y="0"/>
                      <a:pt x="861" y="0"/>
                      <a:pt x="861" y="0"/>
                    </a:cubicBezTo>
                    <a:cubicBezTo>
                      <a:pt x="861" y="0"/>
                      <a:pt x="669" y="92"/>
                      <a:pt x="669" y="244"/>
                    </a:cubicBezTo>
                    <a:cubicBezTo>
                      <a:pt x="669" y="1926"/>
                      <a:pt x="669" y="1926"/>
                      <a:pt x="669" y="1926"/>
                    </a:cubicBezTo>
                    <a:cubicBezTo>
                      <a:pt x="669" y="2285"/>
                      <a:pt x="907" y="2519"/>
                      <a:pt x="1185" y="2519"/>
                    </a:cubicBezTo>
                    <a:cubicBezTo>
                      <a:pt x="1464" y="2519"/>
                      <a:pt x="1676" y="2275"/>
                      <a:pt x="1677" y="1926"/>
                    </a:cubicBezTo>
                    <a:cubicBezTo>
                      <a:pt x="1677" y="244"/>
                      <a:pt x="1677" y="244"/>
                      <a:pt x="1677" y="244"/>
                    </a:cubicBezTo>
                    <a:cubicBezTo>
                      <a:pt x="1677" y="94"/>
                      <a:pt x="1488" y="0"/>
                      <a:pt x="1488" y="0"/>
                    </a:cubicBezTo>
                    <a:close/>
                  </a:path>
                </a:pathLst>
              </a:custGeom>
              <a:solidFill>
                <a:srgbClr val="FF0000"/>
              </a:solidFill>
              <a:ln w="9525">
                <a:noFill/>
                <a:round/>
                <a:headEnd/>
                <a:tailEnd/>
              </a:ln>
            </p:spPr>
            <p:txBody>
              <a:bodyPr/>
              <a:lstStyle/>
              <a:p>
                <a:endParaRPr lang="ja-JP" altLang="en-US">
                  <a:solidFill>
                    <a:srgbClr val="000000"/>
                  </a:solidFill>
                </a:endParaRPr>
              </a:p>
            </p:txBody>
          </p:sp>
          <p:sp>
            <p:nvSpPr>
              <p:cNvPr id="72" name="Freeform 36"/>
              <p:cNvSpPr>
                <a:spLocks/>
              </p:cNvSpPr>
              <p:nvPr/>
            </p:nvSpPr>
            <p:spPr bwMode="gray">
              <a:xfrm>
                <a:off x="2027" y="1560"/>
                <a:ext cx="469" cy="566"/>
              </a:xfrm>
              <a:custGeom>
                <a:avLst/>
                <a:gdLst>
                  <a:gd name="T0" fmla="*/ 0 w 2347"/>
                  <a:gd name="T1" fmla="*/ 0 h 2827"/>
                  <a:gd name="T2" fmla="*/ 0 w 2347"/>
                  <a:gd name="T3" fmla="*/ 0 h 2827"/>
                  <a:gd name="T4" fmla="*/ 0 w 2347"/>
                  <a:gd name="T5" fmla="*/ 0 h 2827"/>
                  <a:gd name="T6" fmla="*/ 0 w 2347"/>
                  <a:gd name="T7" fmla="*/ 0 h 2827"/>
                  <a:gd name="T8" fmla="*/ 0 w 2347"/>
                  <a:gd name="T9" fmla="*/ 0 h 2827"/>
                  <a:gd name="T10" fmla="*/ 0 w 2347"/>
                  <a:gd name="T11" fmla="*/ 0 h 2827"/>
                  <a:gd name="T12" fmla="*/ 0 w 2347"/>
                  <a:gd name="T13" fmla="*/ 0 h 2827"/>
                  <a:gd name="T14" fmla="*/ 0 w 2347"/>
                  <a:gd name="T15" fmla="*/ 0 h 2827"/>
                  <a:gd name="T16" fmla="*/ 0 w 2347"/>
                  <a:gd name="T17" fmla="*/ 0 h 2827"/>
                  <a:gd name="T18" fmla="*/ 0 w 2347"/>
                  <a:gd name="T19" fmla="*/ 0 h 2827"/>
                  <a:gd name="T20" fmla="*/ 0 w 2347"/>
                  <a:gd name="T21" fmla="*/ 0 h 2827"/>
                  <a:gd name="T22" fmla="*/ 0 w 2347"/>
                  <a:gd name="T23" fmla="*/ 0 h 2827"/>
                  <a:gd name="T24" fmla="*/ 0 w 2347"/>
                  <a:gd name="T25" fmla="*/ 0 h 2827"/>
                  <a:gd name="T26" fmla="*/ 0 w 2347"/>
                  <a:gd name="T27" fmla="*/ 0 h 2827"/>
                  <a:gd name="T28" fmla="*/ 0 w 2347"/>
                  <a:gd name="T29" fmla="*/ 0 h 282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47"/>
                  <a:gd name="T46" fmla="*/ 0 h 2827"/>
                  <a:gd name="T47" fmla="*/ 2347 w 2347"/>
                  <a:gd name="T48" fmla="*/ 2827 h 282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47" h="2827">
                    <a:moveTo>
                      <a:pt x="1495" y="0"/>
                    </a:moveTo>
                    <a:cubicBezTo>
                      <a:pt x="2347" y="0"/>
                      <a:pt x="2347" y="0"/>
                      <a:pt x="2347" y="0"/>
                    </a:cubicBezTo>
                    <a:cubicBezTo>
                      <a:pt x="2347" y="0"/>
                      <a:pt x="2166" y="98"/>
                      <a:pt x="2166" y="247"/>
                    </a:cubicBezTo>
                    <a:cubicBezTo>
                      <a:pt x="2166" y="248"/>
                      <a:pt x="2166" y="1925"/>
                      <a:pt x="2166" y="1925"/>
                    </a:cubicBezTo>
                    <a:cubicBezTo>
                      <a:pt x="2166" y="2611"/>
                      <a:pt x="1573" y="2827"/>
                      <a:pt x="1176" y="2827"/>
                    </a:cubicBezTo>
                    <a:cubicBezTo>
                      <a:pt x="786" y="2827"/>
                      <a:pt x="175" y="2608"/>
                      <a:pt x="175" y="1925"/>
                    </a:cubicBezTo>
                    <a:cubicBezTo>
                      <a:pt x="174" y="247"/>
                      <a:pt x="174" y="247"/>
                      <a:pt x="174" y="247"/>
                    </a:cubicBezTo>
                    <a:cubicBezTo>
                      <a:pt x="174" y="97"/>
                      <a:pt x="0" y="0"/>
                      <a:pt x="0" y="0"/>
                    </a:cubicBezTo>
                    <a:cubicBezTo>
                      <a:pt x="860" y="0"/>
                      <a:pt x="860" y="0"/>
                      <a:pt x="860" y="0"/>
                    </a:cubicBezTo>
                    <a:cubicBezTo>
                      <a:pt x="860" y="0"/>
                      <a:pt x="661" y="98"/>
                      <a:pt x="661" y="247"/>
                    </a:cubicBezTo>
                    <a:cubicBezTo>
                      <a:pt x="660" y="1925"/>
                      <a:pt x="660" y="1925"/>
                      <a:pt x="660" y="1925"/>
                    </a:cubicBezTo>
                    <a:cubicBezTo>
                      <a:pt x="660" y="2280"/>
                      <a:pt x="897" y="2525"/>
                      <a:pt x="1176" y="2527"/>
                    </a:cubicBezTo>
                    <a:cubicBezTo>
                      <a:pt x="1454" y="2528"/>
                      <a:pt x="1678" y="2277"/>
                      <a:pt x="1678" y="1925"/>
                    </a:cubicBezTo>
                    <a:cubicBezTo>
                      <a:pt x="1679" y="247"/>
                      <a:pt x="1679" y="247"/>
                      <a:pt x="1679" y="247"/>
                    </a:cubicBezTo>
                    <a:cubicBezTo>
                      <a:pt x="1679" y="97"/>
                      <a:pt x="1495" y="0"/>
                      <a:pt x="1495" y="0"/>
                    </a:cubicBezTo>
                    <a:close/>
                  </a:path>
                </a:pathLst>
              </a:custGeom>
              <a:solidFill>
                <a:srgbClr val="FF0000"/>
              </a:solidFill>
              <a:ln w="9525">
                <a:noFill/>
                <a:round/>
                <a:headEnd/>
                <a:tailEnd/>
              </a:ln>
            </p:spPr>
            <p:txBody>
              <a:bodyPr/>
              <a:lstStyle/>
              <a:p>
                <a:endParaRPr lang="ja-JP" altLang="en-US">
                  <a:solidFill>
                    <a:srgbClr val="000000"/>
                  </a:solidFill>
                </a:endParaRPr>
              </a:p>
            </p:txBody>
          </p:sp>
          <p:sp>
            <p:nvSpPr>
              <p:cNvPr id="73" name="Freeform 37"/>
              <p:cNvSpPr>
                <a:spLocks/>
              </p:cNvSpPr>
              <p:nvPr/>
            </p:nvSpPr>
            <p:spPr bwMode="gray">
              <a:xfrm>
                <a:off x="3295" y="1549"/>
                <a:ext cx="358" cy="577"/>
              </a:xfrm>
              <a:custGeom>
                <a:avLst/>
                <a:gdLst>
                  <a:gd name="T0" fmla="*/ 0 w 1788"/>
                  <a:gd name="T1" fmla="*/ 0 h 2885"/>
                  <a:gd name="T2" fmla="*/ 0 w 1788"/>
                  <a:gd name="T3" fmla="*/ 0 h 2885"/>
                  <a:gd name="T4" fmla="*/ 0 w 1788"/>
                  <a:gd name="T5" fmla="*/ 0 h 2885"/>
                  <a:gd name="T6" fmla="*/ 0 w 1788"/>
                  <a:gd name="T7" fmla="*/ 0 h 2885"/>
                  <a:gd name="T8" fmla="*/ 0 w 1788"/>
                  <a:gd name="T9" fmla="*/ 0 h 2885"/>
                  <a:gd name="T10" fmla="*/ 0 w 1788"/>
                  <a:gd name="T11" fmla="*/ 0 h 2885"/>
                  <a:gd name="T12" fmla="*/ 0 w 1788"/>
                  <a:gd name="T13" fmla="*/ 0 h 2885"/>
                  <a:gd name="T14" fmla="*/ 0 w 1788"/>
                  <a:gd name="T15" fmla="*/ 0 h 2885"/>
                  <a:gd name="T16" fmla="*/ 0 w 1788"/>
                  <a:gd name="T17" fmla="*/ 0 h 2885"/>
                  <a:gd name="T18" fmla="*/ 0 w 1788"/>
                  <a:gd name="T19" fmla="*/ 0 h 2885"/>
                  <a:gd name="T20" fmla="*/ 0 w 1788"/>
                  <a:gd name="T21" fmla="*/ 0 h 2885"/>
                  <a:gd name="T22" fmla="*/ 0 w 1788"/>
                  <a:gd name="T23" fmla="*/ 0 h 2885"/>
                  <a:gd name="T24" fmla="*/ 0 w 1788"/>
                  <a:gd name="T25" fmla="*/ 0 h 2885"/>
                  <a:gd name="T26" fmla="*/ 0 w 1788"/>
                  <a:gd name="T27" fmla="*/ 0 h 288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88"/>
                  <a:gd name="T43" fmla="*/ 0 h 2885"/>
                  <a:gd name="T44" fmla="*/ 1788 w 1788"/>
                  <a:gd name="T45" fmla="*/ 2885 h 288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88" h="2885">
                    <a:moveTo>
                      <a:pt x="1537" y="501"/>
                    </a:moveTo>
                    <a:cubicBezTo>
                      <a:pt x="1537" y="501"/>
                      <a:pt x="1416" y="290"/>
                      <a:pt x="1067" y="289"/>
                    </a:cubicBezTo>
                    <a:cubicBezTo>
                      <a:pt x="718" y="288"/>
                      <a:pt x="529" y="471"/>
                      <a:pt x="528" y="709"/>
                    </a:cubicBezTo>
                    <a:cubicBezTo>
                      <a:pt x="527" y="978"/>
                      <a:pt x="729" y="1079"/>
                      <a:pt x="1042" y="1230"/>
                    </a:cubicBezTo>
                    <a:cubicBezTo>
                      <a:pt x="1340" y="1373"/>
                      <a:pt x="1788" y="1570"/>
                      <a:pt x="1786" y="2067"/>
                    </a:cubicBezTo>
                    <a:cubicBezTo>
                      <a:pt x="1785" y="2513"/>
                      <a:pt x="1390" y="2885"/>
                      <a:pt x="681" y="2885"/>
                    </a:cubicBezTo>
                    <a:cubicBezTo>
                      <a:pt x="463" y="2884"/>
                      <a:pt x="162" y="2813"/>
                      <a:pt x="162" y="2813"/>
                    </a:cubicBezTo>
                    <a:cubicBezTo>
                      <a:pt x="0" y="2280"/>
                      <a:pt x="0" y="2280"/>
                      <a:pt x="0" y="2280"/>
                    </a:cubicBezTo>
                    <a:cubicBezTo>
                      <a:pt x="150" y="2426"/>
                      <a:pt x="416" y="2582"/>
                      <a:pt x="689" y="2582"/>
                    </a:cubicBezTo>
                    <a:cubicBezTo>
                      <a:pt x="973" y="2582"/>
                      <a:pt x="1311" y="2407"/>
                      <a:pt x="1311" y="2126"/>
                    </a:cubicBezTo>
                    <a:cubicBezTo>
                      <a:pt x="1311" y="1583"/>
                      <a:pt x="48" y="1674"/>
                      <a:pt x="48" y="765"/>
                    </a:cubicBezTo>
                    <a:cubicBezTo>
                      <a:pt x="48" y="453"/>
                      <a:pt x="266" y="0"/>
                      <a:pt x="1019" y="0"/>
                    </a:cubicBezTo>
                    <a:cubicBezTo>
                      <a:pt x="1264" y="0"/>
                      <a:pt x="1537" y="72"/>
                      <a:pt x="1537" y="72"/>
                    </a:cubicBezTo>
                    <a:lnTo>
                      <a:pt x="1537" y="501"/>
                    </a:lnTo>
                    <a:close/>
                  </a:path>
                </a:pathLst>
              </a:custGeom>
              <a:solidFill>
                <a:srgbClr val="FF0000"/>
              </a:solidFill>
              <a:ln w="9525">
                <a:noFill/>
                <a:round/>
                <a:headEnd/>
                <a:tailEnd/>
              </a:ln>
            </p:spPr>
            <p:txBody>
              <a:bodyPr/>
              <a:lstStyle/>
              <a:p>
                <a:endParaRPr lang="ja-JP" altLang="en-US">
                  <a:solidFill>
                    <a:srgbClr val="000000"/>
                  </a:solidFill>
                </a:endParaRPr>
              </a:p>
            </p:txBody>
          </p:sp>
        </p:grpSp>
      </p:grpSp>
    </p:spTree>
    <p:extLst>
      <p:ext uri="{BB962C8B-B14F-4D97-AF65-F5344CB8AC3E}">
        <p14:creationId xmlns:p14="http://schemas.microsoft.com/office/powerpoint/2010/main" val="2594068027"/>
      </p:ext>
    </p:extLst>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F_Tool_2_JA_R">
  <a:themeElements>
    <a:clrScheme name="F_Tool_2_JA_R 1">
      <a:dk1>
        <a:srgbClr val="000000"/>
      </a:dk1>
      <a:lt1>
        <a:srgbClr val="FFFFFF"/>
      </a:lt1>
      <a:dk2>
        <a:srgbClr val="000000"/>
      </a:dk2>
      <a:lt2>
        <a:srgbClr val="B1B1AC"/>
      </a:lt2>
      <a:accent1>
        <a:srgbClr val="F8C6C5"/>
      </a:accent1>
      <a:accent2>
        <a:srgbClr val="B22B30"/>
      </a:accent2>
      <a:accent3>
        <a:srgbClr val="FFFFFF"/>
      </a:accent3>
      <a:accent4>
        <a:srgbClr val="000000"/>
      </a:accent4>
      <a:accent5>
        <a:srgbClr val="FBDFDF"/>
      </a:accent5>
      <a:accent6>
        <a:srgbClr val="A1262A"/>
      </a:accent6>
      <a:hlink>
        <a:srgbClr val="105D9C"/>
      </a:hlink>
      <a:folHlink>
        <a:srgbClr val="4B4595"/>
      </a:folHlink>
    </a:clrScheme>
    <a:fontScheme name="F_Tool_2_JA_R">
      <a:majorFont>
        <a:latin typeface="Arial"/>
        <a:ea typeface="ＭＳ Ｐゴシック"/>
        <a:cs typeface=""/>
      </a:majorFont>
      <a:minorFont>
        <a:latin typeface="Arial"/>
        <a:ea typeface="ＭＳ Ｐゴシック"/>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ctr"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rgbClr val="000000"/>
            </a:solidFill>
            <a:effectLst/>
            <a:latin typeface="ＭＳ Ｐゴシック" charset="-128"/>
            <a:ea typeface="ＭＳ Ｐゴシック" charset="-128"/>
          </a:defRPr>
        </a:defPPr>
      </a:lstStyle>
    </a:spDef>
    <a:lnDef>
      <a:spPr bwMode="auto">
        <a:xfrm>
          <a:off x="0" y="0"/>
          <a:ext cx="1" cy="1"/>
        </a:xfrm>
        <a:custGeom>
          <a:avLst/>
          <a:gdLst/>
          <a:ahLst/>
          <a:cxnLst/>
          <a:rect l="0" t="0" r="0" b="0"/>
          <a:pathLst/>
        </a:cu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ctr"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rgbClr val="000000"/>
            </a:solidFill>
            <a:effectLst/>
            <a:latin typeface="ＭＳ Ｐゴシック" charset="-128"/>
            <a:ea typeface="ＭＳ Ｐゴシック" charset="-128"/>
          </a:defRPr>
        </a:defPPr>
      </a:lstStyle>
    </a:lnDef>
  </a:objectDefaults>
  <a:extraClrSchemeLst>
    <a:extraClrScheme>
      <a:clrScheme name="F_Tool_2_JA_R 1">
        <a:dk1>
          <a:srgbClr val="000000"/>
        </a:dk1>
        <a:lt1>
          <a:srgbClr val="FFFFFF"/>
        </a:lt1>
        <a:dk2>
          <a:srgbClr val="000000"/>
        </a:dk2>
        <a:lt2>
          <a:srgbClr val="B1B1AC"/>
        </a:lt2>
        <a:accent1>
          <a:srgbClr val="F8C6C5"/>
        </a:accent1>
        <a:accent2>
          <a:srgbClr val="B22B30"/>
        </a:accent2>
        <a:accent3>
          <a:srgbClr val="FFFFFF"/>
        </a:accent3>
        <a:accent4>
          <a:srgbClr val="000000"/>
        </a:accent4>
        <a:accent5>
          <a:srgbClr val="FBDFDF"/>
        </a:accent5>
        <a:accent6>
          <a:srgbClr val="A1262A"/>
        </a:accent6>
        <a:hlink>
          <a:srgbClr val="105D9C"/>
        </a:hlink>
        <a:folHlink>
          <a:srgbClr val="4B459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自定义 1">
    <a:dk1>
      <a:sysClr val="windowText" lastClr="000000"/>
    </a:dk1>
    <a:lt1>
      <a:sysClr val="window" lastClr="FFFFFF"/>
    </a:lt1>
    <a:dk2>
      <a:srgbClr val="1F497D"/>
    </a:dk2>
    <a:lt2>
      <a:srgbClr val="EEECE1"/>
    </a:lt2>
    <a:accent1>
      <a:srgbClr val="4F81BD"/>
    </a:accent1>
    <a:accent2>
      <a:srgbClr val="C00000"/>
    </a:accent2>
    <a:accent3>
      <a:srgbClr val="9BBB59"/>
    </a:accent3>
    <a:accent4>
      <a:srgbClr val="8064A2"/>
    </a:accent4>
    <a:accent5>
      <a:srgbClr val="4BACC6"/>
    </a:accent5>
    <a:accent6>
      <a:srgbClr val="F79646"/>
    </a:accent6>
    <a:hlink>
      <a:srgbClr val="0000FF"/>
    </a:hlink>
    <a:folHlink>
      <a:srgbClr val="800080"/>
    </a:folHlink>
  </a:clrScheme>
  <a:fontScheme name="F_Tool_2_JA_R">
    <a:majorFont>
      <a:latin typeface="Arial"/>
      <a:ea typeface="ＭＳ Ｐゴシック"/>
      <a:cs typeface=""/>
    </a:majorFont>
    <a:minorFont>
      <a:latin typeface="Arial"/>
      <a:ea typeface="ＭＳ Ｐゴシック"/>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
  <TotalTime>37026</TotalTime>
  <Words>2120</Words>
  <Application>Microsoft Office PowerPoint</Application>
  <PresentationFormat>画面に合わせる (4:3)</PresentationFormat>
  <Paragraphs>788</Paragraphs>
  <Slides>17</Slides>
  <Notes>2</Notes>
  <HiddenSlides>0</HiddenSlides>
  <MMClips>0</MMClips>
  <ScaleCrop>false</ScaleCrop>
  <HeadingPairs>
    <vt:vector size="6" baseType="variant">
      <vt:variant>
        <vt:lpstr>使用されているフォント</vt:lpstr>
      </vt:variant>
      <vt:variant>
        <vt:i4>17</vt:i4>
      </vt:variant>
      <vt:variant>
        <vt:lpstr>テーマ</vt:lpstr>
      </vt:variant>
      <vt:variant>
        <vt:i4>1</vt:i4>
      </vt:variant>
      <vt:variant>
        <vt:lpstr>スライド タイトル</vt:lpstr>
      </vt:variant>
      <vt:variant>
        <vt:i4>17</vt:i4>
      </vt:variant>
    </vt:vector>
  </HeadingPairs>
  <TitlesOfParts>
    <vt:vector size="35" baseType="lpstr">
      <vt:lpstr>Arial Unicode MS</vt:lpstr>
      <vt:lpstr>HGP創英角ｺﾞｼｯｸUB</vt:lpstr>
      <vt:lpstr>HGP明朝B</vt:lpstr>
      <vt:lpstr>LiHei Pro</vt:lpstr>
      <vt:lpstr>Meiryo UI</vt:lpstr>
      <vt:lpstr>Microsoft YaHei</vt:lpstr>
      <vt:lpstr>Microsoft YaHei</vt:lpstr>
      <vt:lpstr>Microsoft YaHei UI</vt:lpstr>
      <vt:lpstr>ＭＳ Ｐゴシック</vt:lpstr>
      <vt:lpstr>SimHei</vt:lpstr>
      <vt:lpstr>SimSun</vt:lpstr>
      <vt:lpstr>SimSun</vt:lpstr>
      <vt:lpstr>时尚中黑简体</vt:lpstr>
      <vt:lpstr>Arial</vt:lpstr>
      <vt:lpstr>Calibri</vt:lpstr>
      <vt:lpstr>Impact</vt:lpstr>
      <vt:lpstr>Wingdings</vt:lpstr>
      <vt:lpstr>F_Tool_2_JA_R</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FJ-USER</dc:creator>
  <cp:lastModifiedBy>Bi, Lei/毕 磊</cp:lastModifiedBy>
  <cp:revision>1360</cp:revision>
  <cp:lastPrinted>2013-09-18T06:16:18Z</cp:lastPrinted>
  <dcterms:created xsi:type="dcterms:W3CDTF">2013-07-26T11:46:03Z</dcterms:created>
  <dcterms:modified xsi:type="dcterms:W3CDTF">2018-12-25T02:05:34Z</dcterms:modified>
</cp:coreProperties>
</file>